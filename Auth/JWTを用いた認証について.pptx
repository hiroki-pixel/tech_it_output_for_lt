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1" r:id="rId4"/>
    <p:sldId id="288" r:id="rId5"/>
    <p:sldId id="289" r:id="rId6"/>
    <p:sldId id="275" r:id="rId7"/>
    <p:sldId id="290" r:id="rId8"/>
    <p:sldId id="291" r:id="rId9"/>
    <p:sldId id="293" r:id="rId10"/>
    <p:sldId id="268" r:id="rId11"/>
    <p:sldId id="269" r:id="rId12"/>
    <p:sldId id="264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A85C9006-EB47-4D1F-8FED-7D34B2F437B8}">
          <p14:sldIdLst>
            <p14:sldId id="256"/>
          </p14:sldIdLst>
        </p14:section>
        <p14:section name="目次" id="{E74342EC-93D7-4CD8-A83A-4FC3F823B5B3}">
          <p14:sldIdLst>
            <p14:sldId id="259"/>
          </p14:sldIdLst>
        </p14:section>
        <p14:section name="Body" id="{CD149920-7D1D-4D4F-A605-2F04F020684B}">
          <p14:sldIdLst>
            <p14:sldId id="261"/>
            <p14:sldId id="288"/>
            <p14:sldId id="289"/>
            <p14:sldId id="275"/>
            <p14:sldId id="290"/>
            <p14:sldId id="291"/>
            <p14:sldId id="293"/>
            <p14:sldId id="268"/>
            <p14:sldId id="269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BC793-D82A-4905-A049-30EB29058626}" v="58" dt="2026-09-22T06:22:41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120" y="21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弘樹 中村" userId="a025bb5ecfdc7ca2" providerId="LiveId" clId="{AC29752E-9633-413F-A998-E9529B1C9327}"/>
    <pc:docChg chg="undo custSel addSld delSld modSld sldOrd modMainMaster addSection delSection modSection">
      <pc:chgData name="弘樹 中村" userId="a025bb5ecfdc7ca2" providerId="LiveId" clId="{AC29752E-9633-413F-A998-E9529B1C9327}" dt="2026-09-22T06:27:29.103" v="13938" actId="20577"/>
      <pc:docMkLst>
        <pc:docMk/>
      </pc:docMkLst>
      <pc:sldChg chg="modSp mod">
        <pc:chgData name="弘樹 中村" userId="a025bb5ecfdc7ca2" providerId="LiveId" clId="{AC29752E-9633-413F-A998-E9529B1C9327}" dt="2026-09-22T06:23:04.147" v="13778" actId="20577"/>
        <pc:sldMkLst>
          <pc:docMk/>
          <pc:sldMk cId="1592062063" sldId="256"/>
        </pc:sldMkLst>
        <pc:spChg chg="mod">
          <ac:chgData name="弘樹 中村" userId="a025bb5ecfdc7ca2" providerId="LiveId" clId="{AC29752E-9633-413F-A998-E9529B1C9327}" dt="2026-09-22T06:23:04.147" v="13778" actId="20577"/>
          <ac:spMkLst>
            <pc:docMk/>
            <pc:sldMk cId="1592062063" sldId="256"/>
            <ac:spMk id="5" creationId="{9F2902F8-F03B-98EE-0E63-39A5D1BB8DF8}"/>
          </ac:spMkLst>
        </pc:spChg>
      </pc:sldChg>
      <pc:sldChg chg="modSp mod">
        <pc:chgData name="弘樹 中村" userId="a025bb5ecfdc7ca2" providerId="LiveId" clId="{AC29752E-9633-413F-A998-E9529B1C9327}" dt="2026-09-22T06:23:27.584" v="13779" actId="2164"/>
        <pc:sldMkLst>
          <pc:docMk/>
          <pc:sldMk cId="2332080212" sldId="259"/>
        </pc:sldMkLst>
        <pc:graphicFrameChg chg="modGraphic">
          <ac:chgData name="弘樹 中村" userId="a025bb5ecfdc7ca2" providerId="LiveId" clId="{AC29752E-9633-413F-A998-E9529B1C9327}" dt="2026-09-22T06:23:27.584" v="13779" actId="2164"/>
          <ac:graphicFrameMkLst>
            <pc:docMk/>
            <pc:sldMk cId="2332080212" sldId="259"/>
            <ac:graphicFrameMk id="3" creationId="{AD0D4A61-9C4A-4BF6-85EA-EC962F3F3BFC}"/>
          </ac:graphicFrameMkLst>
        </pc:graphicFrameChg>
      </pc:sldChg>
      <pc:sldChg chg="addSp delSp modSp mod ord">
        <pc:chgData name="弘樹 中村" userId="a025bb5ecfdc7ca2" providerId="LiveId" clId="{AC29752E-9633-413F-A998-E9529B1C9327}" dt="2026-09-22T03:10:55.262" v="8271" actId="1038"/>
        <pc:sldMkLst>
          <pc:docMk/>
          <pc:sldMk cId="3808109660" sldId="261"/>
        </pc:sldMkLst>
        <pc:spChg chg="mod">
          <ac:chgData name="弘樹 中村" userId="a025bb5ecfdc7ca2" providerId="LiveId" clId="{AC29752E-9633-413F-A998-E9529B1C9327}" dt="2026-09-22T03:01:42.332" v="7779" actId="20577"/>
          <ac:spMkLst>
            <pc:docMk/>
            <pc:sldMk cId="3808109660" sldId="261"/>
            <ac:spMk id="3" creationId="{1FC88A8E-53F0-B469-5D52-051622F0ECDE}"/>
          </ac:spMkLst>
        </pc:spChg>
        <pc:spChg chg="mod">
          <ac:chgData name="弘樹 中村" userId="a025bb5ecfdc7ca2" providerId="LiveId" clId="{AC29752E-9633-413F-A998-E9529B1C9327}" dt="2026-09-22T02:59:53.031" v="7612"/>
          <ac:spMkLst>
            <pc:docMk/>
            <pc:sldMk cId="3808109660" sldId="261"/>
            <ac:spMk id="4" creationId="{306678DD-E9B8-0DA4-574D-12FF7A1F77B0}"/>
          </ac:spMkLst>
        </pc:spChg>
        <pc:spChg chg="del mod">
          <ac:chgData name="弘樹 中村" userId="a025bb5ecfdc7ca2" providerId="LiveId" clId="{AC29752E-9633-413F-A998-E9529B1C9327}" dt="2026-09-22T03:01:55.083" v="7782" actId="478"/>
          <ac:spMkLst>
            <pc:docMk/>
            <pc:sldMk cId="3808109660" sldId="261"/>
            <ac:spMk id="5" creationId="{D6D34CD7-D252-D2AA-DA88-AFBF77624AF7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6" creationId="{CE52F2F8-FEA6-8958-C517-366E3870677A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7" creationId="{8C84A8BB-14A1-4DE2-71F9-8A8C35F5F37C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16" creationId="{6B041F37-08C5-5A5F-23DF-01B6D1BBA230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17" creationId="{D9FF81FF-D944-3B1D-6D7E-0FB4BC556B35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0" creationId="{35A12D5A-DEAE-E19A-A3DF-161336E6C54E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1" creationId="{6986AAC5-063F-B88F-68ED-7B808E41A5CE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2" creationId="{0A9571F0-16D6-38CF-005D-CBAEBF56F0C7}"/>
          </ac:spMkLst>
        </pc:sp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9" creationId="{A391A426-E034-766D-594C-938868E1B2D2}"/>
          </ac:cxnSpMkLst>
        </pc:cxnChg>
        <pc:cxnChg chg="add mod">
          <ac:chgData name="弘樹 中村" userId="a025bb5ecfdc7ca2" providerId="LiveId" clId="{AC29752E-9633-413F-A998-E9529B1C9327}" dt="2026-09-22T03:10:18.927" v="8252" actId="1038"/>
          <ac:cxnSpMkLst>
            <pc:docMk/>
            <pc:sldMk cId="3808109660" sldId="261"/>
            <ac:cxnSpMk id="11" creationId="{2A23FDF2-D332-E21B-F669-D82EA0AEA520}"/>
          </ac:cxnSpMkLst>
        </pc:cxnChg>
        <pc:cxnChg chg="add mod">
          <ac:chgData name="弘樹 中村" userId="a025bb5ecfdc7ca2" providerId="LiveId" clId="{AC29752E-9633-413F-A998-E9529B1C9327}" dt="2026-09-22T03:10:23.993" v="8253" actId="14100"/>
          <ac:cxnSpMkLst>
            <pc:docMk/>
            <pc:sldMk cId="3808109660" sldId="261"/>
            <ac:cxnSpMk id="13" creationId="{9839DE9A-7CFA-992A-E429-51663C2B4C91}"/>
          </ac:cxnSpMkLst>
        </pc:cxn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15" creationId="{5D28A4B4-62CE-9870-45CE-3A6E97EED7CA}"/>
          </ac:cxnSpMkLst>
        </pc:cxn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24" creationId="{109CDDBA-EB9D-721C-AAA4-4BB4D844757B}"/>
          </ac:cxnSpMkLst>
        </pc:cxnChg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3240422563" sldId="263"/>
        </pc:sldMkLst>
      </pc:sldChg>
      <pc:sldChg chg="addSp modSp add del mod ord">
        <pc:chgData name="弘樹 中村" userId="a025bb5ecfdc7ca2" providerId="LiveId" clId="{AC29752E-9633-413F-A998-E9529B1C9327}" dt="2026-09-22T06:21:18.434" v="13690" actId="1076"/>
        <pc:sldMkLst>
          <pc:docMk/>
          <pc:sldMk cId="832867212" sldId="264"/>
        </pc:sldMkLst>
        <pc:spChg chg="mod">
          <ac:chgData name="弘樹 中村" userId="a025bb5ecfdc7ca2" providerId="LiveId" clId="{AC29752E-9633-413F-A998-E9529B1C9327}" dt="2026-09-22T06:15:07.248" v="13335" actId="20577"/>
          <ac:spMkLst>
            <pc:docMk/>
            <pc:sldMk cId="832867212" sldId="264"/>
            <ac:spMk id="3" creationId="{9CE11133-2A75-FA27-FAE9-43A412FD06E7}"/>
          </ac:spMkLst>
        </pc:spChg>
        <pc:spChg chg="mod">
          <ac:chgData name="弘樹 中村" userId="a025bb5ecfdc7ca2" providerId="LiveId" clId="{AC29752E-9633-413F-A998-E9529B1C9327}" dt="2026-09-22T06:14:10.257" v="13182" actId="20577"/>
          <ac:spMkLst>
            <pc:docMk/>
            <pc:sldMk cId="832867212" sldId="264"/>
            <ac:spMk id="4" creationId="{07C590E0-F21F-20DC-6F39-C584668E5141}"/>
          </ac:spMkLst>
        </pc:spChg>
        <pc:spChg chg="mod">
          <ac:chgData name="弘樹 中村" userId="a025bb5ecfdc7ca2" providerId="LiveId" clId="{AC29752E-9633-413F-A998-E9529B1C9327}" dt="2026-09-22T06:19:51.815" v="13673"/>
          <ac:spMkLst>
            <pc:docMk/>
            <pc:sldMk cId="832867212" sldId="264"/>
            <ac:spMk id="5" creationId="{6CDD10C7-761A-23F2-5FEC-71EB9CA49293}"/>
          </ac:spMkLst>
        </pc:spChg>
        <pc:picChg chg="add mod">
          <ac:chgData name="弘樹 中村" userId="a025bb5ecfdc7ca2" providerId="LiveId" clId="{AC29752E-9633-413F-A998-E9529B1C9327}" dt="2026-09-22T06:20:10.097" v="13675" actId="1076"/>
          <ac:picMkLst>
            <pc:docMk/>
            <pc:sldMk cId="832867212" sldId="264"/>
            <ac:picMk id="7" creationId="{2B8A2924-8AEF-E7D5-4460-702C96EE4536}"/>
          </ac:picMkLst>
        </pc:picChg>
        <pc:picChg chg="add mod">
          <ac:chgData name="弘樹 中村" userId="a025bb5ecfdc7ca2" providerId="LiveId" clId="{AC29752E-9633-413F-A998-E9529B1C9327}" dt="2026-09-22T06:21:09.512" v="13688" actId="1076"/>
          <ac:picMkLst>
            <pc:docMk/>
            <pc:sldMk cId="832867212" sldId="264"/>
            <ac:picMk id="9" creationId="{38B17775-A1CE-7F08-F00D-75692312B138}"/>
          </ac:picMkLst>
        </pc:picChg>
        <pc:picChg chg="add mod">
          <ac:chgData name="弘樹 中村" userId="a025bb5ecfdc7ca2" providerId="LiveId" clId="{AC29752E-9633-413F-A998-E9529B1C9327}" dt="2026-09-22T06:21:18.434" v="13690" actId="1076"/>
          <ac:picMkLst>
            <pc:docMk/>
            <pc:sldMk cId="832867212" sldId="264"/>
            <ac:picMk id="11" creationId="{1F7E74FF-2A12-A78C-5C14-F8274B52FC98}"/>
          </ac:picMkLst>
        </pc:picChg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2788948832" sldId="265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635912571" sldId="26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1155084605" sldId="267"/>
        </pc:sldMkLst>
      </pc:sldChg>
      <pc:sldChg chg="ord">
        <pc:chgData name="弘樹 中村" userId="a025bb5ecfdc7ca2" providerId="LiveId" clId="{AC29752E-9633-413F-A998-E9529B1C9327}" dt="2026-09-22T06:13:24.186" v="13155"/>
        <pc:sldMkLst>
          <pc:docMk/>
          <pc:sldMk cId="2752387135" sldId="268"/>
        </pc:sldMkLst>
      </pc:sldChg>
      <pc:sldChg chg="ord">
        <pc:chgData name="弘樹 中村" userId="a025bb5ecfdc7ca2" providerId="LiveId" clId="{AC29752E-9633-413F-A998-E9529B1C9327}" dt="2026-09-22T06:13:31.523" v="13157"/>
        <pc:sldMkLst>
          <pc:docMk/>
          <pc:sldMk cId="2781909537" sldId="269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714738854" sldId="270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280532236" sldId="271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533046296" sldId="272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582609331" sldId="273"/>
        </pc:sldMkLst>
      </pc:sldChg>
      <pc:sldChg chg="del">
        <pc:chgData name="弘樹 中村" userId="a025bb5ecfdc7ca2" providerId="LiveId" clId="{AC29752E-9633-413F-A998-E9529B1C9327}" dt="2026-09-22T06:13:41.023" v="13159" actId="47"/>
        <pc:sldMkLst>
          <pc:docMk/>
          <pc:sldMk cId="3600593824" sldId="274"/>
        </pc:sldMkLst>
      </pc:sldChg>
      <pc:sldChg chg="modSp mod">
        <pc:chgData name="弘樹 中村" userId="a025bb5ecfdc7ca2" providerId="LiveId" clId="{AC29752E-9633-413F-A998-E9529B1C9327}" dt="2026-09-22T06:27:29.103" v="13938" actId="20577"/>
        <pc:sldMkLst>
          <pc:docMk/>
          <pc:sldMk cId="2755181130" sldId="275"/>
        </pc:sldMkLst>
        <pc:spChg chg="mod">
          <ac:chgData name="弘樹 中村" userId="a025bb5ecfdc7ca2" providerId="LiveId" clId="{AC29752E-9633-413F-A998-E9529B1C9327}" dt="2026-09-22T06:27:29.103" v="13938" actId="20577"/>
          <ac:spMkLst>
            <pc:docMk/>
            <pc:sldMk cId="2755181130" sldId="275"/>
            <ac:spMk id="3" creationId="{C7510BA4-7A54-A2C4-E89D-C4EF6C3509CC}"/>
          </ac:spMkLst>
        </pc:spChg>
        <pc:spChg chg="mod">
          <ac:chgData name="弘樹 中村" userId="a025bb5ecfdc7ca2" providerId="LiveId" clId="{AC29752E-9633-413F-A998-E9529B1C9327}" dt="2026-09-22T03:36:48.559" v="9957"/>
          <ac:spMkLst>
            <pc:docMk/>
            <pc:sldMk cId="2755181130" sldId="275"/>
            <ac:spMk id="4" creationId="{37A9D8E7-0DDA-4144-04F1-32E2E21FA926}"/>
          </ac:spMkLst>
        </pc:spChg>
        <pc:spChg chg="mod">
          <ac:chgData name="弘樹 中村" userId="a025bb5ecfdc7ca2" providerId="LiveId" clId="{AC29752E-9633-413F-A998-E9529B1C9327}" dt="2026-09-22T05:23:28.057" v="10111" actId="20577"/>
          <ac:spMkLst>
            <pc:docMk/>
            <pc:sldMk cId="2755181130" sldId="275"/>
            <ac:spMk id="6" creationId="{725A5F26-C6B0-E077-E1C8-6C313703AE69}"/>
          </ac:spMkLst>
        </pc:spChg>
        <pc:spChg chg="mod">
          <ac:chgData name="弘樹 中村" userId="a025bb5ecfdc7ca2" providerId="LiveId" clId="{AC29752E-9633-413F-A998-E9529B1C9327}" dt="2026-09-22T05:27:17.758" v="10569" actId="20577"/>
          <ac:spMkLst>
            <pc:docMk/>
            <pc:sldMk cId="2755181130" sldId="275"/>
            <ac:spMk id="7" creationId="{484040B2-3DEC-59AA-9DBF-F91CE4F75D54}"/>
          </ac:spMkLst>
        </pc:spChg>
        <pc:spChg chg="mod">
          <ac:chgData name="弘樹 中村" userId="a025bb5ecfdc7ca2" providerId="LiveId" clId="{AC29752E-9633-413F-A998-E9529B1C9327}" dt="2026-09-22T05:31:29.769" v="10838" actId="20577"/>
          <ac:spMkLst>
            <pc:docMk/>
            <pc:sldMk cId="2755181130" sldId="275"/>
            <ac:spMk id="9" creationId="{BC118070-57E6-FC5D-24FC-51292E3ACB11}"/>
          </ac:spMkLst>
        </pc:spChg>
        <pc:spChg chg="mod">
          <ac:chgData name="弘樹 中村" userId="a025bb5ecfdc7ca2" providerId="LiveId" clId="{AC29752E-9633-413F-A998-E9529B1C9327}" dt="2026-09-22T06:26:16.318" v="13867" actId="20577"/>
          <ac:spMkLst>
            <pc:docMk/>
            <pc:sldMk cId="2755181130" sldId="275"/>
            <ac:spMk id="10" creationId="{A5DD0F5F-F7DD-E0B3-E8B8-43DC8378525E}"/>
          </ac:spMkLst>
        </pc:spChg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758113492" sldId="27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1657378982" sldId="282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4194565185" sldId="283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1755686314" sldId="284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11201252" sldId="285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3458348416" sldId="28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2373643351" sldId="287"/>
        </pc:sldMkLst>
      </pc:sldChg>
      <pc:sldChg chg="addSp delSp modSp add mod">
        <pc:chgData name="弘樹 中村" userId="a025bb5ecfdc7ca2" providerId="LiveId" clId="{AC29752E-9633-413F-A998-E9529B1C9327}" dt="2026-09-22T05:23:00.940" v="10055" actId="20577"/>
        <pc:sldMkLst>
          <pc:docMk/>
          <pc:sldMk cId="1971418623" sldId="288"/>
        </pc:sldMkLst>
        <pc:spChg chg="mod">
          <ac:chgData name="弘樹 中村" userId="a025bb5ecfdc7ca2" providerId="LiveId" clId="{AC29752E-9633-413F-A998-E9529B1C9327}" dt="2026-09-22T03:14:31.549" v="8541" actId="20577"/>
          <ac:spMkLst>
            <pc:docMk/>
            <pc:sldMk cId="1971418623" sldId="288"/>
            <ac:spMk id="3" creationId="{E33BEC69-8346-494B-26E5-2E7AB591E50D}"/>
          </ac:spMkLst>
        </pc:spChg>
        <pc:spChg chg="mod">
          <ac:chgData name="弘樹 中村" userId="a025bb5ecfdc7ca2" providerId="LiveId" clId="{AC29752E-9633-413F-A998-E9529B1C9327}" dt="2026-09-22T03:12:56.717" v="8373" actId="20577"/>
          <ac:spMkLst>
            <pc:docMk/>
            <pc:sldMk cId="1971418623" sldId="288"/>
            <ac:spMk id="4" creationId="{6B589A77-169E-8219-B79D-4BA1132C742D}"/>
          </ac:spMkLst>
        </pc:spChg>
        <pc:spChg chg="mod">
          <ac:chgData name="弘樹 中村" userId="a025bb5ecfdc7ca2" providerId="LiveId" clId="{AC29752E-9633-413F-A998-E9529B1C9327}" dt="2026-09-22T03:13:41.471" v="8441" actId="20577"/>
          <ac:spMkLst>
            <pc:docMk/>
            <pc:sldMk cId="1971418623" sldId="288"/>
            <ac:spMk id="5" creationId="{28B2D920-5E7C-0833-4CDF-5089325C34A6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6" creationId="{0EA3FC4D-F1C1-906B-2E09-BE359E501C57}"/>
          </ac:spMkLst>
        </pc:spChg>
        <pc:spChg chg="add del mod">
          <ac:chgData name="弘樹 中村" userId="a025bb5ecfdc7ca2" providerId="LiveId" clId="{AC29752E-9633-413F-A998-E9529B1C9327}" dt="2026-09-22T03:15:21.111" v="8545" actId="478"/>
          <ac:spMkLst>
            <pc:docMk/>
            <pc:sldMk cId="1971418623" sldId="288"/>
            <ac:spMk id="7" creationId="{4D1C9315-B014-DFDC-1FBD-2A81330D02B8}"/>
          </ac:spMkLst>
        </pc:spChg>
        <pc:spChg chg="add mod">
          <ac:chgData name="弘樹 中村" userId="a025bb5ecfdc7ca2" providerId="LiveId" clId="{AC29752E-9633-413F-A998-E9529B1C9327}" dt="2026-09-22T05:23:00.940" v="10055" actId="20577"/>
          <ac:spMkLst>
            <pc:docMk/>
            <pc:sldMk cId="1971418623" sldId="288"/>
            <ac:spMk id="8" creationId="{D531EC00-34F7-BED3-2EEE-85579BC7650B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9" creationId="{B8973BE6-A2A5-9DC0-E957-360C828FBE5C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0" creationId="{EFCC747A-3A82-DC29-06DF-49097B665003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1" creationId="{746B711A-C2B8-20E8-A4CA-A292CAF687EB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2" creationId="{233F7728-1DF7-F1D3-F431-C6653A105564}"/>
          </ac:spMkLst>
        </pc:spChg>
      </pc:sldChg>
      <pc:sldChg chg="addSp modSp add mod">
        <pc:chgData name="弘樹 中村" userId="a025bb5ecfdc7ca2" providerId="LiveId" clId="{AC29752E-9633-413F-A998-E9529B1C9327}" dt="2026-09-22T03:36:09.423" v="9956" actId="20577"/>
        <pc:sldMkLst>
          <pc:docMk/>
          <pc:sldMk cId="2660163340" sldId="289"/>
        </pc:sldMkLst>
        <pc:spChg chg="mod">
          <ac:chgData name="弘樹 中村" userId="a025bb5ecfdc7ca2" providerId="LiveId" clId="{AC29752E-9633-413F-A998-E9529B1C9327}" dt="2026-09-22T03:33:33.657" v="9784" actId="20577"/>
          <ac:spMkLst>
            <pc:docMk/>
            <pc:sldMk cId="2660163340" sldId="289"/>
            <ac:spMk id="3" creationId="{F8C563CA-E57D-C0C6-1466-ACA0840174A8}"/>
          </ac:spMkLst>
        </pc:spChg>
        <pc:spChg chg="mod">
          <ac:chgData name="弘樹 中村" userId="a025bb5ecfdc7ca2" providerId="LiveId" clId="{AC29752E-9633-413F-A998-E9529B1C9327}" dt="2026-09-22T03:21:55.640" v="9051"/>
          <ac:spMkLst>
            <pc:docMk/>
            <pc:sldMk cId="2660163340" sldId="289"/>
            <ac:spMk id="4" creationId="{293E3649-83F3-03C4-3158-A8A8B604AF55}"/>
          </ac:spMkLst>
        </pc:spChg>
        <pc:spChg chg="mod">
          <ac:chgData name="弘樹 中村" userId="a025bb5ecfdc7ca2" providerId="LiveId" clId="{AC29752E-9633-413F-A998-E9529B1C9327}" dt="2026-09-22T03:26:16.722" v="9355" actId="20577"/>
          <ac:spMkLst>
            <pc:docMk/>
            <pc:sldMk cId="2660163340" sldId="289"/>
            <ac:spMk id="5" creationId="{14419FD8-BCBB-8A31-48C4-93912E7B7728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6" creationId="{C1891AD0-462B-2C92-F1D5-CC03BD9213AA}"/>
          </ac:spMkLst>
        </pc:spChg>
        <pc:spChg chg="add mod">
          <ac:chgData name="弘樹 中村" userId="a025bb5ecfdc7ca2" providerId="LiveId" clId="{AC29752E-9633-413F-A998-E9529B1C9327}" dt="2026-09-22T03:26:31.815" v="9357" actId="20577"/>
          <ac:spMkLst>
            <pc:docMk/>
            <pc:sldMk cId="2660163340" sldId="289"/>
            <ac:spMk id="7" creationId="{55445CB6-A213-1547-C570-BF35E589DC11}"/>
          </ac:spMkLst>
        </pc:spChg>
        <pc:spChg chg="add mod">
          <ac:chgData name="弘樹 中村" userId="a025bb5ecfdc7ca2" providerId="LiveId" clId="{AC29752E-9633-413F-A998-E9529B1C9327}" dt="2026-09-22T03:35:01.927" v="9840" actId="20577"/>
          <ac:spMkLst>
            <pc:docMk/>
            <pc:sldMk cId="2660163340" sldId="289"/>
            <ac:spMk id="12" creationId="{43B31F8B-A4A8-0B04-C3C3-AA5F2590D458}"/>
          </ac:spMkLst>
        </pc:spChg>
        <pc:spChg chg="add mod">
          <ac:chgData name="弘樹 中村" userId="a025bb5ecfdc7ca2" providerId="LiveId" clId="{AC29752E-9633-413F-A998-E9529B1C9327}" dt="2026-09-22T03:35:33.002" v="9913" actId="20577"/>
          <ac:spMkLst>
            <pc:docMk/>
            <pc:sldMk cId="2660163340" sldId="289"/>
            <ac:spMk id="13" creationId="{D3ACC6F3-B5E1-CBA8-F485-279F0FA0BAE8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14" creationId="{EDA51101-6D39-1995-E746-66BA51BFDC26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15" creationId="{B3676417-C6A5-7130-FA1C-2DE24F0A060E}"/>
          </ac:spMkLst>
        </pc:spChg>
        <pc:spChg chg="add mod">
          <ac:chgData name="弘樹 中村" userId="a025bb5ecfdc7ca2" providerId="LiveId" clId="{AC29752E-9633-413F-A998-E9529B1C9327}" dt="2026-09-22T03:34:53.574" v="9830" actId="20577"/>
          <ac:spMkLst>
            <pc:docMk/>
            <pc:sldMk cId="2660163340" sldId="289"/>
            <ac:spMk id="16" creationId="{898762CE-4A64-3DA0-EBC5-B87F16342736}"/>
          </ac:spMkLst>
        </pc:spChg>
        <pc:spChg chg="add mod">
          <ac:chgData name="弘樹 中村" userId="a025bb5ecfdc7ca2" providerId="LiveId" clId="{AC29752E-9633-413F-A998-E9529B1C9327}" dt="2026-09-22T03:26:43.516" v="9361" actId="20577"/>
          <ac:spMkLst>
            <pc:docMk/>
            <pc:sldMk cId="2660163340" sldId="289"/>
            <ac:spMk id="18" creationId="{EF57B450-7CF8-C237-5D1B-D352DC2462D0}"/>
          </ac:spMkLst>
        </pc:spChg>
        <pc:spChg chg="add mod">
          <ac:chgData name="弘樹 中村" userId="a025bb5ecfdc7ca2" providerId="LiveId" clId="{AC29752E-9633-413F-A998-E9529B1C9327}" dt="2026-09-22T03:35:12.410" v="9879" actId="20577"/>
          <ac:spMkLst>
            <pc:docMk/>
            <pc:sldMk cId="2660163340" sldId="289"/>
            <ac:spMk id="20" creationId="{FEA8FEB7-501C-E8AE-B1DE-DB75CCCEF3E4}"/>
          </ac:spMkLst>
        </pc:spChg>
        <pc:spChg chg="add mod">
          <ac:chgData name="弘樹 中村" userId="a025bb5ecfdc7ca2" providerId="LiveId" clId="{AC29752E-9633-413F-A998-E9529B1C9327}" dt="2026-09-22T03:35:24.503" v="9890" actId="20577"/>
          <ac:spMkLst>
            <pc:docMk/>
            <pc:sldMk cId="2660163340" sldId="289"/>
            <ac:spMk id="22" creationId="{B9D4DF30-F0E8-8260-6A93-9EF9E861E758}"/>
          </ac:spMkLst>
        </pc:spChg>
        <pc:spChg chg="add mod">
          <ac:chgData name="弘樹 中村" userId="a025bb5ecfdc7ca2" providerId="LiveId" clId="{AC29752E-9633-413F-A998-E9529B1C9327}" dt="2026-09-22T03:35:38.091" v="9919" actId="20577"/>
          <ac:spMkLst>
            <pc:docMk/>
            <pc:sldMk cId="2660163340" sldId="289"/>
            <ac:spMk id="25" creationId="{42E93EE0-3032-D854-1B95-C1C001F315E5}"/>
          </ac:spMkLst>
        </pc:spChg>
        <pc:spChg chg="add mod">
          <ac:chgData name="弘樹 中村" userId="a025bb5ecfdc7ca2" providerId="LiveId" clId="{AC29752E-9633-413F-A998-E9529B1C9327}" dt="2026-09-22T03:35:51.922" v="9943" actId="20577"/>
          <ac:spMkLst>
            <pc:docMk/>
            <pc:sldMk cId="2660163340" sldId="289"/>
            <ac:spMk id="26" creationId="{E9EA7A2F-376F-26B1-9D77-974299F72015}"/>
          </ac:spMkLst>
        </pc:spChg>
        <pc:spChg chg="add mod">
          <ac:chgData name="弘樹 中村" userId="a025bb5ecfdc7ca2" providerId="LiveId" clId="{AC29752E-9633-413F-A998-E9529B1C9327}" dt="2026-09-22T03:36:09.423" v="9956" actId="20577"/>
          <ac:spMkLst>
            <pc:docMk/>
            <pc:sldMk cId="2660163340" sldId="289"/>
            <ac:spMk id="29" creationId="{449D8462-7B11-53CE-B4A2-E181E5234E2E}"/>
          </ac:spMkLst>
        </pc:spChg>
        <pc:cxnChg chg="add mod">
          <ac:chgData name="弘樹 中村" userId="a025bb5ecfdc7ca2" providerId="LiveId" clId="{AC29752E-9633-413F-A998-E9529B1C9327}" dt="2026-09-22T03:24:26.506" v="9166"/>
          <ac:cxnSpMkLst>
            <pc:docMk/>
            <pc:sldMk cId="2660163340" sldId="289"/>
            <ac:cxnSpMk id="8" creationId="{B17028C9-9963-5D38-5B47-26ABCA0EA082}"/>
          </ac:cxnSpMkLst>
        </pc:cxnChg>
        <pc:cxnChg chg="add mod">
          <ac:chgData name="弘樹 中村" userId="a025bb5ecfdc7ca2" providerId="LiveId" clId="{AC29752E-9633-413F-A998-E9529B1C9327}" dt="2026-09-22T03:27:40.233" v="9463" actId="1035"/>
          <ac:cxnSpMkLst>
            <pc:docMk/>
            <pc:sldMk cId="2660163340" sldId="289"/>
            <ac:cxnSpMk id="11" creationId="{88812EC3-DA2A-C7DA-67AF-655A9EADB92C}"/>
          </ac:cxnSpMkLst>
        </pc:cxnChg>
        <pc:cxnChg chg="add mod">
          <ac:chgData name="弘樹 中村" userId="a025bb5ecfdc7ca2" providerId="LiveId" clId="{AC29752E-9633-413F-A998-E9529B1C9327}" dt="2026-09-22T03:24:26.506" v="9166"/>
          <ac:cxnSpMkLst>
            <pc:docMk/>
            <pc:sldMk cId="2660163340" sldId="289"/>
            <ac:cxnSpMk id="17" creationId="{BA5120B7-DC8C-C391-E842-498C5C0F2BAD}"/>
          </ac:cxnSpMkLst>
        </pc:cxnChg>
        <pc:cxnChg chg="add mod">
          <ac:chgData name="弘樹 中村" userId="a025bb5ecfdc7ca2" providerId="LiveId" clId="{AC29752E-9633-413F-A998-E9529B1C9327}" dt="2026-09-22T03:26:52.265" v="9362" actId="571"/>
          <ac:cxnSpMkLst>
            <pc:docMk/>
            <pc:sldMk cId="2660163340" sldId="289"/>
            <ac:cxnSpMk id="19" creationId="{EB219B32-08A2-6B8B-6B79-4C0CA64D74C8}"/>
          </ac:cxnSpMkLst>
        </pc:cxnChg>
        <pc:cxnChg chg="add mod">
          <ac:chgData name="弘樹 中村" userId="a025bb5ecfdc7ca2" providerId="LiveId" clId="{AC29752E-9633-413F-A998-E9529B1C9327}" dt="2026-09-22T03:27:58.943" v="9467" actId="14100"/>
          <ac:cxnSpMkLst>
            <pc:docMk/>
            <pc:sldMk cId="2660163340" sldId="289"/>
            <ac:cxnSpMk id="21" creationId="{3B49CF19-4598-67CA-BD9B-8BE276EA70A0}"/>
          </ac:cxnSpMkLst>
        </pc:cxnChg>
        <pc:cxnChg chg="add mod">
          <ac:chgData name="弘樹 中村" userId="a025bb5ecfdc7ca2" providerId="LiveId" clId="{AC29752E-9633-413F-A998-E9529B1C9327}" dt="2026-09-22T03:30:43.066" v="9529" actId="14100"/>
          <ac:cxnSpMkLst>
            <pc:docMk/>
            <pc:sldMk cId="2660163340" sldId="289"/>
            <ac:cxnSpMk id="27" creationId="{0AC50B4A-B2CE-E390-E781-251B47BFBF8A}"/>
          </ac:cxnSpMkLst>
        </pc:cxnChg>
      </pc:sldChg>
      <pc:sldChg chg="addSp delSp modSp add mod">
        <pc:chgData name="弘樹 中村" userId="a025bb5ecfdc7ca2" providerId="LiveId" clId="{AC29752E-9633-413F-A998-E9529B1C9327}" dt="2026-09-22T06:22:24.291" v="13728" actId="20577"/>
        <pc:sldMkLst>
          <pc:docMk/>
          <pc:sldMk cId="2150834852" sldId="290"/>
        </pc:sldMkLst>
        <pc:spChg chg="mod">
          <ac:chgData name="弘樹 中村" userId="a025bb5ecfdc7ca2" providerId="LiveId" clId="{AC29752E-9633-413F-A998-E9529B1C9327}" dt="2026-09-22T05:50:18.793" v="12175" actId="20577"/>
          <ac:spMkLst>
            <pc:docMk/>
            <pc:sldMk cId="2150834852" sldId="290"/>
            <ac:spMk id="3" creationId="{F1B30E90-3894-DE19-EB97-A5C958A1D848}"/>
          </ac:spMkLst>
        </pc:spChg>
        <pc:spChg chg="mod">
          <ac:chgData name="弘樹 中村" userId="a025bb5ecfdc7ca2" providerId="LiveId" clId="{AC29752E-9633-413F-A998-E9529B1C9327}" dt="2026-09-22T06:22:24.291" v="13728" actId="20577"/>
          <ac:spMkLst>
            <pc:docMk/>
            <pc:sldMk cId="2150834852" sldId="290"/>
            <ac:spMk id="4" creationId="{C80CEAB8-6220-1893-145B-4912992174A2}"/>
          </ac:spMkLst>
        </pc:spChg>
        <pc:spChg chg="del">
          <ac:chgData name="弘樹 中村" userId="a025bb5ecfdc7ca2" providerId="LiveId" clId="{AC29752E-9633-413F-A998-E9529B1C9327}" dt="2026-09-22T05:36:18.696" v="11225" actId="478"/>
          <ac:spMkLst>
            <pc:docMk/>
            <pc:sldMk cId="2150834852" sldId="290"/>
            <ac:spMk id="5" creationId="{5A530B0F-CAE3-B2C3-834C-8456E913615E}"/>
          </ac:spMkLst>
        </pc:spChg>
        <pc:spChg chg="add mod">
          <ac:chgData name="弘樹 中村" userId="a025bb5ecfdc7ca2" providerId="LiveId" clId="{AC29752E-9633-413F-A998-E9529B1C9327}" dt="2026-09-22T05:36:23.922" v="11227" actId="1076"/>
          <ac:spMkLst>
            <pc:docMk/>
            <pc:sldMk cId="2150834852" sldId="290"/>
            <ac:spMk id="6" creationId="{AA234105-CDE2-8498-555E-633515ACE18B}"/>
          </ac:spMkLst>
        </pc:spChg>
        <pc:spChg chg="add mod">
          <ac:chgData name="弘樹 中村" userId="a025bb5ecfdc7ca2" providerId="LiveId" clId="{AC29752E-9633-413F-A998-E9529B1C9327}" dt="2026-09-22T05:36:36.364" v="11295" actId="1038"/>
          <ac:spMkLst>
            <pc:docMk/>
            <pc:sldMk cId="2150834852" sldId="290"/>
            <ac:spMk id="7" creationId="{115529DD-B99E-00CC-C311-CACA99F5C736}"/>
          </ac:spMkLst>
        </pc:spChg>
        <pc:spChg chg="add mod">
          <ac:chgData name="弘樹 中村" userId="a025bb5ecfdc7ca2" providerId="LiveId" clId="{AC29752E-9633-413F-A998-E9529B1C9327}" dt="2026-09-22T05:36:57.935" v="11319" actId="20577"/>
          <ac:spMkLst>
            <pc:docMk/>
            <pc:sldMk cId="2150834852" sldId="290"/>
            <ac:spMk id="14" creationId="{E4D934A5-ACB0-B972-849F-AE7089B91764}"/>
          </ac:spMkLst>
        </pc:spChg>
        <pc:spChg chg="add mod">
          <ac:chgData name="弘樹 中村" userId="a025bb5ecfdc7ca2" providerId="LiveId" clId="{AC29752E-9633-413F-A998-E9529B1C9327}" dt="2026-09-22T05:45:52.865" v="11879" actId="20577"/>
          <ac:spMkLst>
            <pc:docMk/>
            <pc:sldMk cId="2150834852" sldId="290"/>
            <ac:spMk id="17" creationId="{96404298-4888-CFBD-7A2B-43FDA759AB63}"/>
          </ac:spMkLst>
        </pc:spChg>
        <pc:spChg chg="add mod">
          <ac:chgData name="弘樹 中村" userId="a025bb5ecfdc7ca2" providerId="LiveId" clId="{AC29752E-9633-413F-A998-E9529B1C9327}" dt="2026-09-22T05:46:00.130" v="11891" actId="20577"/>
          <ac:spMkLst>
            <pc:docMk/>
            <pc:sldMk cId="2150834852" sldId="290"/>
            <ac:spMk id="18" creationId="{2EC2D9A0-5A1C-D203-BAF5-5C809B66E77A}"/>
          </ac:spMkLst>
        </pc:spChg>
        <pc:spChg chg="add mod ord">
          <ac:chgData name="弘樹 中村" userId="a025bb5ecfdc7ca2" providerId="LiveId" clId="{AC29752E-9633-413F-A998-E9529B1C9327}" dt="2026-09-22T05:40:25.884" v="11589" actId="14100"/>
          <ac:spMkLst>
            <pc:docMk/>
            <pc:sldMk cId="2150834852" sldId="290"/>
            <ac:spMk id="19" creationId="{821A22CA-8D8A-B4DB-397D-0F817884D3CE}"/>
          </ac:spMkLst>
        </pc:spChg>
        <pc:spChg chg="add mod">
          <ac:chgData name="弘樹 中村" userId="a025bb5ecfdc7ca2" providerId="LiveId" clId="{AC29752E-9633-413F-A998-E9529B1C9327}" dt="2026-09-22T05:48:14.467" v="12170" actId="1036"/>
          <ac:spMkLst>
            <pc:docMk/>
            <pc:sldMk cId="2150834852" sldId="290"/>
            <ac:spMk id="23" creationId="{695483AA-9993-FC66-0A66-A4E6846B17A4}"/>
          </ac:spMkLst>
        </pc:spChg>
        <pc:spChg chg="add mod">
          <ac:chgData name="弘樹 中村" userId="a025bb5ecfdc7ca2" providerId="LiveId" clId="{AC29752E-9633-413F-A998-E9529B1C9327}" dt="2026-09-22T05:50:43.425" v="12197" actId="1035"/>
          <ac:spMkLst>
            <pc:docMk/>
            <pc:sldMk cId="2150834852" sldId="290"/>
            <ac:spMk id="24" creationId="{26609CB6-2E7F-1E9B-1BD6-C0B2D017E0CC}"/>
          </ac:spMkLst>
        </pc:spChg>
        <pc:spChg chg="add mod">
          <ac:chgData name="弘樹 中村" userId="a025bb5ecfdc7ca2" providerId="LiveId" clId="{AC29752E-9633-413F-A998-E9529B1C9327}" dt="2026-09-22T05:52:48.265" v="12338" actId="14100"/>
          <ac:spMkLst>
            <pc:docMk/>
            <pc:sldMk cId="2150834852" sldId="290"/>
            <ac:spMk id="25" creationId="{0B83ED84-8ACF-DDCB-B739-38857A3E92CA}"/>
          </ac:spMkLst>
        </pc:spChg>
        <pc:graphicFrameChg chg="add mod modGraphic">
          <ac:chgData name="弘樹 中村" userId="a025bb5ecfdc7ca2" providerId="LiveId" clId="{AC29752E-9633-413F-A998-E9529B1C9327}" dt="2026-09-22T05:48:14.467" v="12170" actId="1036"/>
          <ac:graphicFrameMkLst>
            <pc:docMk/>
            <pc:sldMk cId="2150834852" sldId="290"/>
            <ac:graphicFrameMk id="22" creationId="{1581EBA4-D67D-ADFA-001C-849D8613C68E}"/>
          </ac:graphicFrameMkLst>
        </pc:graphicFrameChg>
        <pc:cxnChg chg="add mod">
          <ac:chgData name="弘樹 中村" userId="a025bb5ecfdc7ca2" providerId="LiveId" clId="{AC29752E-9633-413F-A998-E9529B1C9327}" dt="2026-09-22T05:36:23.922" v="11227" actId="1076"/>
          <ac:cxnSpMkLst>
            <pc:docMk/>
            <pc:sldMk cId="2150834852" sldId="290"/>
            <ac:cxnSpMk id="8" creationId="{46F3888C-E6B3-346F-1704-F0D396786446}"/>
          </ac:cxnSpMkLst>
        </pc:cxnChg>
        <pc:cxnChg chg="add mod">
          <ac:chgData name="弘樹 中村" userId="a025bb5ecfdc7ca2" providerId="LiveId" clId="{AC29752E-9633-413F-A998-E9529B1C9327}" dt="2026-09-22T05:36:36.364" v="11295" actId="1038"/>
          <ac:cxnSpMkLst>
            <pc:docMk/>
            <pc:sldMk cId="2150834852" sldId="290"/>
            <ac:cxnSpMk id="9" creationId="{76568DA1-A0CE-BF47-AAF2-BB51875D186F}"/>
          </ac:cxnSpMkLst>
        </pc:cxnChg>
        <pc:cxnChg chg="add mod">
          <ac:chgData name="弘樹 中村" userId="a025bb5ecfdc7ca2" providerId="LiveId" clId="{AC29752E-9633-413F-A998-E9529B1C9327}" dt="2026-09-22T05:36:39.671" v="11296" actId="14100"/>
          <ac:cxnSpMkLst>
            <pc:docMk/>
            <pc:sldMk cId="2150834852" sldId="290"/>
            <ac:cxnSpMk id="10" creationId="{40A5C693-62C8-6C8F-F2B9-8A2C83E7B8FD}"/>
          </ac:cxnSpMkLst>
        </pc:cxnChg>
        <pc:cxnChg chg="add mod">
          <ac:chgData name="弘樹 中村" userId="a025bb5ecfdc7ca2" providerId="LiveId" clId="{AC29752E-9633-413F-A998-E9529B1C9327}" dt="2026-09-22T05:50:43.425" v="12197" actId="1035"/>
          <ac:cxnSpMkLst>
            <pc:docMk/>
            <pc:sldMk cId="2150834852" sldId="290"/>
            <ac:cxnSpMk id="11" creationId="{53858058-A809-CF05-928E-B053D468BEB3}"/>
          </ac:cxnSpMkLst>
        </pc:cxnChg>
        <pc:cxnChg chg="add mod">
          <ac:chgData name="弘樹 中村" userId="a025bb5ecfdc7ca2" providerId="LiveId" clId="{AC29752E-9633-413F-A998-E9529B1C9327}" dt="2026-09-22T05:36:53.490" v="11298" actId="571"/>
          <ac:cxnSpMkLst>
            <pc:docMk/>
            <pc:sldMk cId="2150834852" sldId="290"/>
            <ac:cxnSpMk id="15" creationId="{E9288162-0083-0AA1-B53A-12B705BDF81F}"/>
          </ac:cxnSpMkLst>
        </pc:cxnChg>
        <pc:cxnChg chg="add mod">
          <ac:chgData name="弘樹 中村" userId="a025bb5ecfdc7ca2" providerId="LiveId" clId="{AC29752E-9633-413F-A998-E9529B1C9327}" dt="2026-09-22T05:38:17.781" v="11461" actId="14100"/>
          <ac:cxnSpMkLst>
            <pc:docMk/>
            <pc:sldMk cId="2150834852" sldId="290"/>
            <ac:cxnSpMk id="20" creationId="{39535C9E-89EE-1313-2034-63949522BA1F}"/>
          </ac:cxnSpMkLst>
        </pc:cxnChg>
      </pc:sldChg>
      <pc:sldChg chg="addSp delSp modSp add mod">
        <pc:chgData name="弘樹 中村" userId="a025bb5ecfdc7ca2" providerId="LiveId" clId="{AC29752E-9633-413F-A998-E9529B1C9327}" dt="2026-09-22T06:22:32.371" v="13729"/>
        <pc:sldMkLst>
          <pc:docMk/>
          <pc:sldMk cId="782264976" sldId="291"/>
        </pc:sldMkLst>
        <pc:spChg chg="mod">
          <ac:chgData name="弘樹 中村" userId="a025bb5ecfdc7ca2" providerId="LiveId" clId="{AC29752E-9633-413F-A998-E9529B1C9327}" dt="2026-09-22T06:00:51.403" v="12817" actId="20577"/>
          <ac:spMkLst>
            <pc:docMk/>
            <pc:sldMk cId="782264976" sldId="291"/>
            <ac:spMk id="3" creationId="{B66DC7FA-A850-2568-2E55-E3DF90C90307}"/>
          </ac:spMkLst>
        </pc:spChg>
        <pc:spChg chg="mod">
          <ac:chgData name="弘樹 中村" userId="a025bb5ecfdc7ca2" providerId="LiveId" clId="{AC29752E-9633-413F-A998-E9529B1C9327}" dt="2026-09-22T06:22:32.371" v="13729"/>
          <ac:spMkLst>
            <pc:docMk/>
            <pc:sldMk cId="782264976" sldId="291"/>
            <ac:spMk id="4" creationId="{EEFDFACC-187F-30E9-5228-7746A39C8197}"/>
          </ac:spMkLst>
        </pc:spChg>
        <pc:spChg chg="del">
          <ac:chgData name="弘樹 中村" userId="a025bb5ecfdc7ca2" providerId="LiveId" clId="{AC29752E-9633-413F-A998-E9529B1C9327}" dt="2026-09-22T05:53:20.482" v="12339" actId="478"/>
          <ac:spMkLst>
            <pc:docMk/>
            <pc:sldMk cId="782264976" sldId="291"/>
            <ac:spMk id="5" creationId="{39246298-213E-BD88-9BC7-8411CBD4A825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6" creationId="{E8E03064-E23D-938E-F838-759BBEC41C33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7" creationId="{28A82607-7E7E-3A9C-EFA9-F41CC3973F68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12" creationId="{B9D1D169-C714-1DD8-3BB7-3E32BDFCF300}"/>
          </ac:spMkLst>
        </pc:spChg>
        <pc:spChg chg="add mod">
          <ac:chgData name="弘樹 中村" userId="a025bb5ecfdc7ca2" providerId="LiveId" clId="{AC29752E-9633-413F-A998-E9529B1C9327}" dt="2026-09-22T05:56:44.795" v="12386" actId="113"/>
          <ac:spMkLst>
            <pc:docMk/>
            <pc:sldMk cId="782264976" sldId="291"/>
            <ac:spMk id="14" creationId="{CB722705-8CD1-6761-53BD-1159D19CCD47}"/>
          </ac:spMkLst>
        </pc:spChg>
        <pc:spChg chg="add del mod">
          <ac:chgData name="弘樹 中村" userId="a025bb5ecfdc7ca2" providerId="LiveId" clId="{AC29752E-9633-413F-A998-E9529B1C9327}" dt="2026-09-22T05:56:56.267" v="12389" actId="478"/>
          <ac:spMkLst>
            <pc:docMk/>
            <pc:sldMk cId="782264976" sldId="291"/>
            <ac:spMk id="15" creationId="{22FDBA65-7025-DD81-967B-827A2EEB33CD}"/>
          </ac:spMkLst>
        </pc:spChg>
        <pc:spChg chg="add mod">
          <ac:chgData name="弘樹 中村" userId="a025bb5ecfdc7ca2" providerId="LiveId" clId="{AC29752E-9633-413F-A998-E9529B1C9327}" dt="2026-09-22T05:57:31.778" v="12444" actId="1076"/>
          <ac:spMkLst>
            <pc:docMk/>
            <pc:sldMk cId="782264976" sldId="291"/>
            <ac:spMk id="17" creationId="{7DE722DF-2139-F250-765C-E3B80DFFC5A0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19" creationId="{F1D39080-3E87-FE79-932E-67DB0683FF33}"/>
          </ac:spMkLst>
        </pc:spChg>
        <pc:spChg chg="add mod">
          <ac:chgData name="弘樹 中村" userId="a025bb5ecfdc7ca2" providerId="LiveId" clId="{AC29752E-9633-413F-A998-E9529B1C9327}" dt="2026-09-22T06:03:15.359" v="12818" actId="113"/>
          <ac:spMkLst>
            <pc:docMk/>
            <pc:sldMk cId="782264976" sldId="291"/>
            <ac:spMk id="20" creationId="{4DE37293-7FBC-BFE4-D089-B6795C043271}"/>
          </ac:spMkLst>
        </pc:spChg>
        <pc:spChg chg="add mod">
          <ac:chgData name="弘樹 中村" userId="a025bb5ecfdc7ca2" providerId="LiveId" clId="{AC29752E-9633-413F-A998-E9529B1C9327}" dt="2026-09-22T05:57:55.850" v="12471" actId="1076"/>
          <ac:spMkLst>
            <pc:docMk/>
            <pc:sldMk cId="782264976" sldId="291"/>
            <ac:spMk id="21" creationId="{3A4C0241-0BC8-89AC-22DF-F908FB72B437}"/>
          </ac:spMkLst>
        </pc:spChg>
        <pc:spChg chg="add mod">
          <ac:chgData name="弘樹 中村" userId="a025bb5ecfdc7ca2" providerId="LiveId" clId="{AC29752E-9633-413F-A998-E9529B1C9327}" dt="2026-09-22T06:03:19.287" v="12819" actId="113"/>
          <ac:spMkLst>
            <pc:docMk/>
            <pc:sldMk cId="782264976" sldId="291"/>
            <ac:spMk id="24" creationId="{8189D335-AC40-8288-D6F6-7D12545F1C35}"/>
          </ac:spMkLst>
        </pc:spChg>
        <pc:graphicFrameChg chg="add mod">
          <ac:chgData name="弘樹 中村" userId="a025bb5ecfdc7ca2" providerId="LiveId" clId="{AC29752E-9633-413F-A998-E9529B1C9327}" dt="2026-09-22T05:53:20.733" v="12340"/>
          <ac:graphicFrameMkLst>
            <pc:docMk/>
            <pc:sldMk cId="782264976" sldId="291"/>
            <ac:graphicFrameMk id="18" creationId="{05FA198F-1469-14BB-C709-96F280CFE794}"/>
          </ac:graphicFrameMkLst>
        </pc:graphicFrameChg>
        <pc:cxnChg chg="mod">
          <ac:chgData name="弘樹 中村" userId="a025bb5ecfdc7ca2" providerId="LiveId" clId="{AC29752E-9633-413F-A998-E9529B1C9327}" dt="2026-09-22T05:58:50.481" v="12545" actId="1036"/>
          <ac:cxnSpMkLst>
            <pc:docMk/>
            <pc:sldMk cId="782264976" sldId="291"/>
            <ac:cxnSpMk id="11" creationId="{697254AA-EA9E-5B21-6549-5278C654FBAB}"/>
          </ac:cxnSpMkLst>
        </pc:cxnChg>
        <pc:cxnChg chg="add mod">
          <ac:chgData name="弘樹 中村" userId="a025bb5ecfdc7ca2" providerId="LiveId" clId="{AC29752E-9633-413F-A998-E9529B1C9327}" dt="2026-09-22T05:57:48.722" v="12470" actId="14100"/>
          <ac:cxnSpMkLst>
            <pc:docMk/>
            <pc:sldMk cId="782264976" sldId="291"/>
            <ac:cxnSpMk id="22" creationId="{F87CF29E-3D38-8775-7FDC-DDD2066F0D2E}"/>
          </ac:cxnSpMkLst>
        </pc:cxnChg>
      </pc:sldChg>
      <pc:sldChg chg="modSp add">
        <pc:chgData name="弘樹 中村" userId="a025bb5ecfdc7ca2" providerId="LiveId" clId="{AC29752E-9633-413F-A998-E9529B1C9327}" dt="2026-09-22T06:22:37.902" v="13730"/>
        <pc:sldMkLst>
          <pc:docMk/>
          <pc:sldMk cId="1749543985" sldId="292"/>
        </pc:sldMkLst>
        <pc:spChg chg="mod">
          <ac:chgData name="弘樹 中村" userId="a025bb5ecfdc7ca2" providerId="LiveId" clId="{AC29752E-9633-413F-A998-E9529B1C9327}" dt="2026-09-22T06:22:37.902" v="13730"/>
          <ac:spMkLst>
            <pc:docMk/>
            <pc:sldMk cId="1749543985" sldId="292"/>
            <ac:spMk id="4" creationId="{4F50868B-7BE8-38C5-65A4-4B4E106F3F09}"/>
          </ac:spMkLst>
        </pc:spChg>
      </pc:sldChg>
      <pc:sldChg chg="addSp delSp modSp add mod">
        <pc:chgData name="弘樹 中村" userId="a025bb5ecfdc7ca2" providerId="LiveId" clId="{AC29752E-9633-413F-A998-E9529B1C9327}" dt="2026-09-22T06:25:21.739" v="13819" actId="20577"/>
        <pc:sldMkLst>
          <pc:docMk/>
          <pc:sldMk cId="3014831916" sldId="293"/>
        </pc:sldMkLst>
        <pc:spChg chg="mod">
          <ac:chgData name="弘樹 中村" userId="a025bb5ecfdc7ca2" providerId="LiveId" clId="{AC29752E-9633-413F-A998-E9529B1C9327}" dt="2026-09-22T06:25:21.739" v="13819" actId="20577"/>
          <ac:spMkLst>
            <pc:docMk/>
            <pc:sldMk cId="3014831916" sldId="293"/>
            <ac:spMk id="3" creationId="{02B030B6-2F82-3D76-693F-FF8F6A794BDA}"/>
          </ac:spMkLst>
        </pc:spChg>
        <pc:spChg chg="mod">
          <ac:chgData name="弘樹 中村" userId="a025bb5ecfdc7ca2" providerId="LiveId" clId="{AC29752E-9633-413F-A998-E9529B1C9327}" dt="2026-09-22T06:22:41.798" v="13731"/>
          <ac:spMkLst>
            <pc:docMk/>
            <pc:sldMk cId="3014831916" sldId="293"/>
            <ac:spMk id="4" creationId="{3E8F089A-9AB5-5730-0321-D3BD2781FF59}"/>
          </ac:spMkLst>
        </pc:spChg>
        <pc:spChg chg="add mod">
          <ac:chgData name="弘樹 中村" userId="a025bb5ecfdc7ca2" providerId="LiveId" clId="{AC29752E-9633-413F-A998-E9529B1C9327}" dt="2026-09-22T06:11:38.956" v="13124" actId="1076"/>
          <ac:spMkLst>
            <pc:docMk/>
            <pc:sldMk cId="3014831916" sldId="293"/>
            <ac:spMk id="5" creationId="{9B2BF6D6-646A-67EA-AB45-9A685D0AE9ED}"/>
          </ac:spMkLst>
        </pc:spChg>
        <pc:spChg chg="mod">
          <ac:chgData name="弘樹 中村" userId="a025bb5ecfdc7ca2" providerId="LiveId" clId="{AC29752E-9633-413F-A998-E9529B1C9327}" dt="2026-09-22T06:09:54.149" v="12984" actId="1036"/>
          <ac:spMkLst>
            <pc:docMk/>
            <pc:sldMk cId="3014831916" sldId="293"/>
            <ac:spMk id="7" creationId="{0FB4BC16-C126-6F78-EBC6-92C145832CD3}"/>
          </ac:spMkLst>
        </pc:spChg>
        <pc:spChg chg="ord">
          <ac:chgData name="弘樹 中村" userId="a025bb5ecfdc7ca2" providerId="LiveId" clId="{AC29752E-9633-413F-A998-E9529B1C9327}" dt="2026-09-22T06:11:10.365" v="13051" actId="166"/>
          <ac:spMkLst>
            <pc:docMk/>
            <pc:sldMk cId="3014831916" sldId="293"/>
            <ac:spMk id="14" creationId="{EE1A979A-D9EF-1A6C-DE3E-34856F25B295}"/>
          </ac:spMkLst>
        </pc:spChg>
        <pc:spChg chg="add mod">
          <ac:chgData name="弘樹 中村" userId="a025bb5ecfdc7ca2" providerId="LiveId" clId="{AC29752E-9633-413F-A998-E9529B1C9327}" dt="2026-09-22T06:10:34.871" v="13040" actId="20577"/>
          <ac:spMkLst>
            <pc:docMk/>
            <pc:sldMk cId="3014831916" sldId="293"/>
            <ac:spMk id="15" creationId="{24C863A8-358D-F219-2FD8-4EB4FCD111FD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17" creationId="{1BF24439-8ED8-CF3D-5BE2-D0F31C72E601}"/>
          </ac:spMkLst>
        </pc:spChg>
        <pc:spChg chg="del">
          <ac:chgData name="弘樹 中村" userId="a025bb5ecfdc7ca2" providerId="LiveId" clId="{AC29752E-9633-413F-A998-E9529B1C9327}" dt="2026-09-22T06:12:07.878" v="13132" actId="478"/>
          <ac:spMkLst>
            <pc:docMk/>
            <pc:sldMk cId="3014831916" sldId="293"/>
            <ac:spMk id="19" creationId="{DE3F21B4-9C90-14AF-F292-92B1666D8F76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20" creationId="{5ABF4178-710C-51DA-95DF-25E1AE10FB25}"/>
          </ac:spMkLst>
        </pc:spChg>
        <pc:spChg chg="mod">
          <ac:chgData name="弘樹 中村" userId="a025bb5ecfdc7ca2" providerId="LiveId" clId="{AC29752E-9633-413F-A998-E9529B1C9327}" dt="2026-09-22T06:11:27.681" v="13123" actId="20577"/>
          <ac:spMkLst>
            <pc:docMk/>
            <pc:sldMk cId="3014831916" sldId="293"/>
            <ac:spMk id="21" creationId="{727CDF50-827C-F8DA-EA8B-885466EE2D50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24" creationId="{F87A0FD6-24E4-6BDA-AE6E-1D131F44F775}"/>
          </ac:spMkLst>
        </pc:spChg>
        <pc:cxnChg chg="mod">
          <ac:chgData name="弘樹 中村" userId="a025bb5ecfdc7ca2" providerId="LiveId" clId="{AC29752E-9633-413F-A998-E9529B1C9327}" dt="2026-09-22T06:09:54.149" v="12984" actId="1036"/>
          <ac:cxnSpMkLst>
            <pc:docMk/>
            <pc:sldMk cId="3014831916" sldId="293"/>
            <ac:cxnSpMk id="9" creationId="{479B5EC8-48E1-93E3-0E3A-F5ACE8FA021A}"/>
          </ac:cxnSpMkLst>
        </pc:cxnChg>
        <pc:cxnChg chg="mod">
          <ac:chgData name="弘樹 中村" userId="a025bb5ecfdc7ca2" providerId="LiveId" clId="{AC29752E-9633-413F-A998-E9529B1C9327}" dt="2026-09-22T06:10:44.192" v="13041" actId="14100"/>
          <ac:cxnSpMkLst>
            <pc:docMk/>
            <pc:sldMk cId="3014831916" sldId="293"/>
            <ac:cxnSpMk id="10" creationId="{13CD9B52-4D27-9218-98BD-560392B30835}"/>
          </ac:cxnSpMkLst>
        </pc:cxnChg>
        <pc:cxnChg chg="mod">
          <ac:chgData name="弘樹 中村" userId="a025bb5ecfdc7ca2" providerId="LiveId" clId="{AC29752E-9633-413F-A998-E9529B1C9327}" dt="2026-09-22T06:10:08.657" v="13035" actId="1036"/>
          <ac:cxnSpMkLst>
            <pc:docMk/>
            <pc:sldMk cId="3014831916" sldId="293"/>
            <ac:cxnSpMk id="11" creationId="{FB276DBC-CCA3-20EB-205E-D2CAF72440B5}"/>
          </ac:cxnSpMkLst>
        </pc:cxnChg>
        <pc:cxnChg chg="mod">
          <ac:chgData name="弘樹 中村" userId="a025bb5ecfdc7ca2" providerId="LiveId" clId="{AC29752E-9633-413F-A998-E9529B1C9327}" dt="2026-09-22T06:09:59.683" v="13011" actId="1036"/>
          <ac:cxnSpMkLst>
            <pc:docMk/>
            <pc:sldMk cId="3014831916" sldId="293"/>
            <ac:cxnSpMk id="16" creationId="{8376B734-BE36-355B-3240-CA9B93472A13}"/>
          </ac:cxnSpMkLst>
        </pc:cxnChg>
        <pc:cxnChg chg="mod">
          <ac:chgData name="弘樹 中村" userId="a025bb5ecfdc7ca2" providerId="LiveId" clId="{AC29752E-9633-413F-A998-E9529B1C9327}" dt="2026-09-22T06:09:59.683" v="13011" actId="1036"/>
          <ac:cxnSpMkLst>
            <pc:docMk/>
            <pc:sldMk cId="3014831916" sldId="293"/>
            <ac:cxnSpMk id="22" creationId="{A137211D-22A6-9107-F8EC-F641481C2453}"/>
          </ac:cxnSpMkLst>
        </pc:cxnChg>
        <pc:cxnChg chg="add mod">
          <ac:chgData name="弘樹 中村" userId="a025bb5ecfdc7ca2" providerId="LiveId" clId="{AC29752E-9633-413F-A998-E9529B1C9327}" dt="2026-09-22T06:10:58.180" v="13047" actId="14100"/>
          <ac:cxnSpMkLst>
            <pc:docMk/>
            <pc:sldMk cId="3014831916" sldId="293"/>
            <ac:cxnSpMk id="25" creationId="{AAFC654C-13A2-0A16-E9E9-C04FE7CDA543}"/>
          </ac:cxnSpMkLst>
        </pc:cxnChg>
        <pc:cxnChg chg="add mod">
          <ac:chgData name="弘樹 中村" userId="a025bb5ecfdc7ca2" providerId="LiveId" clId="{AC29752E-9633-413F-A998-E9529B1C9327}" dt="2026-09-22T06:11:54.369" v="13128" actId="14100"/>
          <ac:cxnSpMkLst>
            <pc:docMk/>
            <pc:sldMk cId="3014831916" sldId="293"/>
            <ac:cxnSpMk id="28" creationId="{CEA932BB-52DE-3AD7-5D56-283FF5BCC42F}"/>
          </ac:cxnSpMkLst>
        </pc:cxnChg>
        <pc:cxnChg chg="add mod">
          <ac:chgData name="弘樹 中村" userId="a025bb5ecfdc7ca2" providerId="LiveId" clId="{AC29752E-9633-413F-A998-E9529B1C9327}" dt="2026-09-22T06:12:03.042" v="13131" actId="14100"/>
          <ac:cxnSpMkLst>
            <pc:docMk/>
            <pc:sldMk cId="3014831916" sldId="293"/>
            <ac:cxnSpMk id="31" creationId="{ED0E1DF1-94B6-4E48-6D5A-95A613F7476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B7DE-1E5A-4305-9142-073AE95535E4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C96E3-DBCF-4A34-BB50-88EC1A13D7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43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C96E3-DBCF-4A34-BB50-88EC1A13D72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015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CB974-6965-3B05-22C5-D7ABD8B6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E1E01-BBD1-8D09-DD42-3B267486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1568C-6E3F-DDC4-62FD-3B38E97B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9" name="タイトル プレースホルダー 1">
            <a:extLst>
              <a:ext uri="{FF2B5EF4-FFF2-40B4-BE49-F238E27FC236}">
                <a16:creationId xmlns:a16="http://schemas.microsoft.com/office/drawing/2014/main" id="{F5448BF9-421D-682B-97F0-3386334EF2B4}"/>
              </a:ext>
            </a:extLst>
          </p:cNvPr>
          <p:cNvSpPr txBox="1">
            <a:spLocks/>
          </p:cNvSpPr>
          <p:nvPr userDrawn="1"/>
        </p:nvSpPr>
        <p:spPr>
          <a:xfrm>
            <a:off x="355600" y="981078"/>
            <a:ext cx="11506200" cy="606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271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E96987-1474-034D-4B91-DA1366DB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3E1FDD-ACA4-AA64-0A41-20B5F418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EF6310-7943-3617-498B-10AAE18E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30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AD362-CCE4-0138-34C0-74808599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52A03E-16D7-EB7B-A856-B6C41470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B607D9-BE18-1CA4-2567-38A4D665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D6161D-3BA0-12A7-EDDD-84AF39D5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109196-30B9-3BA9-7378-2B646B14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2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E107B-94EB-CA6A-9434-B517B788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91A68D-D644-05F1-EC2B-B435C0797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769D75-4D40-B663-63B0-062F751EB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6C5320-846E-46F4-F02F-89FEE981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B90F69-439E-906B-F6F2-6A175E62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91C6E-E0CA-6F0E-E004-87E58414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93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51B5D0-3CE0-0809-87A5-67D6A63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E82A07-D943-14BC-1DA5-7577411A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0DF91F-8EAE-3475-4135-E993288E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46EA62-CEEC-99A6-4959-1D70A6BD2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3D2A83-8D3E-F815-6FB1-28DB99F6E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F72EAB-3580-B0A9-91CC-117290E0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72CF3B-0559-E47E-AFDF-D07C78B9C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03BBED3-5D9B-D2D0-0CB8-B479204C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42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7FFFF-1F39-F244-C20B-95FFFA0D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69DAD91-03CE-A711-F26A-D2035B00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176CE3-533A-EA58-4674-9C7B7CC9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837AAD-12CA-E083-138A-4A446729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3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FF35215-C192-AB02-9DBE-F70BF57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4F8E8A-76A5-72AE-9C33-55F23040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228C80-18E8-EB4A-6D72-36233AE4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23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4395B-9EC9-F820-B6CF-BDC7B061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254441-A095-775A-11FA-4ECA6B86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52438A-77AE-9D95-5ADE-1810E0614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C934D5-B163-194D-5902-93612378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EB49EA-18A0-8C85-FC81-E4742813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BE151B-A72F-FEE7-80E0-78907CC6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45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076550-EE61-3F6E-6846-A405F874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C75BD5-9055-E6D2-9EB8-9FA6CC8B9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7205C2-0F37-154A-EF89-87DA9DD2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20F01C-9045-C0AC-2C65-9645DD15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296708-5A4D-F288-6864-C5C6AFA9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3568F7-0F73-AF47-9559-56364FCC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097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0A875-B467-4AE7-8320-8366CE1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AE5161-F73D-6300-C77B-00B908062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D1774-5BD4-022E-280B-F07918F2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FDD860-79BF-83F7-41CE-6BE0EEAE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3EE30-B4B0-6F12-CBEE-7ADE4718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29DAA8-8FD8-C24F-2BA1-E47ADE21F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A1B9A7-0AB5-59E1-EEE0-A426399EA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46EDEC-6654-0C01-8323-D872787F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AA2A5E-461D-D277-74B4-F7DAA987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CF1EB9-728C-F7DD-4813-E76D8E66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96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C2996E-F3C1-B5E7-8B83-027DA8B9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3E46F3-7EDF-6B23-ED04-7DBB49F4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9AA5DB-07EC-165B-50EE-33369E576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B6A4E-7C34-4A40-8B61-BB0C6AAC2A27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4261CF-F9A8-A78C-E381-D8BAF390D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E0BC9-A1C9-5BBF-44A0-F664E1A5C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79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hyo.jp/book/2024/978-4-297-14571-2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gihyo.jp/book/2010/978-4-7741-4204-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reilly.co.jp/books/978487311686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DBC31ED-067E-28C0-BF64-3410795368BC}"/>
              </a:ext>
            </a:extLst>
          </p:cNvPr>
          <p:cNvGrpSpPr/>
          <p:nvPr/>
        </p:nvGrpSpPr>
        <p:grpSpPr>
          <a:xfrm>
            <a:off x="1053170" y="1257300"/>
            <a:ext cx="7925730" cy="4296318"/>
            <a:chOff x="1103970" y="596900"/>
            <a:chExt cx="7176430" cy="413121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F2902F8-F03B-98EE-0E63-39A5D1BB8DF8}"/>
                </a:ext>
              </a:extLst>
            </p:cNvPr>
            <p:cNvSpPr/>
            <p:nvPr userDrawn="1"/>
          </p:nvSpPr>
          <p:spPr>
            <a:xfrm>
              <a:off x="1103970" y="2018371"/>
              <a:ext cx="7176430" cy="270974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IT</a:t>
              </a:r>
              <a:r>
                <a:rPr lang="ja-JP" altLang="en-US" sz="2400" dirty="0">
                  <a:solidFill>
                    <a:schemeClr val="tx1">
                      <a:lumMod val="75000"/>
                    </a:schemeClr>
                  </a:solidFill>
                </a:rPr>
                <a:t>勉強会</a:t>
              </a:r>
              <a:endParaRPr kumimoji="1" lang="en-US" altLang="ja-JP" sz="2400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kumimoji="1" lang="ja-JP" altLang="en-US" sz="3600" b="1" dirty="0">
                  <a:solidFill>
                    <a:schemeClr val="tx1">
                      <a:lumMod val="75000"/>
                    </a:schemeClr>
                  </a:solidFill>
                </a:rPr>
                <a:t>「私」は「私」であることをどう証明するか</a:t>
              </a:r>
              <a:endParaRPr kumimoji="1" lang="en-US" altLang="ja-JP" sz="3600" b="1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en-US" altLang="ja-JP" sz="3600" b="1" dirty="0">
                  <a:solidFill>
                    <a:schemeClr val="tx1">
                      <a:lumMod val="75000"/>
                    </a:schemeClr>
                  </a:solidFill>
                </a:rPr>
                <a:t>【</a:t>
              </a:r>
              <a:r>
                <a:rPr lang="ja-JP" altLang="en-US" sz="3600" b="1" dirty="0">
                  <a:solidFill>
                    <a:schemeClr val="tx1">
                      <a:lumMod val="75000"/>
                    </a:schemeClr>
                  </a:solidFill>
                </a:rPr>
                <a:t>セッション方式編</a:t>
              </a:r>
              <a:r>
                <a:rPr lang="en-US" altLang="ja-JP" sz="3600" b="1" dirty="0">
                  <a:solidFill>
                    <a:schemeClr val="tx1">
                      <a:lumMod val="75000"/>
                    </a:schemeClr>
                  </a:solidFill>
                </a:rPr>
                <a:t>】</a:t>
              </a:r>
              <a:endParaRPr kumimoji="1" lang="en-US" altLang="ja-JP" sz="3600" b="1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kumimoji="1" lang="en-US" altLang="ja-JP" b="1" dirty="0">
                  <a:solidFill>
                    <a:schemeClr val="tx1">
                      <a:lumMod val="75000"/>
                    </a:schemeClr>
                  </a:solidFill>
                </a:rPr>
                <a:t>~~</a:t>
              </a:r>
              <a:r>
                <a:rPr kumimoji="1" lang="ja-JP" altLang="en-US" b="1" dirty="0">
                  <a:solidFill>
                    <a:schemeClr val="tx1">
                      <a:lumMod val="75000"/>
                    </a:schemeClr>
                  </a:solidFill>
                </a:rPr>
                <a:t>哲学じゃないよ</a:t>
              </a:r>
              <a:r>
                <a:rPr kumimoji="1" lang="en-US" altLang="ja-JP" b="1" dirty="0">
                  <a:solidFill>
                    <a:schemeClr val="tx1">
                      <a:lumMod val="75000"/>
                    </a:schemeClr>
                  </a:solidFill>
                </a:rPr>
                <a:t>~~</a:t>
              </a:r>
            </a:p>
            <a:p>
              <a:pPr algn="l"/>
              <a:r>
                <a:rPr lang="ja-JP" altLang="en-US" sz="2400" dirty="0">
                  <a:solidFill>
                    <a:schemeClr val="tx1">
                      <a:lumMod val="75000"/>
                    </a:schemeClr>
                  </a:solidFill>
                </a:rPr>
                <a:t>ナカムラ ヒロキ</a:t>
              </a:r>
              <a:endParaRPr kumimoji="1" lang="en-US" altLang="ja-JP" sz="2400" b="0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2026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年</a:t>
              </a:r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09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月</a:t>
              </a:r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23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日</a:t>
              </a:r>
            </a:p>
          </p:txBody>
        </p:sp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40983595-4389-6DBC-4C66-952AD4CFA6D5}"/>
                </a:ext>
              </a:extLst>
            </p:cNvPr>
            <p:cNvSpPr/>
            <p:nvPr userDrawn="1"/>
          </p:nvSpPr>
          <p:spPr>
            <a:xfrm>
              <a:off x="1104899" y="596900"/>
              <a:ext cx="7175483" cy="1422400"/>
            </a:xfrm>
            <a:prstGeom prst="triangle">
              <a:avLst>
                <a:gd name="adj" fmla="val 10000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206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A6939-426B-4FB5-1811-E120EE5ED7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522414"/>
            <a:ext cx="11517355" cy="600075"/>
          </a:xfrm>
        </p:spPr>
        <p:txBody>
          <a:bodyPr anchor="t" anchorCtr="0">
            <a:normAutofit/>
          </a:bodyPr>
          <a:lstStyle/>
          <a:p>
            <a:r>
              <a:rPr kumimoji="1" lang="ja-JP" altLang="en-US" sz="3600" dirty="0"/>
              <a:t>目次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D0D4A61-9C4A-4BF6-85EA-EC962F3F3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393181"/>
              </p:ext>
            </p:extLst>
          </p:nvPr>
        </p:nvGraphicFramePr>
        <p:xfrm>
          <a:off x="323687" y="1276608"/>
          <a:ext cx="11530057" cy="46721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3113">
                  <a:extLst>
                    <a:ext uri="{9D8B030D-6E8A-4147-A177-3AD203B41FA5}">
                      <a16:colId xmlns:a16="http://schemas.microsoft.com/office/drawing/2014/main" val="851819213"/>
                    </a:ext>
                  </a:extLst>
                </a:gridCol>
                <a:gridCol w="3289069">
                  <a:extLst>
                    <a:ext uri="{9D8B030D-6E8A-4147-A177-3AD203B41FA5}">
                      <a16:colId xmlns:a16="http://schemas.microsoft.com/office/drawing/2014/main" val="618744104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952234859"/>
                    </a:ext>
                  </a:extLst>
                </a:gridCol>
                <a:gridCol w="2102915">
                  <a:extLst>
                    <a:ext uri="{9D8B030D-6E8A-4147-A177-3AD203B41FA5}">
                      <a16:colId xmlns:a16="http://schemas.microsoft.com/office/drawing/2014/main" val="2162630281"/>
                    </a:ext>
                  </a:extLst>
                </a:gridCol>
              </a:tblGrid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#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備考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886788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HTTP</a:t>
                      </a:r>
                      <a:r>
                        <a:rPr kumimoji="1" lang="ja-JP" altLang="en-US" dirty="0"/>
                        <a:t>の</a:t>
                      </a:r>
                      <a:r>
                        <a:rPr kumimoji="1" lang="en-US" altLang="ja-JP" dirty="0"/>
                        <a:t>Request/Response</a:t>
                      </a:r>
                      <a:r>
                        <a:rPr kumimoji="1" lang="ja-JP" altLang="en-US" dirty="0"/>
                        <a:t>用いた通信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Web</a:t>
                      </a:r>
                      <a:r>
                        <a:rPr kumimoji="1" lang="ja-JP" altLang="en-US" dirty="0"/>
                        <a:t>で通信を実現するためのプロトコルである</a:t>
                      </a:r>
                      <a:r>
                        <a:rPr kumimoji="1" lang="en-US" altLang="ja-JP" dirty="0"/>
                        <a:t>HTTP</a:t>
                      </a:r>
                      <a:r>
                        <a:rPr kumimoji="1" lang="ja-JP" altLang="en-US" dirty="0"/>
                        <a:t>の概要について説明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794718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REST</a:t>
                      </a:r>
                      <a:r>
                        <a:rPr kumimoji="1" lang="ja-JP" altLang="en-US" dirty="0"/>
                        <a:t>原則について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HTTP</a:t>
                      </a:r>
                      <a:r>
                        <a:rPr kumimoji="1" lang="ja-JP" altLang="en-US" dirty="0"/>
                        <a:t>等を使用して、 </a:t>
                      </a:r>
                      <a:r>
                        <a:rPr kumimoji="1" lang="en-US" altLang="ja-JP" dirty="0"/>
                        <a:t>Web API</a:t>
                      </a:r>
                      <a:r>
                        <a:rPr kumimoji="1" lang="ja-JP" altLang="en-US" dirty="0"/>
                        <a:t>を設計するための設計思想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アーキテクチャである</a:t>
                      </a:r>
                      <a:r>
                        <a:rPr kumimoji="1" lang="en-US" altLang="ja-JP" dirty="0"/>
                        <a:t>REST</a:t>
                      </a:r>
                      <a:r>
                        <a:rPr kumimoji="1" lang="ja-JP" altLang="en-US" dirty="0"/>
                        <a:t>について説明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24123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ステートレスな世界でどのように認証をするか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REST</a:t>
                      </a:r>
                      <a:r>
                        <a:rPr kumimoji="1" lang="ja-JP" altLang="en-US" dirty="0"/>
                        <a:t>アーキテクチャに従った場合の、「認証」における問題点を説明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56711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セッションを用いた認証方式</a:t>
                      </a:r>
                      <a:endParaRPr kumimoji="1" lang="en-US" altLang="ja-JP" dirty="0"/>
                    </a:p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認証における問題解決手法としての「セッション」について説明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696075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参考文献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560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08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2C1743-B1DF-1311-D64E-194A38B34837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1FC88A8E-53F0-B469-5D52-051622F0ECDE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Web</a:t>
            </a:r>
            <a:r>
              <a:rPr lang="ja-JP" altLang="en-US" sz="2800" dirty="0"/>
              <a:t>アプリケーションの前提である</a:t>
            </a:r>
            <a:r>
              <a:rPr lang="en-US" altLang="ja-JP" sz="2800" dirty="0"/>
              <a:t>HTTP</a:t>
            </a:r>
            <a:r>
              <a:rPr lang="ja-JP" altLang="en-US" sz="2800" dirty="0"/>
              <a:t>通信は、クライアント</a:t>
            </a:r>
            <a:r>
              <a:rPr lang="en-US" altLang="ja-JP" sz="2800" dirty="0"/>
              <a:t>/</a:t>
            </a:r>
            <a:r>
              <a:rPr lang="ja-JP" altLang="en-US" sz="2800" dirty="0"/>
              <a:t>サーバ間の</a:t>
            </a:r>
            <a:r>
              <a:rPr lang="en-US" altLang="ja-JP" sz="2800" dirty="0" err="1"/>
              <a:t>Requesut</a:t>
            </a:r>
            <a:r>
              <a:rPr lang="en-US" altLang="ja-JP" sz="2800" dirty="0"/>
              <a:t>/Response</a:t>
            </a:r>
            <a:r>
              <a:rPr lang="ja-JP" altLang="en-US" sz="2800" dirty="0"/>
              <a:t>のやりとりにより実現されている。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06678DD-E9B8-0DA4-574D-12FF7A1F77B0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HTTP</a:t>
            </a:r>
            <a:r>
              <a:rPr lang="ja-JP" altLang="en-US" dirty="0"/>
              <a:t>の</a:t>
            </a:r>
            <a:r>
              <a:rPr lang="en-US" altLang="ja-JP" dirty="0"/>
              <a:t>Request/Response</a:t>
            </a:r>
            <a:r>
              <a:rPr lang="ja-JP" altLang="en-US" dirty="0"/>
              <a:t>用いた通信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E52F2F8-FEA6-8958-C517-366E3870677A}"/>
              </a:ext>
            </a:extLst>
          </p:cNvPr>
          <p:cNvSpPr/>
          <p:nvPr/>
        </p:nvSpPr>
        <p:spPr>
          <a:xfrm>
            <a:off x="2483657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8C84A8BB-14A1-4DE2-71F9-8A8C35F5F37C}"/>
              </a:ext>
            </a:extLst>
          </p:cNvPr>
          <p:cNvSpPr/>
          <p:nvPr/>
        </p:nvSpPr>
        <p:spPr>
          <a:xfrm>
            <a:off x="822037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391A426-E034-766D-594C-938868E1B2D2}"/>
              </a:ext>
            </a:extLst>
          </p:cNvPr>
          <p:cNvCxnSpPr>
            <a:stCxn id="6" idx="2"/>
          </p:cNvCxnSpPr>
          <p:nvPr/>
        </p:nvCxnSpPr>
        <p:spPr>
          <a:xfrm>
            <a:off x="3443777" y="353290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A23FDF2-D332-E21B-F669-D82EA0AEA520}"/>
              </a:ext>
            </a:extLst>
          </p:cNvPr>
          <p:cNvCxnSpPr>
            <a:stCxn id="7" idx="2"/>
          </p:cNvCxnSpPr>
          <p:nvPr/>
        </p:nvCxnSpPr>
        <p:spPr>
          <a:xfrm>
            <a:off x="9180490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839DE9A-7CFA-992A-E429-51663C2B4C91}"/>
              </a:ext>
            </a:extLst>
          </p:cNvPr>
          <p:cNvCxnSpPr>
            <a:cxnSpLocks/>
          </p:cNvCxnSpPr>
          <p:nvPr/>
        </p:nvCxnSpPr>
        <p:spPr>
          <a:xfrm>
            <a:off x="3443777" y="4169229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D28A4B4-62CE-9870-45CE-3A6E97EED7CA}"/>
              </a:ext>
            </a:extLst>
          </p:cNvPr>
          <p:cNvCxnSpPr>
            <a:cxnSpLocks/>
          </p:cNvCxnSpPr>
          <p:nvPr/>
        </p:nvCxnSpPr>
        <p:spPr>
          <a:xfrm flipH="1">
            <a:off x="3443777" y="6008914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B041F37-08C5-5A5F-23DF-01B6D1BBA230}"/>
              </a:ext>
            </a:extLst>
          </p:cNvPr>
          <p:cNvSpPr txBox="1"/>
          <p:nvPr/>
        </p:nvSpPr>
        <p:spPr>
          <a:xfrm>
            <a:off x="3780443" y="3634536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</a:t>
            </a:r>
            <a:r>
              <a:rPr kumimoji="1" lang="en-US" altLang="ja-JP" sz="1200" dirty="0" err="1"/>
              <a:t>mypage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FF81FF-D944-3B1D-6D7E-0FB4BC556B35}"/>
              </a:ext>
            </a:extLst>
          </p:cNvPr>
          <p:cNvSpPr txBox="1"/>
          <p:nvPr/>
        </p:nvSpPr>
        <p:spPr>
          <a:xfrm>
            <a:off x="7698780" y="6088754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200 OK</a:t>
            </a:r>
          </a:p>
          <a:p>
            <a:r>
              <a:rPr kumimoji="1" lang="en-US" altLang="ja-JP" sz="1200" dirty="0"/>
              <a:t>~</a:t>
            </a:r>
            <a:r>
              <a:rPr kumimoji="1" lang="en-US" altLang="ja-JP" sz="1200" dirty="0" err="1"/>
              <a:t>mypage</a:t>
            </a:r>
            <a:r>
              <a:rPr kumimoji="1" lang="ja-JP" altLang="en-US" sz="1200" dirty="0"/>
              <a:t>の内容</a:t>
            </a:r>
            <a:r>
              <a:rPr kumimoji="1" lang="en-US" altLang="ja-JP" sz="1200" dirty="0"/>
              <a:t>~</a:t>
            </a:r>
            <a:endParaRPr kumimoji="1" lang="ja-JP" altLang="en-US" sz="1200" dirty="0"/>
          </a:p>
        </p:txBody>
      </p:sp>
      <p:sp>
        <p:nvSpPr>
          <p:cNvPr id="20" name="スマイル 19">
            <a:extLst>
              <a:ext uri="{FF2B5EF4-FFF2-40B4-BE49-F238E27FC236}">
                <a16:creationId xmlns:a16="http://schemas.microsoft.com/office/drawing/2014/main" id="{35A12D5A-DEAE-E19A-A3DF-161336E6C54E}"/>
              </a:ext>
            </a:extLst>
          </p:cNvPr>
          <p:cNvSpPr/>
          <p:nvPr/>
        </p:nvSpPr>
        <p:spPr>
          <a:xfrm>
            <a:off x="856212" y="4774869"/>
            <a:ext cx="636121" cy="56902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処理 20">
            <a:extLst>
              <a:ext uri="{FF2B5EF4-FFF2-40B4-BE49-F238E27FC236}">
                <a16:creationId xmlns:a16="http://schemas.microsoft.com/office/drawing/2014/main" id="{6986AAC5-063F-B88F-68ED-7B808E41A5CE}"/>
              </a:ext>
            </a:extLst>
          </p:cNvPr>
          <p:cNvSpPr/>
          <p:nvPr/>
        </p:nvSpPr>
        <p:spPr>
          <a:xfrm>
            <a:off x="330661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ユーザ</a:t>
            </a:r>
          </a:p>
        </p:txBody>
      </p:sp>
      <p:sp>
        <p:nvSpPr>
          <p:cNvPr id="22" name="吹き出し: 円形 21">
            <a:extLst>
              <a:ext uri="{FF2B5EF4-FFF2-40B4-BE49-F238E27FC236}">
                <a16:creationId xmlns:a16="http://schemas.microsoft.com/office/drawing/2014/main" id="{0A9571F0-16D6-38CF-005D-CBAEBF56F0C7}"/>
              </a:ext>
            </a:extLst>
          </p:cNvPr>
          <p:cNvSpPr/>
          <p:nvPr/>
        </p:nvSpPr>
        <p:spPr>
          <a:xfrm>
            <a:off x="462906" y="3865368"/>
            <a:ext cx="1655749" cy="74814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Mypage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の情報が欲しい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09CDDBA-EB9D-721C-AAA4-4BB4D844757B}"/>
              </a:ext>
            </a:extLst>
          </p:cNvPr>
          <p:cNvCxnSpPr>
            <a:stCxn id="20" idx="6"/>
          </p:cNvCxnSpPr>
          <p:nvPr/>
        </p:nvCxnSpPr>
        <p:spPr>
          <a:xfrm flipV="1">
            <a:off x="1492333" y="3532907"/>
            <a:ext cx="1708068" cy="152647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10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9E49-16AA-B386-CB46-453EDD94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DE8B74A-67A6-3D66-5885-8AC79DAFFAFF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E33BEC69-8346-494B-26E5-2E7AB591E50D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HTTP</a:t>
            </a:r>
            <a:r>
              <a:rPr lang="ja-JP" altLang="en-US" sz="2800" dirty="0"/>
              <a:t>の仕組みを活用した</a:t>
            </a:r>
            <a:r>
              <a:rPr lang="en-US" altLang="ja-JP" sz="2800" dirty="0"/>
              <a:t>API</a:t>
            </a:r>
            <a:r>
              <a:rPr lang="ja-JP" altLang="en-US" sz="2800" dirty="0"/>
              <a:t>を効率的に設計する思想として、</a:t>
            </a:r>
            <a:r>
              <a:rPr lang="en-US" altLang="ja-JP" sz="2800" dirty="0"/>
              <a:t>REST</a:t>
            </a:r>
            <a:r>
              <a:rPr lang="ja-JP" altLang="en-US" sz="2800" dirty="0"/>
              <a:t>原則がある。</a:t>
            </a:r>
            <a:r>
              <a:rPr lang="en-US" altLang="ja-JP" sz="2800" dirty="0"/>
              <a:t>6</a:t>
            </a:r>
            <a:r>
              <a:rPr lang="ja-JP" altLang="en-US" sz="2800" dirty="0"/>
              <a:t>つの代表的な考え方があるが、今回注目するのは「ステートレス」。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6B589A77-169E-8219-B79D-4BA1132C742D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REST</a:t>
            </a:r>
            <a:r>
              <a:rPr lang="ja-JP" altLang="en-US" dirty="0"/>
              <a:t>原則について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28B2D920-5E7C-0833-4CDF-5089325C34A6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EA3FC4D-F1C1-906B-2E09-BE359E501C57}"/>
              </a:ext>
            </a:extLst>
          </p:cNvPr>
          <p:cNvSpPr/>
          <p:nvPr/>
        </p:nvSpPr>
        <p:spPr>
          <a:xfrm>
            <a:off x="490450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1.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/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サーバの分離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531EC00-34F7-BED3-2EEE-85579BC7650B}"/>
              </a:ext>
            </a:extLst>
          </p:cNvPr>
          <p:cNvSpPr/>
          <p:nvPr/>
        </p:nvSpPr>
        <p:spPr>
          <a:xfrm>
            <a:off x="490450" y="4786049"/>
            <a:ext cx="2942706" cy="138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75000"/>
                  </a:schemeClr>
                </a:solidFill>
              </a:rPr>
              <a:t>2.</a:t>
            </a:r>
            <a:r>
              <a:rPr kumimoji="1" lang="ja-JP" altLang="en-US" b="1" dirty="0">
                <a:solidFill>
                  <a:schemeClr val="tx1">
                    <a:lumMod val="75000"/>
                  </a:schemeClr>
                </a:solidFill>
              </a:rPr>
              <a:t>ステートレス</a:t>
            </a:r>
            <a:endParaRPr kumimoji="1" lang="en-US" altLang="ja-JP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以前のリクエストの</a:t>
            </a:r>
            <a:br>
              <a:rPr lang="en-US" altLang="ja-JP" sz="16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情報を保持しない</a:t>
            </a:r>
            <a:endParaRPr kumimoji="1" lang="en-US" altLang="ja-JP" sz="16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各リクエスト同士は</a:t>
            </a:r>
            <a:br>
              <a:rPr lang="en-US" altLang="ja-JP" sz="16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依存しない</a:t>
            </a:r>
            <a:endParaRPr kumimoji="1" lang="ja-JP" altLang="en-US" sz="16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8973BE6-A2A5-9DC0-E957-360C828FBE5C}"/>
              </a:ext>
            </a:extLst>
          </p:cNvPr>
          <p:cNvSpPr/>
          <p:nvPr/>
        </p:nvSpPr>
        <p:spPr>
          <a:xfrm>
            <a:off x="4624647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3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リソース指向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URL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で対象のリソースを指定し、メソッドで動作を指定する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FCC747A-3A82-DC29-06DF-49097B665003}"/>
              </a:ext>
            </a:extLst>
          </p:cNvPr>
          <p:cNvSpPr/>
          <p:nvPr/>
        </p:nvSpPr>
        <p:spPr>
          <a:xfrm>
            <a:off x="4624647" y="4786049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4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統一的な</a:t>
            </a:r>
            <a:b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</a:b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インターフェース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HTTP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メソッド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(GET,POST…)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を意味に沿って使う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46B711A-C2B8-20E8-A4CA-A292CAF687EB}"/>
              </a:ext>
            </a:extLst>
          </p:cNvPr>
          <p:cNvSpPr/>
          <p:nvPr/>
        </p:nvSpPr>
        <p:spPr>
          <a:xfrm>
            <a:off x="8465127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5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キャッシュ可能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レスポンスをキャッシュできるか明確にする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33F7728-1DF7-F1D3-F431-C6653A105564}"/>
              </a:ext>
            </a:extLst>
          </p:cNvPr>
          <p:cNvSpPr/>
          <p:nvPr/>
        </p:nvSpPr>
        <p:spPr>
          <a:xfrm>
            <a:off x="8465127" y="4786049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6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階層化システム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クライアントから見て、目的を達成するまでが隠ぺいされている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41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3C4D-BB62-C110-D1B1-4474BFA1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E002B68-1E1C-8265-BEED-007BD68C8912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F8C563CA-E57D-C0C6-1466-ACA0840174A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ステートレスのメリットは、スケールアウトやシステムを単純にしやすいこと。ステートレスでない場合、前回アクセスしたサーバによって実施できる処理が変動してしまう。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293E3649-83F3-03C4-3158-A8A8B604AF55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ステートレスな世界でどのように認証をするか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14419FD8-BCBB-8A31-48C4-93912E7B7728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もしも、「ステートレス」でない場合、サーバごとに実行できる処理が変動し、スケールアウトが難しくなる</a:t>
            </a: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1891AD0-462B-2C92-F1D5-CC03BD9213AA}"/>
              </a:ext>
            </a:extLst>
          </p:cNvPr>
          <p:cNvSpPr/>
          <p:nvPr/>
        </p:nvSpPr>
        <p:spPr>
          <a:xfrm>
            <a:off x="2483657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55445CB6-A213-1547-C570-BF35E589DC11}"/>
              </a:ext>
            </a:extLst>
          </p:cNvPr>
          <p:cNvSpPr/>
          <p:nvPr/>
        </p:nvSpPr>
        <p:spPr>
          <a:xfrm>
            <a:off x="822037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7028C9-9963-5D38-5B47-26ABCA0EA082}"/>
              </a:ext>
            </a:extLst>
          </p:cNvPr>
          <p:cNvCxnSpPr>
            <a:stCxn id="6" idx="2"/>
          </p:cNvCxnSpPr>
          <p:nvPr/>
        </p:nvCxnSpPr>
        <p:spPr>
          <a:xfrm>
            <a:off x="3443777" y="353290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43E6633-A60C-6934-495C-CD87D2A4D571}"/>
              </a:ext>
            </a:extLst>
          </p:cNvPr>
          <p:cNvCxnSpPr>
            <a:stCxn id="7" idx="2"/>
          </p:cNvCxnSpPr>
          <p:nvPr/>
        </p:nvCxnSpPr>
        <p:spPr>
          <a:xfrm>
            <a:off x="9180490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2E5E6A0-9977-A070-E130-D73372256906}"/>
              </a:ext>
            </a:extLst>
          </p:cNvPr>
          <p:cNvCxnSpPr>
            <a:cxnSpLocks/>
          </p:cNvCxnSpPr>
          <p:nvPr/>
        </p:nvCxnSpPr>
        <p:spPr>
          <a:xfrm>
            <a:off x="3443777" y="4169229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8812EC3-DA2A-C7DA-67AF-655A9EADB92C}"/>
              </a:ext>
            </a:extLst>
          </p:cNvPr>
          <p:cNvCxnSpPr>
            <a:cxnSpLocks/>
          </p:cNvCxnSpPr>
          <p:nvPr/>
        </p:nvCxnSpPr>
        <p:spPr>
          <a:xfrm flipH="1">
            <a:off x="3443777" y="4629001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3B31F8B-A4A8-0B04-C3C3-AA5F2590D458}"/>
              </a:ext>
            </a:extLst>
          </p:cNvPr>
          <p:cNvSpPr txBox="1"/>
          <p:nvPr/>
        </p:nvSpPr>
        <p:spPr>
          <a:xfrm>
            <a:off x="3780443" y="3634536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</a:t>
            </a:r>
            <a:r>
              <a:rPr kumimoji="1" lang="ja-JP" altLang="en-US" sz="1200" dirty="0"/>
              <a:t>～～～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ACC6F3-B5E1-CBA8-F485-279F0FA0BAE8}"/>
              </a:ext>
            </a:extLst>
          </p:cNvPr>
          <p:cNvSpPr txBox="1"/>
          <p:nvPr/>
        </p:nvSpPr>
        <p:spPr>
          <a:xfrm>
            <a:off x="7698780" y="4708841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200 OK</a:t>
            </a:r>
          </a:p>
          <a:p>
            <a:r>
              <a:rPr kumimoji="1" lang="en-US" altLang="ja-JP" sz="1200" dirty="0"/>
              <a:t>~</a:t>
            </a:r>
            <a:r>
              <a:rPr kumimoji="1" lang="ja-JP" altLang="en-US" sz="1200" dirty="0"/>
              <a:t>商品情報の内容</a:t>
            </a:r>
            <a:r>
              <a:rPr kumimoji="1" lang="en-US" altLang="ja-JP" sz="1200" dirty="0"/>
              <a:t>~</a:t>
            </a:r>
            <a:endParaRPr kumimoji="1" lang="ja-JP" altLang="en-US" sz="1200" dirty="0"/>
          </a:p>
        </p:txBody>
      </p:sp>
      <p:sp>
        <p:nvSpPr>
          <p:cNvPr id="14" name="スマイル 13">
            <a:extLst>
              <a:ext uri="{FF2B5EF4-FFF2-40B4-BE49-F238E27FC236}">
                <a16:creationId xmlns:a16="http://schemas.microsoft.com/office/drawing/2014/main" id="{EDA51101-6D39-1995-E746-66BA51BFDC26}"/>
              </a:ext>
            </a:extLst>
          </p:cNvPr>
          <p:cNvSpPr/>
          <p:nvPr/>
        </p:nvSpPr>
        <p:spPr>
          <a:xfrm>
            <a:off x="856212" y="4774869"/>
            <a:ext cx="636121" cy="56902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B3676417-C6A5-7130-FA1C-2DE24F0A060E}"/>
              </a:ext>
            </a:extLst>
          </p:cNvPr>
          <p:cNvSpPr/>
          <p:nvPr/>
        </p:nvSpPr>
        <p:spPr>
          <a:xfrm>
            <a:off x="330661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ユーザ</a:t>
            </a:r>
          </a:p>
        </p:txBody>
      </p:sp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898762CE-4A64-3DA0-EBC5-B87F16342736}"/>
              </a:ext>
            </a:extLst>
          </p:cNvPr>
          <p:cNvSpPr/>
          <p:nvPr/>
        </p:nvSpPr>
        <p:spPr>
          <a:xfrm>
            <a:off x="462906" y="3865368"/>
            <a:ext cx="1655749" cy="74814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3000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円以下の商品情報が欲しい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A5120B7-DC8C-C391-E842-498C5C0F2BAD}"/>
              </a:ext>
            </a:extLst>
          </p:cNvPr>
          <p:cNvCxnSpPr>
            <a:stCxn id="14" idx="6"/>
          </p:cNvCxnSpPr>
          <p:nvPr/>
        </p:nvCxnSpPr>
        <p:spPr>
          <a:xfrm flipV="1">
            <a:off x="1492333" y="3532907"/>
            <a:ext cx="1708068" cy="152647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処理 17">
            <a:extLst>
              <a:ext uri="{FF2B5EF4-FFF2-40B4-BE49-F238E27FC236}">
                <a16:creationId xmlns:a16="http://schemas.microsoft.com/office/drawing/2014/main" id="{EF57B450-7CF8-C237-5D1B-D352DC2462D0}"/>
              </a:ext>
            </a:extLst>
          </p:cNvPr>
          <p:cNvSpPr/>
          <p:nvPr/>
        </p:nvSpPr>
        <p:spPr>
          <a:xfrm>
            <a:off x="1027176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B219B32-08A2-6B8B-6B79-4C0CA64D74C8}"/>
              </a:ext>
            </a:extLst>
          </p:cNvPr>
          <p:cNvCxnSpPr/>
          <p:nvPr/>
        </p:nvCxnSpPr>
        <p:spPr>
          <a:xfrm>
            <a:off x="11251745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吹き出し: 円形 19">
            <a:extLst>
              <a:ext uri="{FF2B5EF4-FFF2-40B4-BE49-F238E27FC236}">
                <a16:creationId xmlns:a16="http://schemas.microsoft.com/office/drawing/2014/main" id="{FEA8FEB7-501C-E8AE-B1DE-DB75CCCEF3E4}"/>
              </a:ext>
            </a:extLst>
          </p:cNvPr>
          <p:cNvSpPr/>
          <p:nvPr/>
        </p:nvSpPr>
        <p:spPr>
          <a:xfrm>
            <a:off x="792546" y="5563747"/>
            <a:ext cx="1655749" cy="748142"/>
          </a:xfrm>
          <a:prstGeom prst="wedgeEllipseCallout">
            <a:avLst>
              <a:gd name="adj1" fmla="val -10792"/>
              <a:gd name="adj2" fmla="val -708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次の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20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件の情報が欲しい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B49CF19-4598-67CA-BD9B-8BE276EA70A0}"/>
              </a:ext>
            </a:extLst>
          </p:cNvPr>
          <p:cNvCxnSpPr>
            <a:cxnSpLocks/>
          </p:cNvCxnSpPr>
          <p:nvPr/>
        </p:nvCxnSpPr>
        <p:spPr>
          <a:xfrm>
            <a:off x="3443777" y="5787170"/>
            <a:ext cx="783917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D4DF30-F0E8-8260-6A93-9EF9E861E758}"/>
              </a:ext>
            </a:extLst>
          </p:cNvPr>
          <p:cNvSpPr txBox="1"/>
          <p:nvPr/>
        </p:nvSpPr>
        <p:spPr>
          <a:xfrm>
            <a:off x="3780443" y="5252477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~~~/~</a:t>
            </a:r>
            <a:endParaRPr kumimoji="1" lang="ja-JP" altLang="en-US" sz="1200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42E93EE0-3032-D854-1B95-C1C001F315E5}"/>
              </a:ext>
            </a:extLst>
          </p:cNvPr>
          <p:cNvSpPr/>
          <p:nvPr/>
        </p:nvSpPr>
        <p:spPr>
          <a:xfrm>
            <a:off x="6564621" y="3257384"/>
            <a:ext cx="1655749" cy="748142"/>
          </a:xfrm>
          <a:prstGeom prst="wedgeEllipseCallout">
            <a:avLst>
              <a:gd name="adj1" fmla="val 50458"/>
              <a:gd name="adj2" fmla="val -41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はいよ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6" name="吹き出し: 円形 25">
            <a:extLst>
              <a:ext uri="{FF2B5EF4-FFF2-40B4-BE49-F238E27FC236}">
                <a16:creationId xmlns:a16="http://schemas.microsoft.com/office/drawing/2014/main" id="{E9EA7A2F-376F-26B1-9D77-974299F72015}"/>
              </a:ext>
            </a:extLst>
          </p:cNvPr>
          <p:cNvSpPr/>
          <p:nvPr/>
        </p:nvSpPr>
        <p:spPr>
          <a:xfrm>
            <a:off x="9443885" y="3800184"/>
            <a:ext cx="1655749" cy="748142"/>
          </a:xfrm>
          <a:prstGeom prst="wedgeEllipseCallout">
            <a:avLst>
              <a:gd name="adj1" fmla="val 43429"/>
              <a:gd name="adj2" fmla="val -863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「次」って</a:t>
            </a:r>
            <a:endParaRPr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なんだよ</a:t>
            </a:r>
            <a:endParaRPr lang="en-US" altLang="ja-JP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AC50B4A-B2CE-E390-E781-251B47BFBF8A}"/>
              </a:ext>
            </a:extLst>
          </p:cNvPr>
          <p:cNvCxnSpPr>
            <a:cxnSpLocks/>
          </p:cNvCxnSpPr>
          <p:nvPr/>
        </p:nvCxnSpPr>
        <p:spPr>
          <a:xfrm flipH="1">
            <a:off x="3443777" y="6311888"/>
            <a:ext cx="783917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49D8462-7B11-53CE-B4A2-E181E5234E2E}"/>
              </a:ext>
            </a:extLst>
          </p:cNvPr>
          <p:cNvSpPr txBox="1"/>
          <p:nvPr/>
        </p:nvSpPr>
        <p:spPr>
          <a:xfrm>
            <a:off x="9726360" y="5942035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400 Bad Request</a:t>
            </a:r>
          </a:p>
          <a:p>
            <a:r>
              <a:rPr kumimoji="1" lang="en-US" altLang="ja-JP" sz="1200" dirty="0"/>
              <a:t>~Error~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6016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3F67-3C10-6633-12BE-34F8F8A4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9740C99E-8A60-EAC0-A89B-6836B6DF154F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C7510BA4-7A54-A2C4-E89D-C4EF6C3509CC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ステートレスであるために、各</a:t>
            </a:r>
            <a:r>
              <a:rPr lang="en-US" altLang="ja-JP" sz="2800" dirty="0"/>
              <a:t>Request</a:t>
            </a:r>
            <a:r>
              <a:rPr lang="ja-JP" altLang="en-US" sz="2800" dirty="0"/>
              <a:t>は独立しており、</a:t>
            </a:r>
            <a:r>
              <a:rPr lang="en-US" altLang="ja-JP" sz="2800" dirty="0"/>
              <a:t>Request</a:t>
            </a:r>
            <a:r>
              <a:rPr lang="ja-JP" altLang="en-US" sz="2800" dirty="0"/>
              <a:t>だけでは前回</a:t>
            </a:r>
            <a:br>
              <a:rPr lang="en-US" altLang="ja-JP" sz="2800" dirty="0"/>
            </a:br>
            <a:r>
              <a:rPr lang="ja-JP" altLang="en-US" sz="2800" dirty="0"/>
              <a:t>ログインしたユーザーと同一人物だと判断できない。そこ</a:t>
            </a:r>
            <a:r>
              <a:rPr lang="ja-JP" altLang="en-US" sz="2800"/>
              <a:t>で、セッションが</a:t>
            </a:r>
            <a:r>
              <a:rPr lang="ja-JP" altLang="en-US" sz="2800" dirty="0"/>
              <a:t>必要になる。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7A9D8E7-0DDA-4144-04F1-32E2E21FA926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ステートレスな世界でどのように認証をするか</a:t>
            </a:r>
            <a:endParaRPr lang="en-US" altLang="ja-JP" dirty="0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EB5AC460-77C4-3273-3AD4-F1611D15E829}"/>
              </a:ext>
            </a:extLst>
          </p:cNvPr>
          <p:cNvSpPr/>
          <p:nvPr/>
        </p:nvSpPr>
        <p:spPr>
          <a:xfrm rot="5400000">
            <a:off x="4329359" y="4369736"/>
            <a:ext cx="3601016" cy="585679"/>
          </a:xfrm>
          <a:prstGeom prst="triangl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118070-57E6-FC5D-24FC-51292E3ACB11}"/>
              </a:ext>
            </a:extLst>
          </p:cNvPr>
          <p:cNvSpPr/>
          <p:nvPr/>
        </p:nvSpPr>
        <p:spPr>
          <a:xfrm>
            <a:off x="336024" y="2876616"/>
            <a:ext cx="5015186" cy="358646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一度ログインしたとしても、次のアクセスをしに来たユーザを、「ログイン済み」であると認証して、対象機能を使用させることができない</a:t>
            </a:r>
            <a:br>
              <a:rPr lang="en-US" altLang="ja-JP" dirty="0">
                <a:solidFill>
                  <a:schemeClr val="tx1">
                    <a:lumMod val="75000"/>
                  </a:schemeClr>
                </a:solidFill>
              </a:rPr>
            </a:br>
            <a:br>
              <a:rPr lang="en-US" altLang="ja-JP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具体例）以下はそれぞれ別のリクエストで行われる</a:t>
            </a:r>
            <a:endParaRPr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① ログインする</a:t>
            </a: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② マイページを見る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③ 注文履歴を見る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④ 設定を変更する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 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DD0F5F-F7DD-E0B3-E8B8-43DC8378525E}"/>
              </a:ext>
            </a:extLst>
          </p:cNvPr>
          <p:cNvSpPr/>
          <p:nvPr/>
        </p:nvSpPr>
        <p:spPr>
          <a:xfrm>
            <a:off x="6821214" y="2876616"/>
            <a:ext cx="5015186" cy="358646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ステートレスな中でも、サーバが、ユーザを正しく認証するための手法として、「セッション方式」がある。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具体的なキーワードとしては、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b="1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」と「</a:t>
            </a:r>
            <a:r>
              <a:rPr lang="en-US" altLang="ja-JP" b="1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」、「</a:t>
            </a:r>
            <a:r>
              <a:rPr lang="en-US" altLang="ja-JP" b="1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en-US" altLang="ja-JP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：</a:t>
            </a:r>
            <a:r>
              <a:rPr lang="en-US" altLang="ja-JP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などをクライアント側が、保持して、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Request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に付与して送る仕組み</a:t>
            </a:r>
            <a:endParaRPr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：ログイン中のユーザ情報をサーバ側で管理する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：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を結びつける鍵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5A5F26-C6B0-E077-E1C8-6C313703AE69}"/>
              </a:ext>
            </a:extLst>
          </p:cNvPr>
          <p:cNvSpPr/>
          <p:nvPr/>
        </p:nvSpPr>
        <p:spPr>
          <a:xfrm>
            <a:off x="355600" y="2322788"/>
            <a:ext cx="5015186" cy="539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tx1">
                    <a:lumMod val="75000"/>
                  </a:schemeClr>
                </a:solidFill>
              </a:rPr>
              <a:t>ステートレスであることで発生する課題</a:t>
            </a:r>
            <a:endParaRPr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84040B2-3DEC-59AA-9DBF-F91CE4F75D54}"/>
              </a:ext>
            </a:extLst>
          </p:cNvPr>
          <p:cNvSpPr/>
          <p:nvPr/>
        </p:nvSpPr>
        <p:spPr>
          <a:xfrm>
            <a:off x="6821214" y="2322788"/>
            <a:ext cx="5015186" cy="539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>
                    <a:lumMod val="75000"/>
                  </a:schemeClr>
                </a:solidFill>
              </a:rPr>
              <a:t>課題の解決手法</a:t>
            </a:r>
            <a:r>
              <a:rPr kumimoji="1" lang="en-US" altLang="ja-JP" sz="2400" dirty="0">
                <a:solidFill>
                  <a:schemeClr val="tx1">
                    <a:lumMod val="75000"/>
                  </a:schemeClr>
                </a:solidFill>
              </a:rPr>
              <a:t>【</a:t>
            </a:r>
            <a:r>
              <a:rPr kumimoji="1" lang="ja-JP" altLang="en-US" sz="2400" dirty="0">
                <a:solidFill>
                  <a:schemeClr val="tx1">
                    <a:lumMod val="75000"/>
                  </a:schemeClr>
                </a:solidFill>
              </a:rPr>
              <a:t>セッション</a:t>
            </a:r>
            <a:r>
              <a:rPr kumimoji="1" lang="en-US" altLang="ja-JP" sz="2400" dirty="0">
                <a:solidFill>
                  <a:schemeClr val="tx1">
                    <a:lumMod val="75000"/>
                  </a:schemeClr>
                </a:solidFill>
              </a:rPr>
              <a:t>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5181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19EF-9539-4A78-3976-B318643F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A766A16-9994-BEE0-7057-519C875DA747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F1B30E90-3894-DE19-EB97-A5C958A1D84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ログイン時の処理として、クライアントから</a:t>
            </a:r>
            <a:r>
              <a:rPr lang="en-US" altLang="ja-JP" sz="2800" dirty="0"/>
              <a:t>ID/Pass</a:t>
            </a:r>
            <a:r>
              <a:rPr lang="ja-JP" altLang="en-US" sz="2800" dirty="0"/>
              <a:t>の組合せを送付し、サーバ側で組合せが正しいと確認できれば、</a:t>
            </a:r>
            <a:r>
              <a:rPr lang="en-US" altLang="ja-JP" sz="2800" dirty="0" err="1"/>
              <a:t>session_id</a:t>
            </a:r>
            <a:r>
              <a:rPr lang="ja-JP" altLang="en-US" sz="2800" dirty="0"/>
              <a:t>を発行し、クライアントに返却する。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C80CEAB8-6220-1893-145B-4912992174A2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AA234105-CDE2-8498-555E-633515ACE18B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115529DD-B99E-00CC-C311-CACA99F5C736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6F3888C-E6B3-346F-1704-F0D396786446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6568DA1-A0CE-BF47-AAF2-BB51875D186F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0A5C693-62C8-6C8F-F2B9-8A2C83E7B8FD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3858058-A809-CF05-928E-B053D468BEB3}"/>
              </a:ext>
            </a:extLst>
          </p:cNvPr>
          <p:cNvCxnSpPr>
            <a:cxnSpLocks/>
          </p:cNvCxnSpPr>
          <p:nvPr/>
        </p:nvCxnSpPr>
        <p:spPr>
          <a:xfrm flipH="1">
            <a:off x="1315720" y="5588484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E4D934A5-ACB0-B972-849F-AE7089B91764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288162-0083-0AA1-B53A-12B705BDF81F}"/>
              </a:ext>
            </a:extLst>
          </p:cNvPr>
          <p:cNvCxnSpPr>
            <a:stCxn id="14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404298-4888-CFBD-7A2B-43FDA759AB63}"/>
              </a:ext>
            </a:extLst>
          </p:cNvPr>
          <p:cNvSpPr txBox="1"/>
          <p:nvPr/>
        </p:nvSpPr>
        <p:spPr>
          <a:xfrm>
            <a:off x="1356396" y="3622057"/>
            <a:ext cx="2191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User_</a:t>
            </a:r>
            <a:r>
              <a:rPr lang="en-US" altLang="ja-JP" sz="1200" dirty="0" err="1"/>
              <a:t>id</a:t>
            </a:r>
            <a:r>
              <a:rPr kumimoji="1" lang="en-US" altLang="ja-JP" sz="1200" dirty="0"/>
              <a:t>/</a:t>
            </a:r>
            <a:r>
              <a:rPr kumimoji="1" lang="en-US" altLang="ja-JP" sz="1200" dirty="0" err="1"/>
              <a:t>PassWord</a:t>
            </a:r>
            <a:r>
              <a:rPr kumimoji="1" lang="ja-JP" altLang="en-US" sz="1200" dirty="0"/>
              <a:t>を送信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C2D9A0-5A1C-D203-BAF5-5C809B66E77A}"/>
              </a:ext>
            </a:extLst>
          </p:cNvPr>
          <p:cNvSpPr txBox="1"/>
          <p:nvPr/>
        </p:nvSpPr>
        <p:spPr>
          <a:xfrm>
            <a:off x="5341843" y="4061731"/>
            <a:ext cx="170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 err="1"/>
              <a:t>User_id</a:t>
            </a:r>
            <a:r>
              <a:rPr kumimoji="1" lang="en-US" altLang="ja-JP" sz="1200" dirty="0"/>
              <a:t>/</a:t>
            </a:r>
            <a:r>
              <a:rPr kumimoji="1" lang="en-US" altLang="ja-JP" sz="1200" dirty="0" err="1"/>
              <a:t>PassWord</a:t>
            </a:r>
            <a:r>
              <a:rPr kumimoji="1" lang="ja-JP" altLang="en-US" sz="1200" dirty="0"/>
              <a:t>を確認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9535C9E-89EE-1313-2034-63949522BA1F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1A22CA-8D8A-B4DB-397D-0F817884D3CE}"/>
              </a:ext>
            </a:extLst>
          </p:cNvPr>
          <p:cNvSpPr txBox="1"/>
          <p:nvPr/>
        </p:nvSpPr>
        <p:spPr>
          <a:xfrm>
            <a:off x="5356719" y="447066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確認結果が</a:t>
            </a:r>
            <a:r>
              <a:rPr kumimoji="1" lang="en-US" altLang="ja-JP" sz="1200" dirty="0"/>
              <a:t>OK</a:t>
            </a:r>
            <a:r>
              <a:rPr kumimoji="1" lang="ja-JP" altLang="en-US" sz="1200" dirty="0"/>
              <a:t>であれば、</a:t>
            </a:r>
            <a:endParaRPr kumimoji="1" lang="en-US" altLang="ja-JP" sz="1200" dirty="0"/>
          </a:p>
          <a:p>
            <a:r>
              <a:rPr lang="en-US" altLang="ja-JP" sz="1200" dirty="0" err="1"/>
              <a:t>session_id</a:t>
            </a:r>
            <a:r>
              <a:rPr lang="en-US" altLang="ja-JP" sz="1200" dirty="0"/>
              <a:t>(abc123)</a:t>
            </a:r>
            <a:r>
              <a:rPr lang="ja-JP" altLang="en-US" sz="1200" dirty="0"/>
              <a:t>を発行</a:t>
            </a:r>
            <a:endParaRPr kumimoji="1" lang="ja-JP" altLang="en-US" sz="1200" dirty="0"/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1581EBA4-D67D-ADFA-001C-849D8613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481401"/>
              </p:ext>
            </p:extLst>
          </p:nvPr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3" name="吹き出し: 円形 22">
            <a:extLst>
              <a:ext uri="{FF2B5EF4-FFF2-40B4-BE49-F238E27FC236}">
                <a16:creationId xmlns:a16="http://schemas.microsoft.com/office/drawing/2014/main" id="{695483AA-9993-FC66-0A66-A4E6846B17A4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609CB6-2E7F-1E9B-1BD6-C0B2D017E0CC}"/>
              </a:ext>
            </a:extLst>
          </p:cNvPr>
          <p:cNvSpPr txBox="1"/>
          <p:nvPr/>
        </p:nvSpPr>
        <p:spPr>
          <a:xfrm>
            <a:off x="3235070" y="5154746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Set-Cookie:</a:t>
            </a:r>
          </a:p>
          <a:p>
            <a:r>
              <a:rPr lang="en-US" altLang="ja-JP" sz="1200" dirty="0" err="1"/>
              <a:t>Session_id</a:t>
            </a:r>
            <a:r>
              <a:rPr lang="en-US" altLang="ja-JP" sz="1200" dirty="0"/>
              <a:t> = abc123</a:t>
            </a:r>
            <a:endParaRPr kumimoji="1" lang="ja-JP" altLang="en-US" sz="1200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0B83ED84-8ACF-DDCB-B739-38857A3E92CA}"/>
              </a:ext>
            </a:extLst>
          </p:cNvPr>
          <p:cNvSpPr/>
          <p:nvPr/>
        </p:nvSpPr>
        <p:spPr>
          <a:xfrm>
            <a:off x="1828743" y="5778961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3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2078-A8C8-937F-D89E-67E4AFCD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6E35BD2-2241-E3A4-FEB2-C365B3414D5E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B66DC7FA-A850-2568-2E55-E3DF90C9030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ログイン後の処理として、ブラウザは保存した</a:t>
            </a:r>
            <a:r>
              <a:rPr lang="en-US" altLang="ja-JP" sz="2800" dirty="0"/>
              <a:t>Cookie</a:t>
            </a:r>
            <a:r>
              <a:rPr lang="ja-JP" altLang="en-US" sz="2800" dirty="0"/>
              <a:t>を対象のサーバへ次のリクエストでも送る。これにより、リクエストがどのユーザからのものかを認証する。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EEFDFACC-187F-30E9-5228-7746A39C8197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E8E03064-E23D-938E-F838-759BBEC41C33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28A82607-7E7E-3A9C-EFA9-F41CC3973F68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D637EDA-4F72-F6FF-C3AF-70A3CDCA5756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DFC1FD5-5798-7F4D-CF27-ED1C2CF1795B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D762BED-4021-3EE7-5892-585AF3652531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97254AA-EA9E-5B21-6549-5278C654FBAB}"/>
              </a:ext>
            </a:extLst>
          </p:cNvPr>
          <p:cNvCxnSpPr>
            <a:cxnSpLocks/>
          </p:cNvCxnSpPr>
          <p:nvPr/>
        </p:nvCxnSpPr>
        <p:spPr>
          <a:xfrm flipH="1">
            <a:off x="1315720" y="5854491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9D1D169-C714-1DD8-3BB7-3E32BDFCF300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9951C6A-E357-80A8-F43B-A3C93F696756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722705-8CD1-6761-53BD-1159D19CCD47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D4D2C23-A605-3723-3458-F08665488129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E722DF-2139-F250-765C-E3B80DFFC5A0}"/>
              </a:ext>
            </a:extLst>
          </p:cNvPr>
          <p:cNvSpPr txBox="1"/>
          <p:nvPr/>
        </p:nvSpPr>
        <p:spPr>
          <a:xfrm>
            <a:off x="5372323" y="4574622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5FA198F-1469-14BB-C709-96F280CFE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49426"/>
              </p:ext>
            </p:extLst>
          </p:nvPr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19" name="吹き出し: 円形 18">
            <a:extLst>
              <a:ext uri="{FF2B5EF4-FFF2-40B4-BE49-F238E27FC236}">
                <a16:creationId xmlns:a16="http://schemas.microsoft.com/office/drawing/2014/main" id="{F1D39080-3E87-FE79-932E-67DB0683FF33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E37293-7FBC-BFE4-D089-B6795C043271}"/>
              </a:ext>
            </a:extLst>
          </p:cNvPr>
          <p:cNvSpPr txBox="1"/>
          <p:nvPr/>
        </p:nvSpPr>
        <p:spPr>
          <a:xfrm>
            <a:off x="3235070" y="5420753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3A4C0241-0BC8-89AC-22DF-F908FB72B437}"/>
              </a:ext>
            </a:extLst>
          </p:cNvPr>
          <p:cNvSpPr/>
          <p:nvPr/>
        </p:nvSpPr>
        <p:spPr>
          <a:xfrm>
            <a:off x="1807077" y="4025915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F87CF29E-3D38-8775-7FDC-DDD2066F0D2E}"/>
              </a:ext>
            </a:extLst>
          </p:cNvPr>
          <p:cNvCxnSpPr>
            <a:cxnSpLocks/>
          </p:cNvCxnSpPr>
          <p:nvPr/>
        </p:nvCxnSpPr>
        <p:spPr>
          <a:xfrm flipH="1">
            <a:off x="5381578" y="5239349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189D335-AC40-8288-D6F6-7D12545F1C35}"/>
              </a:ext>
            </a:extLst>
          </p:cNvPr>
          <p:cNvSpPr txBox="1"/>
          <p:nvPr/>
        </p:nvSpPr>
        <p:spPr>
          <a:xfrm>
            <a:off x="5963495" y="526459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</p:spTree>
    <p:extLst>
      <p:ext uri="{BB962C8B-B14F-4D97-AF65-F5344CB8AC3E}">
        <p14:creationId xmlns:p14="http://schemas.microsoft.com/office/powerpoint/2010/main" val="78226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BDB2-5649-A327-2B01-93BF748F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A1B8D59F-005F-C25E-624C-282771D1CBF8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02B030B6-2F82-3D76-693F-FF8F6A794BDA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共有のセッションストアで、セッション</a:t>
            </a:r>
            <a:r>
              <a:rPr lang="en-US" altLang="ja-JP" sz="2800" dirty="0"/>
              <a:t>ID</a:t>
            </a:r>
            <a:r>
              <a:rPr lang="ja-JP" altLang="en-US" sz="2800" dirty="0"/>
              <a:t>による管理をすれば、異なるサーバにアクセスしたとしても目的の情報が返ってくる。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E8F089A-9AB5-5730-0321-D3BD2781FF59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2D3CB13F-835E-0809-45B5-763CB46C87F4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0FB4BC16-C126-6F78-EBC6-92C145832CD3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6DDCE87-042B-E6D0-2658-B5A01D45C85B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79B5EC8-48E1-93E3-0E3A-F5ACE8FA021A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3CD9B52-4D27-9218-98BD-560392B3083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15720" y="3923369"/>
            <a:ext cx="3105738" cy="84240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B276DBC-CCA3-20EB-205E-D2CAF72440B5}"/>
              </a:ext>
            </a:extLst>
          </p:cNvPr>
          <p:cNvCxnSpPr>
            <a:cxnSpLocks/>
          </p:cNvCxnSpPr>
          <p:nvPr/>
        </p:nvCxnSpPr>
        <p:spPr>
          <a:xfrm flipH="1">
            <a:off x="1315720" y="623687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18944945-24C9-90FA-0529-7B602F9F36FF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853CB51-9733-80B0-28D0-429DD3DA70B9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376B734-BE36-355B-3240-CA9B93472A13}"/>
              </a:ext>
            </a:extLst>
          </p:cNvPr>
          <p:cNvCxnSpPr>
            <a:cxnSpLocks/>
          </p:cNvCxnSpPr>
          <p:nvPr/>
        </p:nvCxnSpPr>
        <p:spPr>
          <a:xfrm>
            <a:off x="5372323" y="5685666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BF24439-8ED8-CF3D-5BE2-D0F31C72E601}"/>
              </a:ext>
            </a:extLst>
          </p:cNvPr>
          <p:cNvSpPr txBox="1"/>
          <p:nvPr/>
        </p:nvSpPr>
        <p:spPr>
          <a:xfrm>
            <a:off x="5372323" y="5380957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3697418-9D28-4A6D-F79F-ED39A714B6CD}"/>
              </a:ext>
            </a:extLst>
          </p:cNvPr>
          <p:cNvGraphicFramePr>
            <a:graphicFrameLocks noGrp="1"/>
          </p:cNvGraphicFramePr>
          <p:nvPr/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BF4178-710C-51DA-95DF-25E1AE10FB25}"/>
              </a:ext>
            </a:extLst>
          </p:cNvPr>
          <p:cNvSpPr txBox="1"/>
          <p:nvPr/>
        </p:nvSpPr>
        <p:spPr>
          <a:xfrm>
            <a:off x="3235070" y="6227088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727CDF50-827C-F8DA-EA8B-885466EE2D50}"/>
              </a:ext>
            </a:extLst>
          </p:cNvPr>
          <p:cNvSpPr/>
          <p:nvPr/>
        </p:nvSpPr>
        <p:spPr>
          <a:xfrm>
            <a:off x="1540537" y="4514986"/>
            <a:ext cx="2337581" cy="925335"/>
          </a:xfrm>
          <a:prstGeom prst="wedgeEllipseCallout">
            <a:avLst>
              <a:gd name="adj1" fmla="val -33165"/>
              <a:gd name="adj2" fmla="val -857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どちらにアクセスしても同じ結果が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返ってくる！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137211D-22A6-9107-F8EC-F641481C2453}"/>
              </a:ext>
            </a:extLst>
          </p:cNvPr>
          <p:cNvCxnSpPr>
            <a:cxnSpLocks/>
          </p:cNvCxnSpPr>
          <p:nvPr/>
        </p:nvCxnSpPr>
        <p:spPr>
          <a:xfrm flipH="1">
            <a:off x="5381578" y="6045684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87A0FD6-24E4-6BDA-AE6E-1D131F44F775}"/>
              </a:ext>
            </a:extLst>
          </p:cNvPr>
          <p:cNvSpPr txBox="1"/>
          <p:nvPr/>
        </p:nvSpPr>
        <p:spPr>
          <a:xfrm>
            <a:off x="5963495" y="6070932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2BF6D6-646A-67EA-AB45-9A685D0AE9ED}"/>
              </a:ext>
            </a:extLst>
          </p:cNvPr>
          <p:cNvSpPr txBox="1"/>
          <p:nvPr/>
        </p:nvSpPr>
        <p:spPr>
          <a:xfrm>
            <a:off x="3979379" y="3750316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24C863A8-358D-F219-2FD8-4EB4FCD111FD}"/>
              </a:ext>
            </a:extLst>
          </p:cNvPr>
          <p:cNvSpPr/>
          <p:nvPr/>
        </p:nvSpPr>
        <p:spPr>
          <a:xfrm>
            <a:off x="4421458" y="4358447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AFC654C-13A2-0A16-E9E9-C04FE7CDA543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299094" y="2879724"/>
            <a:ext cx="3122364" cy="1052627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1A979A-D9EF-1A6C-DE3E-34856F25B295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CEA932BB-52DE-3AD7-5D56-283FF5BCC42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341698" y="4292288"/>
            <a:ext cx="1920240" cy="473482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D0E1DF1-94B6-4E48-6D5A-95A613F747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341698" y="2879724"/>
            <a:ext cx="1920240" cy="126054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31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E28A-372F-1D12-7E20-3F13964F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BD411-B7DA-E9CD-7399-E9349FB830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3128963"/>
            <a:ext cx="11517355" cy="600075"/>
          </a:xfrm>
        </p:spPr>
        <p:txBody>
          <a:bodyPr anchor="t" anchorCtr="0">
            <a:noAutofit/>
          </a:bodyPr>
          <a:lstStyle/>
          <a:p>
            <a:r>
              <a:rPr kumimoji="1" lang="en-US" altLang="ja-JP" sz="6000" b="1" dirty="0">
                <a:solidFill>
                  <a:schemeClr val="bg1">
                    <a:lumMod val="65000"/>
                  </a:schemeClr>
                </a:solidFill>
              </a:rPr>
              <a:t>Appendix</a:t>
            </a:r>
            <a:endParaRPr kumimoji="1" lang="ja-JP" altLang="en-US" sz="6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38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A7E9-4920-8842-B617-91CF7D81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22CEBB-BB4E-2706-E846-5F2EF12260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3128963"/>
            <a:ext cx="11517355" cy="600075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6000" b="1" dirty="0">
                <a:solidFill>
                  <a:schemeClr val="bg1">
                    <a:lumMod val="65000"/>
                  </a:schemeClr>
                </a:solidFill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2781909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E24A1-1F56-220F-D965-52CA104B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D344855-77BE-A0C3-E6BD-87FBAC4CED79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9CE11133-2A75-FA27-FAE9-43A412FD06E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Web</a:t>
            </a:r>
            <a:r>
              <a:rPr lang="ja-JP" altLang="en-US" sz="2800" dirty="0"/>
              <a:t>や</a:t>
            </a:r>
            <a:r>
              <a:rPr lang="en-US" altLang="ja-JP" sz="2800" dirty="0"/>
              <a:t>HTTP</a:t>
            </a:r>
            <a:r>
              <a:rPr lang="ja-JP" altLang="en-US" sz="2800" dirty="0"/>
              <a:t>通信の知識は量が多くて大変や～</a:t>
            </a:r>
            <a:endParaRPr lang="en-US" altLang="ja-JP" sz="2800" dirty="0"/>
          </a:p>
          <a:p>
            <a:r>
              <a:rPr lang="ja-JP" altLang="en-US" sz="2800" dirty="0"/>
              <a:t>少しずつ色々な本を読んで理解するぞ～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07C590E0-F21F-20DC-6F39-C584668E5141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参考文献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6CDD10C7-761A-23F2-5FEC-71EB9CA49293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山本陽平</a:t>
            </a:r>
            <a:r>
              <a:rPr lang="en-US" altLang="ja-JP" sz="1800" dirty="0"/>
              <a:t>,『Web</a:t>
            </a:r>
            <a:r>
              <a:rPr lang="ja-JP" altLang="en-US" sz="1800" dirty="0"/>
              <a:t>を支える技術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2"/>
              </a:rPr>
              <a:t>Webを支える技術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小森裕介</a:t>
            </a:r>
            <a:r>
              <a:rPr lang="en-US" altLang="ja-JP" sz="1800" dirty="0"/>
              <a:t>,『</a:t>
            </a:r>
            <a:r>
              <a:rPr lang="ja-JP" altLang="en-US" sz="1800" dirty="0"/>
              <a:t>プロになるための</a:t>
            </a:r>
            <a:r>
              <a:rPr lang="en-US" altLang="ja-JP" sz="1800" dirty="0"/>
              <a:t>Web</a:t>
            </a:r>
            <a:r>
              <a:rPr lang="ja-JP" altLang="en-US" sz="1800" dirty="0"/>
              <a:t>技術入門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3"/>
              </a:rPr>
              <a:t>［改訂新版］プロになるためのWeb技術入門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水野貴明</a:t>
            </a:r>
            <a:r>
              <a:rPr lang="en-US" altLang="ja-JP" sz="1800" dirty="0"/>
              <a:t>,『Web API: THE Good </a:t>
            </a:r>
            <a:r>
              <a:rPr lang="en-US" altLang="ja-JP" sz="1800" dirty="0" err="1"/>
              <a:t>Parts』,O’REILLY</a:t>
            </a:r>
            <a:r>
              <a:rPr lang="en-US" altLang="ja-JP" sz="1800" dirty="0"/>
              <a:t> Japan</a:t>
            </a:r>
            <a:br>
              <a:rPr lang="en-US" altLang="ja-JP" sz="1800" dirty="0"/>
            </a:br>
            <a:r>
              <a:rPr lang="ja-JP" altLang="ja-JP" sz="1800" dirty="0">
                <a:hlinkClick r:id="rId4"/>
              </a:rPr>
              <a:t>Web API: The Good Parts - O'Reilly Japan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B8A2924-8AEF-E7D5-4460-702C96EE4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92" y="3719698"/>
            <a:ext cx="3600635" cy="287669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8B17775-A1CE-7F08-F00D-75692312B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624" y="3837092"/>
            <a:ext cx="2277121" cy="276346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F7E74FF-2A12-A78C-5C14-F8274B52F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2435" y="3762550"/>
            <a:ext cx="2336646" cy="27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6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F3F3F"/>
      </a:dk1>
      <a:lt1>
        <a:sysClr val="window" lastClr="FFFFFF"/>
      </a:lt1>
      <a:dk2>
        <a:srgbClr val="3F3F3F"/>
      </a:dk2>
      <a:lt2>
        <a:srgbClr val="E8E8E8"/>
      </a:lt2>
      <a:accent1>
        <a:srgbClr val="FFFF00"/>
      </a:accent1>
      <a:accent2>
        <a:srgbClr val="FF0000"/>
      </a:accent2>
      <a:accent3>
        <a:srgbClr val="D8D8D8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3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</TotalTime>
  <Words>1229</Words>
  <Application>Microsoft Office PowerPoint</Application>
  <PresentationFormat>ワイド画面</PresentationFormat>
  <Paragraphs>197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Meiryo UI</vt:lpstr>
      <vt:lpstr>游ゴシック</vt:lpstr>
      <vt:lpstr>Arial</vt:lpstr>
      <vt:lpstr>Wingdings</vt:lpstr>
      <vt:lpstr>Office テーマ</vt:lpstr>
      <vt:lpstr>PowerPoint プレゼンテーション</vt:lpstr>
      <vt:lpstr>目次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Appendix</vt:lpstr>
      <vt:lpstr>参考文献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弘樹 中村</dc:creator>
  <cp:lastModifiedBy>弘樹 中村</cp:lastModifiedBy>
  <cp:revision>2</cp:revision>
  <dcterms:created xsi:type="dcterms:W3CDTF">2025-10-25T06:16:43Z</dcterms:created>
  <dcterms:modified xsi:type="dcterms:W3CDTF">2026-09-23T06:33:48Z</dcterms:modified>
</cp:coreProperties>
</file>