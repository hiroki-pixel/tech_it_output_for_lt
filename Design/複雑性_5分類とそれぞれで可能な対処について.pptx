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9" r:id="rId3"/>
    <p:sldId id="275" r:id="rId4"/>
    <p:sldId id="261" r:id="rId5"/>
    <p:sldId id="264" r:id="rId6"/>
    <p:sldId id="284" r:id="rId7"/>
    <p:sldId id="285" r:id="rId8"/>
    <p:sldId id="286" r:id="rId9"/>
    <p:sldId id="263" r:id="rId10"/>
    <p:sldId id="287" r:id="rId11"/>
    <p:sldId id="273" r:id="rId12"/>
    <p:sldId id="272" r:id="rId13"/>
    <p:sldId id="265" r:id="rId14"/>
    <p:sldId id="266" r:id="rId15"/>
    <p:sldId id="282" r:id="rId16"/>
    <p:sldId id="283" r:id="rId17"/>
    <p:sldId id="267" r:id="rId18"/>
    <p:sldId id="270" r:id="rId19"/>
    <p:sldId id="276" r:id="rId20"/>
    <p:sldId id="271" r:id="rId21"/>
    <p:sldId id="268" r:id="rId22"/>
    <p:sldId id="274" r:id="rId23"/>
    <p:sldId id="269" r:id="rId24"/>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タイトル" id="{A85C9006-EB47-4D1F-8FED-7D34B2F437B8}">
          <p14:sldIdLst>
            <p14:sldId id="256"/>
          </p14:sldIdLst>
        </p14:section>
        <p14:section name="目次" id="{E74342EC-93D7-4CD8-A83A-4FC3F823B5B3}">
          <p14:sldIdLst>
            <p14:sldId id="259"/>
          </p14:sldIdLst>
        </p14:section>
        <p14:section name="よく使うフォーマット" id="{CD149920-7D1D-4D4F-A605-2F04F020684B}">
          <p14:sldIdLst>
            <p14:sldId id="275"/>
            <p14:sldId id="261"/>
            <p14:sldId id="264"/>
          </p14:sldIdLst>
        </p14:section>
        <p14:section name="分解" id="{9EB82B50-7F78-4758-998D-8C3AA9384D16}">
          <p14:sldIdLst>
            <p14:sldId id="284"/>
            <p14:sldId id="285"/>
            <p14:sldId id="286"/>
            <p14:sldId id="263"/>
          </p14:sldIdLst>
        </p14:section>
        <p14:section name="優先順位づけ" id="{A81B5107-0D16-41C9-98FE-96DD273D6714}">
          <p14:sldIdLst>
            <p14:sldId id="287"/>
            <p14:sldId id="273"/>
            <p14:sldId id="272"/>
            <p14:sldId id="265"/>
            <p14:sldId id="266"/>
          </p14:sldIdLst>
        </p14:section>
        <p14:section name="箇条書きパワポ" id="{A0E12D16-0C99-4A21-817C-6B73E17724E3}">
          <p14:sldIdLst>
            <p14:sldId id="282"/>
            <p14:sldId id="283"/>
          </p14:sldIdLst>
        </p14:section>
        <p14:section name="複数概念説明したいとき" id="{714CA27F-C44C-4FCF-B4CA-B5842AAC45BF}">
          <p14:sldIdLst>
            <p14:sldId id="267"/>
          </p14:sldIdLst>
        </p14:section>
        <p14:section name="4事象分割" id="{CB680BCD-8D6A-422C-B95D-954C6CBC505E}">
          <p14:sldIdLst>
            <p14:sldId id="270"/>
            <p14:sldId id="276"/>
          </p14:sldIdLst>
        </p14:section>
        <p14:section name="論理的なつながり" id="{78D502E8-3EF1-42AD-84C0-ACBF9BE4E96B}">
          <p14:sldIdLst>
            <p14:sldId id="271"/>
            <p14:sldId id="268"/>
            <p14:sldId id="274"/>
            <p14:sldId id="269"/>
          </p14:sldIdLst>
        </p14:section>
      </p14:sectionLst>
    </p:ext>
    <p:ext uri="{EFAFB233-063F-42B5-8137-9DF3F51BA10A}">
      <p15:sldGuideLst xmlns:p15="http://schemas.microsoft.com/office/powerpoint/2012/main">
        <p15:guide id="1" orient="horz" pos="2183"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CE50DC-EFCB-40BA-89A6-A6E2DFF3386A}" v="207" dt="2025-12-26T05:52:32.896"/>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中間スタイル 2 - アクセント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495" autoAdjust="0"/>
    <p:restoredTop sz="94660"/>
  </p:normalViewPr>
  <p:slideViewPr>
    <p:cSldViewPr snapToGrid="0" showGuides="1">
      <p:cViewPr varScale="1">
        <p:scale>
          <a:sx n="159" d="100"/>
          <a:sy n="159" d="100"/>
        </p:scale>
        <p:origin x="120" y="240"/>
      </p:cViewPr>
      <p:guideLst>
        <p:guide orient="horz" pos="2183"/>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 Id="rId3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弘樹 中村" userId="a025bb5ecfdc7ca2" providerId="LiveId" clId="{AC29752E-9633-413F-A998-E9529B1C9327}"/>
    <pc:docChg chg="undo custSel addSld delSld modSld sldOrd modMainMaster addSection modSection">
      <pc:chgData name="弘樹 中村" userId="a025bb5ecfdc7ca2" providerId="LiveId" clId="{AC29752E-9633-413F-A998-E9529B1C9327}" dt="2025-12-26T05:53:16.055" v="6793" actId="20577"/>
      <pc:docMkLst>
        <pc:docMk/>
      </pc:docMkLst>
      <pc:sldChg chg="modSp mod">
        <pc:chgData name="弘樹 中村" userId="a025bb5ecfdc7ca2" providerId="LiveId" clId="{AC29752E-9633-413F-A998-E9529B1C9327}" dt="2025-12-13T03:34:07.442" v="5575" actId="20577"/>
        <pc:sldMkLst>
          <pc:docMk/>
          <pc:sldMk cId="2332080212" sldId="259"/>
        </pc:sldMkLst>
        <pc:graphicFrameChg chg="modGraphic">
          <ac:chgData name="弘樹 中村" userId="a025bb5ecfdc7ca2" providerId="LiveId" clId="{AC29752E-9633-413F-A998-E9529B1C9327}" dt="2025-12-13T03:34:07.442" v="5575" actId="20577"/>
          <ac:graphicFrameMkLst>
            <pc:docMk/>
            <pc:sldMk cId="2332080212" sldId="259"/>
            <ac:graphicFrameMk id="3" creationId="{AD0D4A61-9C4A-4BF6-85EA-EC962F3F3BFC}"/>
          </ac:graphicFrameMkLst>
        </pc:graphicFrameChg>
      </pc:sldChg>
      <pc:sldChg chg="addSp delSp modSp add mod">
        <pc:chgData name="弘樹 中村" userId="a025bb5ecfdc7ca2" providerId="LiveId" clId="{AC29752E-9633-413F-A998-E9529B1C9327}" dt="2025-11-26T07:44:24.484" v="4183" actId="207"/>
        <pc:sldMkLst>
          <pc:docMk/>
          <pc:sldMk cId="582609331" sldId="273"/>
        </pc:sldMkLst>
        <pc:spChg chg="add mod">
          <ac:chgData name="弘樹 中村" userId="a025bb5ecfdc7ca2" providerId="LiveId" clId="{AC29752E-9633-413F-A998-E9529B1C9327}" dt="2025-11-26T07:44:24.484" v="4183" actId="207"/>
          <ac:spMkLst>
            <pc:docMk/>
            <pc:sldMk cId="582609331" sldId="273"/>
            <ac:spMk id="19" creationId="{EC067586-71B1-2578-8882-A737EFBFFE1E}"/>
          </ac:spMkLst>
        </pc:spChg>
        <pc:spChg chg="add mod">
          <ac:chgData name="弘樹 中村" userId="a025bb5ecfdc7ca2" providerId="LiveId" clId="{AC29752E-9633-413F-A998-E9529B1C9327}" dt="2025-11-26T07:44:24.484" v="4183" actId="207"/>
          <ac:spMkLst>
            <pc:docMk/>
            <pc:sldMk cId="582609331" sldId="273"/>
            <ac:spMk id="22" creationId="{FFDAAAA8-1ECB-A02A-3A0C-C5A48A62339F}"/>
          </ac:spMkLst>
        </pc:spChg>
        <pc:spChg chg="add mod">
          <ac:chgData name="弘樹 中村" userId="a025bb5ecfdc7ca2" providerId="LiveId" clId="{AC29752E-9633-413F-A998-E9529B1C9327}" dt="2025-11-26T07:44:24.484" v="4183" actId="207"/>
          <ac:spMkLst>
            <pc:docMk/>
            <pc:sldMk cId="582609331" sldId="273"/>
            <ac:spMk id="23" creationId="{81DA36AC-07E6-2B6D-0B56-85B5BA50A106}"/>
          </ac:spMkLst>
        </pc:spChg>
        <pc:spChg chg="add mod">
          <ac:chgData name="弘樹 中村" userId="a025bb5ecfdc7ca2" providerId="LiveId" clId="{AC29752E-9633-413F-A998-E9529B1C9327}" dt="2025-11-26T07:44:24.484" v="4183" actId="207"/>
          <ac:spMkLst>
            <pc:docMk/>
            <pc:sldMk cId="582609331" sldId="273"/>
            <ac:spMk id="24" creationId="{6FD05E6D-D534-5FEC-9B8A-4EAFD5E09FDB}"/>
          </ac:spMkLst>
        </pc:spChg>
        <pc:spChg chg="add mod">
          <ac:chgData name="弘樹 中村" userId="a025bb5ecfdc7ca2" providerId="LiveId" clId="{AC29752E-9633-413F-A998-E9529B1C9327}" dt="2025-11-26T07:44:24.484" v="4183" actId="207"/>
          <ac:spMkLst>
            <pc:docMk/>
            <pc:sldMk cId="582609331" sldId="273"/>
            <ac:spMk id="25" creationId="{975925EA-7407-6B88-E4F5-227D490AD1EA}"/>
          </ac:spMkLst>
        </pc:spChg>
      </pc:sldChg>
      <pc:sldChg chg="addSp delSp modSp add mod">
        <pc:chgData name="弘樹 中村" userId="a025bb5ecfdc7ca2" providerId="LiveId" clId="{AC29752E-9633-413F-A998-E9529B1C9327}" dt="2025-11-26T08:16:19.429" v="5504" actId="20577"/>
        <pc:sldMkLst>
          <pc:docMk/>
          <pc:sldMk cId="3758113492" sldId="276"/>
        </pc:sldMkLst>
        <pc:spChg chg="mod">
          <ac:chgData name="弘樹 中村" userId="a025bb5ecfdc7ca2" providerId="LiveId" clId="{AC29752E-9633-413F-A998-E9529B1C9327}" dt="2025-11-26T07:56:20.562" v="4206" actId="20577"/>
          <ac:spMkLst>
            <pc:docMk/>
            <pc:sldMk cId="3758113492" sldId="276"/>
            <ac:spMk id="3" creationId="{BA9946CA-FED8-9568-3AD1-3A10EDD5BED1}"/>
          </ac:spMkLst>
        </pc:spChg>
        <pc:spChg chg="add mod">
          <ac:chgData name="弘樹 中村" userId="a025bb5ecfdc7ca2" providerId="LiveId" clId="{AC29752E-9633-413F-A998-E9529B1C9327}" dt="2025-11-26T08:03:40.192" v="4499" actId="1038"/>
          <ac:spMkLst>
            <pc:docMk/>
            <pc:sldMk cId="3758113492" sldId="276"/>
            <ac:spMk id="5" creationId="{BDDFAE33-7064-E978-BDE5-8B0A5A613C59}"/>
          </ac:spMkLst>
        </pc:spChg>
        <pc:spChg chg="add mod">
          <ac:chgData name="弘樹 中村" userId="a025bb5ecfdc7ca2" providerId="LiveId" clId="{AC29752E-9633-413F-A998-E9529B1C9327}" dt="2025-11-26T08:03:40.192" v="4499" actId="1038"/>
          <ac:spMkLst>
            <pc:docMk/>
            <pc:sldMk cId="3758113492" sldId="276"/>
            <ac:spMk id="7" creationId="{D59428F2-7D30-91B9-0216-4582EEE1A01C}"/>
          </ac:spMkLst>
        </pc:spChg>
        <pc:spChg chg="mod">
          <ac:chgData name="弘樹 中村" userId="a025bb5ecfdc7ca2" providerId="LiveId" clId="{AC29752E-9633-413F-A998-E9529B1C9327}" dt="2025-11-26T08:03:40.192" v="4499" actId="1038"/>
          <ac:spMkLst>
            <pc:docMk/>
            <pc:sldMk cId="3758113492" sldId="276"/>
            <ac:spMk id="8" creationId="{B09E6ED9-C4F4-17FA-E179-8AAA42DCBBB1}"/>
          </ac:spMkLst>
        </pc:spChg>
        <pc:spChg chg="mod">
          <ac:chgData name="弘樹 中村" userId="a025bb5ecfdc7ca2" providerId="LiveId" clId="{AC29752E-9633-413F-A998-E9529B1C9327}" dt="2025-11-26T08:03:40.192" v="4499" actId="1038"/>
          <ac:spMkLst>
            <pc:docMk/>
            <pc:sldMk cId="3758113492" sldId="276"/>
            <ac:spMk id="14" creationId="{E67DA372-9D93-00A1-7A23-29A0FAF2CFC0}"/>
          </ac:spMkLst>
        </pc:spChg>
        <pc:spChg chg="add mod">
          <ac:chgData name="弘樹 中村" userId="a025bb5ecfdc7ca2" providerId="LiveId" clId="{AC29752E-9633-413F-A998-E9529B1C9327}" dt="2025-11-26T08:03:40.192" v="4499" actId="1038"/>
          <ac:spMkLst>
            <pc:docMk/>
            <pc:sldMk cId="3758113492" sldId="276"/>
            <ac:spMk id="16" creationId="{50F46E8A-8156-E4C6-99E2-CAF97CC54475}"/>
          </ac:spMkLst>
        </pc:spChg>
        <pc:spChg chg="add mod">
          <ac:chgData name="弘樹 中村" userId="a025bb5ecfdc7ca2" providerId="LiveId" clId="{AC29752E-9633-413F-A998-E9529B1C9327}" dt="2025-11-26T08:03:40.192" v="4499" actId="1038"/>
          <ac:spMkLst>
            <pc:docMk/>
            <pc:sldMk cId="3758113492" sldId="276"/>
            <ac:spMk id="17" creationId="{7C742F23-8601-ACD2-F335-E3A5F91CD28B}"/>
          </ac:spMkLst>
        </pc:spChg>
        <pc:spChg chg="add mod">
          <ac:chgData name="弘樹 中村" userId="a025bb5ecfdc7ca2" providerId="LiveId" clId="{AC29752E-9633-413F-A998-E9529B1C9327}" dt="2025-11-26T08:15:49.243" v="5499" actId="1036"/>
          <ac:spMkLst>
            <pc:docMk/>
            <pc:sldMk cId="3758113492" sldId="276"/>
            <ac:spMk id="18" creationId="{ABABD34D-D65B-8DE5-0476-92F06D74B0E2}"/>
          </ac:spMkLst>
        </pc:spChg>
        <pc:spChg chg="add mod">
          <ac:chgData name="弘樹 中村" userId="a025bb5ecfdc7ca2" providerId="LiveId" clId="{AC29752E-9633-413F-A998-E9529B1C9327}" dt="2025-11-26T08:16:19.429" v="5504" actId="20577"/>
          <ac:spMkLst>
            <pc:docMk/>
            <pc:sldMk cId="3758113492" sldId="276"/>
            <ac:spMk id="19" creationId="{822F2098-6DEA-561E-2E42-FE979A777ED9}"/>
          </ac:spMkLst>
        </pc:spChg>
        <pc:spChg chg="add mod">
          <ac:chgData name="弘樹 中村" userId="a025bb5ecfdc7ca2" providerId="LiveId" clId="{AC29752E-9633-413F-A998-E9529B1C9327}" dt="2025-11-26T08:15:49.243" v="5499" actId="1036"/>
          <ac:spMkLst>
            <pc:docMk/>
            <pc:sldMk cId="3758113492" sldId="276"/>
            <ac:spMk id="20" creationId="{DD88FA71-992B-7D55-835F-A369119D2A71}"/>
          </ac:spMkLst>
        </pc:spChg>
        <pc:spChg chg="add mod">
          <ac:chgData name="弘樹 中村" userId="a025bb5ecfdc7ca2" providerId="LiveId" clId="{AC29752E-9633-413F-A998-E9529B1C9327}" dt="2025-11-26T08:16:10.710" v="5501" actId="692"/>
          <ac:spMkLst>
            <pc:docMk/>
            <pc:sldMk cId="3758113492" sldId="276"/>
            <ac:spMk id="21" creationId="{51060E12-0AA4-641B-C18A-859BADCC9E3F}"/>
          </ac:spMkLst>
        </pc:spChg>
        <pc:spChg chg="add mod">
          <ac:chgData name="弘樹 中村" userId="a025bb5ecfdc7ca2" providerId="LiveId" clId="{AC29752E-9633-413F-A998-E9529B1C9327}" dt="2025-11-26T08:16:10.710" v="5501" actId="692"/>
          <ac:spMkLst>
            <pc:docMk/>
            <pc:sldMk cId="3758113492" sldId="276"/>
            <ac:spMk id="22" creationId="{D78E396F-6C59-B388-1301-A13C2CB69551}"/>
          </ac:spMkLst>
        </pc:spChg>
        <pc:spChg chg="add mod">
          <ac:chgData name="弘樹 中村" userId="a025bb5ecfdc7ca2" providerId="LiveId" clId="{AC29752E-9633-413F-A998-E9529B1C9327}" dt="2025-11-26T08:16:10.710" v="5501" actId="692"/>
          <ac:spMkLst>
            <pc:docMk/>
            <pc:sldMk cId="3758113492" sldId="276"/>
            <ac:spMk id="23" creationId="{A87CF794-258E-A1A1-6D51-3B0090157DB8}"/>
          </ac:spMkLst>
        </pc:spChg>
        <pc:spChg chg="add mod">
          <ac:chgData name="弘樹 中村" userId="a025bb5ecfdc7ca2" providerId="LiveId" clId="{AC29752E-9633-413F-A998-E9529B1C9327}" dt="2025-11-26T08:16:10.710" v="5501" actId="692"/>
          <ac:spMkLst>
            <pc:docMk/>
            <pc:sldMk cId="3758113492" sldId="276"/>
            <ac:spMk id="27" creationId="{F075CE55-A7AD-B36B-E7AB-8DC2D026D211}"/>
          </ac:spMkLst>
        </pc:spChg>
        <pc:spChg chg="add mod">
          <ac:chgData name="弘樹 中村" userId="a025bb5ecfdc7ca2" providerId="LiveId" clId="{AC29752E-9633-413F-A998-E9529B1C9327}" dt="2025-11-26T08:16:10.710" v="5501" actId="692"/>
          <ac:spMkLst>
            <pc:docMk/>
            <pc:sldMk cId="3758113492" sldId="276"/>
            <ac:spMk id="28" creationId="{C72096DA-7549-92E8-616F-1E72F34C76EF}"/>
          </ac:spMkLst>
        </pc:spChg>
        <pc:spChg chg="add mod">
          <ac:chgData name="弘樹 中村" userId="a025bb5ecfdc7ca2" providerId="LiveId" clId="{AC29752E-9633-413F-A998-E9529B1C9327}" dt="2025-11-26T08:16:10.710" v="5501" actId="692"/>
          <ac:spMkLst>
            <pc:docMk/>
            <pc:sldMk cId="3758113492" sldId="276"/>
            <ac:spMk id="29" creationId="{A04816CA-60DB-5C68-179E-286AE194D8DC}"/>
          </ac:spMkLst>
        </pc:spChg>
        <pc:spChg chg="add mod">
          <ac:chgData name="弘樹 中村" userId="a025bb5ecfdc7ca2" providerId="LiveId" clId="{AC29752E-9633-413F-A998-E9529B1C9327}" dt="2025-11-26T08:16:10.710" v="5501" actId="692"/>
          <ac:spMkLst>
            <pc:docMk/>
            <pc:sldMk cId="3758113492" sldId="276"/>
            <ac:spMk id="30" creationId="{CD3C1337-0A38-FE77-FCB6-D2806BB3051F}"/>
          </ac:spMkLst>
        </pc:spChg>
        <pc:spChg chg="add mod">
          <ac:chgData name="弘樹 中村" userId="a025bb5ecfdc7ca2" providerId="LiveId" clId="{AC29752E-9633-413F-A998-E9529B1C9327}" dt="2025-11-26T08:16:10.710" v="5501" actId="692"/>
          <ac:spMkLst>
            <pc:docMk/>
            <pc:sldMk cId="3758113492" sldId="276"/>
            <ac:spMk id="31" creationId="{3E9BD067-5CE9-8668-C114-362EA88C0EC0}"/>
          </ac:spMkLst>
        </pc:spChg>
        <pc:spChg chg="add mod">
          <ac:chgData name="弘樹 中村" userId="a025bb5ecfdc7ca2" providerId="LiveId" clId="{AC29752E-9633-413F-A998-E9529B1C9327}" dt="2025-11-26T08:16:10.710" v="5501" actId="692"/>
          <ac:spMkLst>
            <pc:docMk/>
            <pc:sldMk cId="3758113492" sldId="276"/>
            <ac:spMk id="32" creationId="{49B2A18B-1A12-170A-770C-1CA1AA3189A0}"/>
          </ac:spMkLst>
        </pc:spChg>
        <pc:spChg chg="add mod">
          <ac:chgData name="弘樹 中村" userId="a025bb5ecfdc7ca2" providerId="LiveId" clId="{AC29752E-9633-413F-A998-E9529B1C9327}" dt="2025-11-26T08:12:29.706" v="5283" actId="20577"/>
          <ac:spMkLst>
            <pc:docMk/>
            <pc:sldMk cId="3758113492" sldId="276"/>
            <ac:spMk id="34" creationId="{584AEA9A-0390-CC7E-E101-D2B666DF5B38}"/>
          </ac:spMkLst>
        </pc:spChg>
        <pc:spChg chg="add mod">
          <ac:chgData name="弘樹 中村" userId="a025bb5ecfdc7ca2" providerId="LiveId" clId="{AC29752E-9633-413F-A998-E9529B1C9327}" dt="2025-11-26T08:12:50.147" v="5362" actId="20577"/>
          <ac:spMkLst>
            <pc:docMk/>
            <pc:sldMk cId="3758113492" sldId="276"/>
            <ac:spMk id="35" creationId="{1C50A700-36C2-CBF3-1481-3A7EA6894C67}"/>
          </ac:spMkLst>
        </pc:spChg>
        <pc:spChg chg="add mod">
          <ac:chgData name="弘樹 中村" userId="a025bb5ecfdc7ca2" providerId="LiveId" clId="{AC29752E-9633-413F-A998-E9529B1C9327}" dt="2025-11-26T08:12:59.679" v="5384" actId="20577"/>
          <ac:spMkLst>
            <pc:docMk/>
            <pc:sldMk cId="3758113492" sldId="276"/>
            <ac:spMk id="36" creationId="{2E8EF2A6-5A8C-8158-0174-D125F6A1BD9A}"/>
          </ac:spMkLst>
        </pc:spChg>
        <pc:spChg chg="add mod">
          <ac:chgData name="弘樹 中村" userId="a025bb5ecfdc7ca2" providerId="LiveId" clId="{AC29752E-9633-413F-A998-E9529B1C9327}" dt="2025-11-26T08:13:21.615" v="5416" actId="20577"/>
          <ac:spMkLst>
            <pc:docMk/>
            <pc:sldMk cId="3758113492" sldId="276"/>
            <ac:spMk id="37" creationId="{673C0BB2-3D5E-A9F4-BBFA-4294C61B8B2B}"/>
          </ac:spMkLst>
        </pc:spChg>
        <pc:spChg chg="add mod">
          <ac:chgData name="弘樹 中村" userId="a025bb5ecfdc7ca2" providerId="LiveId" clId="{AC29752E-9633-413F-A998-E9529B1C9327}" dt="2025-11-26T08:13:46.767" v="5460" actId="20577"/>
          <ac:spMkLst>
            <pc:docMk/>
            <pc:sldMk cId="3758113492" sldId="276"/>
            <ac:spMk id="38" creationId="{7FD9EF35-D8DF-A1C9-8FA9-24E1C9D7C236}"/>
          </ac:spMkLst>
        </pc:spChg>
        <pc:spChg chg="add mod">
          <ac:chgData name="弘樹 中村" userId="a025bb5ecfdc7ca2" providerId="LiveId" clId="{AC29752E-9633-413F-A998-E9529B1C9327}" dt="2025-11-26T08:14:02.456" v="5496" actId="20577"/>
          <ac:spMkLst>
            <pc:docMk/>
            <pc:sldMk cId="3758113492" sldId="276"/>
            <ac:spMk id="39" creationId="{513C1AF8-7A9B-BA41-2AA0-DBA869146019}"/>
          </ac:spMkLst>
        </pc:spChg>
      </pc:sldChg>
      <pc:sldChg chg="addSp delSp modSp add mod">
        <pc:chgData name="弘樹 中村" userId="a025bb5ecfdc7ca2" providerId="LiveId" clId="{AC29752E-9633-413F-A998-E9529B1C9327}" dt="2025-12-13T03:45:00.607" v="6165" actId="255"/>
        <pc:sldMkLst>
          <pc:docMk/>
          <pc:sldMk cId="1657378982" sldId="282"/>
        </pc:sldMkLst>
        <pc:spChg chg="mod">
          <ac:chgData name="弘樹 中村" userId="a025bb5ecfdc7ca2" providerId="LiveId" clId="{AC29752E-9633-413F-A998-E9529B1C9327}" dt="2025-12-13T03:34:55.635" v="5652" actId="20577"/>
          <ac:spMkLst>
            <pc:docMk/>
            <pc:sldMk cId="1657378982" sldId="282"/>
            <ac:spMk id="4" creationId="{8A571B44-D375-78C4-8C0A-C508C750CC4B}"/>
          </ac:spMkLst>
        </pc:spChg>
        <pc:graphicFrameChg chg="add mod modGraphic">
          <ac:chgData name="弘樹 中村" userId="a025bb5ecfdc7ca2" providerId="LiveId" clId="{AC29752E-9633-413F-A998-E9529B1C9327}" dt="2025-12-13T03:45:00.607" v="6165" actId="255"/>
          <ac:graphicFrameMkLst>
            <pc:docMk/>
            <pc:sldMk cId="1657378982" sldId="282"/>
            <ac:graphicFrameMk id="6" creationId="{12620074-ED3D-4E35-32C9-B98BFF930AB1}"/>
          </ac:graphicFrameMkLst>
        </pc:graphicFrameChg>
      </pc:sldChg>
      <pc:sldChg chg="addSp modSp add mod ord">
        <pc:chgData name="弘樹 中村" userId="a025bb5ecfdc7ca2" providerId="LiveId" clId="{AC29752E-9633-413F-A998-E9529B1C9327}" dt="2025-12-14T01:17:25.338" v="6169"/>
        <pc:sldMkLst>
          <pc:docMk/>
          <pc:sldMk cId="4194565185" sldId="283"/>
        </pc:sldMkLst>
        <pc:spChg chg="mod">
          <ac:chgData name="弘樹 中村" userId="a025bb5ecfdc7ca2" providerId="LiveId" clId="{AC29752E-9633-413F-A998-E9529B1C9327}" dt="2025-12-13T03:37:03.023" v="5736" actId="20577"/>
          <ac:spMkLst>
            <pc:docMk/>
            <pc:sldMk cId="4194565185" sldId="283"/>
            <ac:spMk id="4" creationId="{5C5ECAB3-281C-C73B-2171-1532BF0062D0}"/>
          </ac:spMkLst>
        </pc:spChg>
        <pc:spChg chg="mod">
          <ac:chgData name="弘樹 中村" userId="a025bb5ecfdc7ca2" providerId="LiveId" clId="{AC29752E-9633-413F-A998-E9529B1C9327}" dt="2025-12-13T03:39:21.612" v="5856" actId="554"/>
          <ac:spMkLst>
            <pc:docMk/>
            <pc:sldMk cId="4194565185" sldId="283"/>
            <ac:spMk id="5" creationId="{5D8B55F6-A2C2-FCF8-66A7-E60FA851C604}"/>
          </ac:spMkLst>
        </pc:spChg>
        <pc:spChg chg="add mod">
          <ac:chgData name="弘樹 中村" userId="a025bb5ecfdc7ca2" providerId="LiveId" clId="{AC29752E-9633-413F-A998-E9529B1C9327}" dt="2025-12-13T03:42:03.678" v="5944" actId="1076"/>
          <ac:spMkLst>
            <pc:docMk/>
            <pc:sldMk cId="4194565185" sldId="283"/>
            <ac:spMk id="6" creationId="{CF9CE61D-9D86-FDD3-D5B8-969AC5366612}"/>
          </ac:spMkLst>
        </pc:spChg>
        <pc:spChg chg="add mod">
          <ac:chgData name="弘樹 中村" userId="a025bb5ecfdc7ca2" providerId="LiveId" clId="{AC29752E-9633-413F-A998-E9529B1C9327}" dt="2025-12-13T03:42:07.250" v="5945"/>
          <ac:spMkLst>
            <pc:docMk/>
            <pc:sldMk cId="4194565185" sldId="283"/>
            <ac:spMk id="7" creationId="{7EE94637-2744-B99B-C902-582030123518}"/>
          </ac:spMkLst>
        </pc:spChg>
        <pc:spChg chg="add mod">
          <ac:chgData name="弘樹 中村" userId="a025bb5ecfdc7ca2" providerId="LiveId" clId="{AC29752E-9633-413F-A998-E9529B1C9327}" dt="2025-12-13T03:42:08.201" v="5946"/>
          <ac:spMkLst>
            <pc:docMk/>
            <pc:sldMk cId="4194565185" sldId="283"/>
            <ac:spMk id="8" creationId="{11593A89-73DF-789B-294B-52AF5E55C33C}"/>
          </ac:spMkLst>
        </pc:spChg>
        <pc:spChg chg="add mod">
          <ac:chgData name="弘樹 中村" userId="a025bb5ecfdc7ca2" providerId="LiveId" clId="{AC29752E-9633-413F-A998-E9529B1C9327}" dt="2025-12-13T03:41:20.208" v="5906" actId="20577"/>
          <ac:spMkLst>
            <pc:docMk/>
            <pc:sldMk cId="4194565185" sldId="283"/>
            <ac:spMk id="9" creationId="{99F73615-037B-EC74-7A90-632A4430E67B}"/>
          </ac:spMkLst>
        </pc:spChg>
        <pc:spChg chg="add mod">
          <ac:chgData name="弘樹 中村" userId="a025bb5ecfdc7ca2" providerId="LiveId" clId="{AC29752E-9633-413F-A998-E9529B1C9327}" dt="2025-12-13T03:44:13.669" v="6051" actId="20577"/>
          <ac:spMkLst>
            <pc:docMk/>
            <pc:sldMk cId="4194565185" sldId="283"/>
            <ac:spMk id="12" creationId="{A591E279-201F-EE33-68EF-9D8E8A3F1C90}"/>
          </ac:spMkLst>
        </pc:spChg>
        <pc:spChg chg="add mod">
          <ac:chgData name="弘樹 中村" userId="a025bb5ecfdc7ca2" providerId="LiveId" clId="{AC29752E-9633-413F-A998-E9529B1C9327}" dt="2025-12-13T03:43:46.763" v="5972" actId="20577"/>
          <ac:spMkLst>
            <pc:docMk/>
            <pc:sldMk cId="4194565185" sldId="283"/>
            <ac:spMk id="13" creationId="{4857B1C8-1897-5EF7-AE24-D4149474D263}"/>
          </ac:spMkLst>
        </pc:spChg>
        <pc:spChg chg="add mod">
          <ac:chgData name="弘樹 中村" userId="a025bb5ecfdc7ca2" providerId="LiveId" clId="{AC29752E-9633-413F-A998-E9529B1C9327}" dt="2025-12-13T03:43:36.861" v="5967" actId="571"/>
          <ac:spMkLst>
            <pc:docMk/>
            <pc:sldMk cId="4194565185" sldId="283"/>
            <ac:spMk id="15" creationId="{B1C433CC-4904-A33A-CC35-666D2332EFB9}"/>
          </ac:spMkLst>
        </pc:spChg>
        <pc:spChg chg="add mod">
          <ac:chgData name="弘樹 中村" userId="a025bb5ecfdc7ca2" providerId="LiveId" clId="{AC29752E-9633-413F-A998-E9529B1C9327}" dt="2025-12-13T03:43:49.722" v="5974" actId="20577"/>
          <ac:spMkLst>
            <pc:docMk/>
            <pc:sldMk cId="4194565185" sldId="283"/>
            <ac:spMk id="16" creationId="{ED170B57-5790-9C7F-A197-85874927D3DC}"/>
          </ac:spMkLst>
        </pc:spChg>
        <pc:spChg chg="add mod">
          <ac:chgData name="弘樹 中村" userId="a025bb5ecfdc7ca2" providerId="LiveId" clId="{AC29752E-9633-413F-A998-E9529B1C9327}" dt="2025-12-13T03:43:42.285" v="5968" actId="571"/>
          <ac:spMkLst>
            <pc:docMk/>
            <pc:sldMk cId="4194565185" sldId="283"/>
            <ac:spMk id="18" creationId="{B4E5C92C-33A0-F2F6-25E5-DB0B450CF0C0}"/>
          </ac:spMkLst>
        </pc:spChg>
        <pc:cxnChg chg="add mod">
          <ac:chgData name="弘樹 中村" userId="a025bb5ecfdc7ca2" providerId="LiveId" clId="{AC29752E-9633-413F-A998-E9529B1C9327}" dt="2025-12-13T03:42:21.664" v="5950" actId="1035"/>
          <ac:cxnSpMkLst>
            <pc:docMk/>
            <pc:sldMk cId="4194565185" sldId="283"/>
            <ac:cxnSpMk id="11" creationId="{8639F152-13AE-1980-A231-3B8B1053C218}"/>
          </ac:cxnSpMkLst>
        </pc:cxnChg>
        <pc:cxnChg chg="add mod">
          <ac:chgData name="弘樹 中村" userId="a025bb5ecfdc7ca2" providerId="LiveId" clId="{AC29752E-9633-413F-A998-E9529B1C9327}" dt="2025-12-13T03:43:36.861" v="5967" actId="571"/>
          <ac:cxnSpMkLst>
            <pc:docMk/>
            <pc:sldMk cId="4194565185" sldId="283"/>
            <ac:cxnSpMk id="14" creationId="{F4330CC1-25E0-0D1A-43B7-58116425140D}"/>
          </ac:cxnSpMkLst>
        </pc:cxnChg>
        <pc:cxnChg chg="add mod">
          <ac:chgData name="弘樹 中村" userId="a025bb5ecfdc7ca2" providerId="LiveId" clId="{AC29752E-9633-413F-A998-E9529B1C9327}" dt="2025-12-13T03:43:42.285" v="5968" actId="571"/>
          <ac:cxnSpMkLst>
            <pc:docMk/>
            <pc:sldMk cId="4194565185" sldId="283"/>
            <ac:cxnSpMk id="17" creationId="{FFE01D81-F897-665A-748F-AFEF2D4A537C}"/>
          </ac:cxnSpMkLst>
        </pc:cxnChg>
      </pc:sldChg>
      <pc:sldChg chg="addSp modSp add mod">
        <pc:chgData name="弘樹 中村" userId="a025bb5ecfdc7ca2" providerId="LiveId" clId="{AC29752E-9633-413F-A998-E9529B1C9327}" dt="2025-12-26T05:41:29.195" v="6278" actId="11529"/>
        <pc:sldMkLst>
          <pc:docMk/>
          <pc:sldMk cId="1755686314" sldId="284"/>
        </pc:sldMkLst>
        <pc:spChg chg="mod">
          <ac:chgData name="弘樹 中村" userId="a025bb5ecfdc7ca2" providerId="LiveId" clId="{AC29752E-9633-413F-A998-E9529B1C9327}" dt="2025-12-26T05:37:22.532" v="6177" actId="20577"/>
          <ac:spMkLst>
            <pc:docMk/>
            <pc:sldMk cId="1755686314" sldId="284"/>
            <ac:spMk id="4" creationId="{489FA472-DE0B-9C11-7074-251D2B33E68D}"/>
          </ac:spMkLst>
        </pc:spChg>
        <pc:spChg chg="mod">
          <ac:chgData name="弘樹 中村" userId="a025bb5ecfdc7ca2" providerId="LiveId" clId="{AC29752E-9633-413F-A998-E9529B1C9327}" dt="2025-12-26T05:41:12.359" v="6276" actId="20577"/>
          <ac:spMkLst>
            <pc:docMk/>
            <pc:sldMk cId="1755686314" sldId="284"/>
            <ac:spMk id="5" creationId="{C06EAEDA-0E19-FEF0-681E-3BA0927BCE89}"/>
          </ac:spMkLst>
        </pc:spChg>
        <pc:spChg chg="add mod">
          <ac:chgData name="弘樹 中村" userId="a025bb5ecfdc7ca2" providerId="LiveId" clId="{AC29752E-9633-413F-A998-E9529B1C9327}" dt="2025-12-26T05:38:08.100" v="6182" actId="1076"/>
          <ac:spMkLst>
            <pc:docMk/>
            <pc:sldMk cId="1755686314" sldId="284"/>
            <ac:spMk id="6" creationId="{AFCCD529-85AB-8A88-A1E8-9A2C587719BC}"/>
          </ac:spMkLst>
        </pc:spChg>
        <pc:spChg chg="add mod">
          <ac:chgData name="弘樹 中村" userId="a025bb5ecfdc7ca2" providerId="LiveId" clId="{AC29752E-9633-413F-A998-E9529B1C9327}" dt="2025-12-26T05:38:25.817" v="6185" actId="1076"/>
          <ac:spMkLst>
            <pc:docMk/>
            <pc:sldMk cId="1755686314" sldId="284"/>
            <ac:spMk id="7" creationId="{BF96AE94-65A1-C877-9775-ADAA00D10BB0}"/>
          </ac:spMkLst>
        </pc:spChg>
        <pc:spChg chg="add mod">
          <ac:chgData name="弘樹 中村" userId="a025bb5ecfdc7ca2" providerId="LiveId" clId="{AC29752E-9633-413F-A998-E9529B1C9327}" dt="2025-12-26T05:38:30.426" v="6186" actId="571"/>
          <ac:spMkLst>
            <pc:docMk/>
            <pc:sldMk cId="1755686314" sldId="284"/>
            <ac:spMk id="8" creationId="{BB464C96-12F4-93C2-7ACD-B80846D470F0}"/>
          </ac:spMkLst>
        </pc:spChg>
        <pc:spChg chg="add mod">
          <ac:chgData name="弘樹 中村" userId="a025bb5ecfdc7ca2" providerId="LiveId" clId="{AC29752E-9633-413F-A998-E9529B1C9327}" dt="2025-12-26T05:38:35.316" v="6187" actId="571"/>
          <ac:spMkLst>
            <pc:docMk/>
            <pc:sldMk cId="1755686314" sldId="284"/>
            <ac:spMk id="9" creationId="{D99B5B17-43F8-00E6-AE07-1D644DC5453F}"/>
          </ac:spMkLst>
        </pc:spChg>
        <pc:spChg chg="add mod">
          <ac:chgData name="弘樹 中村" userId="a025bb5ecfdc7ca2" providerId="LiveId" clId="{AC29752E-9633-413F-A998-E9529B1C9327}" dt="2025-12-26T05:38:47.469" v="6202" actId="1036"/>
          <ac:spMkLst>
            <pc:docMk/>
            <pc:sldMk cId="1755686314" sldId="284"/>
            <ac:spMk id="10" creationId="{475C7925-E561-AD7D-5BD4-B610A3A892CA}"/>
          </ac:spMkLst>
        </pc:spChg>
        <pc:spChg chg="add mod">
          <ac:chgData name="弘樹 中村" userId="a025bb5ecfdc7ca2" providerId="LiveId" clId="{AC29752E-9633-413F-A998-E9529B1C9327}" dt="2025-12-26T05:38:54.585" v="6203" actId="571"/>
          <ac:spMkLst>
            <pc:docMk/>
            <pc:sldMk cId="1755686314" sldId="284"/>
            <ac:spMk id="11" creationId="{0C5CAA25-2884-01AD-5B68-2469DCE64A67}"/>
          </ac:spMkLst>
        </pc:spChg>
        <pc:spChg chg="add mod">
          <ac:chgData name="弘樹 中村" userId="a025bb5ecfdc7ca2" providerId="LiveId" clId="{AC29752E-9633-413F-A998-E9529B1C9327}" dt="2025-12-26T05:40:19.427" v="6211" actId="1076"/>
          <ac:spMkLst>
            <pc:docMk/>
            <pc:sldMk cId="1755686314" sldId="284"/>
            <ac:spMk id="24" creationId="{760BF985-7FE1-4EAA-AF00-9528DF8AE232}"/>
          </ac:spMkLst>
        </pc:spChg>
        <pc:spChg chg="add mod">
          <ac:chgData name="弘樹 中村" userId="a025bb5ecfdc7ca2" providerId="LiveId" clId="{AC29752E-9633-413F-A998-E9529B1C9327}" dt="2025-12-26T05:40:23.755" v="6212" actId="571"/>
          <ac:spMkLst>
            <pc:docMk/>
            <pc:sldMk cId="1755686314" sldId="284"/>
            <ac:spMk id="25" creationId="{662512F0-8099-B42F-A38C-1A803489F5E7}"/>
          </ac:spMkLst>
        </pc:spChg>
        <pc:spChg chg="add mod">
          <ac:chgData name="弘樹 中村" userId="a025bb5ecfdc7ca2" providerId="LiveId" clId="{AC29752E-9633-413F-A998-E9529B1C9327}" dt="2025-12-26T05:41:18.019" v="6277" actId="571"/>
          <ac:spMkLst>
            <pc:docMk/>
            <pc:sldMk cId="1755686314" sldId="284"/>
            <ac:spMk id="31" creationId="{CE00CB7D-86A6-33A3-6E71-F75BEB181F05}"/>
          </ac:spMkLst>
        </pc:spChg>
        <pc:cxnChg chg="add mod">
          <ac:chgData name="弘樹 中村" userId="a025bb5ecfdc7ca2" providerId="LiveId" clId="{AC29752E-9633-413F-A998-E9529B1C9327}" dt="2025-12-26T05:39:15.429" v="6205" actId="14100"/>
          <ac:cxnSpMkLst>
            <pc:docMk/>
            <pc:sldMk cId="1755686314" sldId="284"/>
            <ac:cxnSpMk id="13" creationId="{FF57BF83-E189-450F-49B7-4FDE9A2D9540}"/>
          </ac:cxnSpMkLst>
        </pc:cxnChg>
        <pc:cxnChg chg="add">
          <ac:chgData name="弘樹 中村" userId="a025bb5ecfdc7ca2" providerId="LiveId" clId="{AC29752E-9633-413F-A998-E9529B1C9327}" dt="2025-12-26T05:39:34.095" v="6206" actId="11529"/>
          <ac:cxnSpMkLst>
            <pc:docMk/>
            <pc:sldMk cId="1755686314" sldId="284"/>
            <ac:cxnSpMk id="16" creationId="{DB1D3BC1-BD34-7972-D266-B1B52423D8E6}"/>
          </ac:cxnSpMkLst>
        </pc:cxnChg>
        <pc:cxnChg chg="add">
          <ac:chgData name="弘樹 中村" userId="a025bb5ecfdc7ca2" providerId="LiveId" clId="{AC29752E-9633-413F-A998-E9529B1C9327}" dt="2025-12-26T05:39:44.706" v="6207" actId="11529"/>
          <ac:cxnSpMkLst>
            <pc:docMk/>
            <pc:sldMk cId="1755686314" sldId="284"/>
            <ac:cxnSpMk id="18" creationId="{A4223461-020D-4954-EDD7-FE7F9F0BBC15}"/>
          </ac:cxnSpMkLst>
        </pc:cxnChg>
        <pc:cxnChg chg="add">
          <ac:chgData name="弘樹 中村" userId="a025bb5ecfdc7ca2" providerId="LiveId" clId="{AC29752E-9633-413F-A998-E9529B1C9327}" dt="2025-12-26T05:39:55.332" v="6208" actId="11529"/>
          <ac:cxnSpMkLst>
            <pc:docMk/>
            <pc:sldMk cId="1755686314" sldId="284"/>
            <ac:cxnSpMk id="20" creationId="{43257997-C114-9545-5C01-3CE8AB7C64E5}"/>
          </ac:cxnSpMkLst>
        </pc:cxnChg>
        <pc:cxnChg chg="add">
          <ac:chgData name="弘樹 中村" userId="a025bb5ecfdc7ca2" providerId="LiveId" clId="{AC29752E-9633-413F-A998-E9529B1C9327}" dt="2025-12-26T05:40:04.474" v="6209" actId="11529"/>
          <ac:cxnSpMkLst>
            <pc:docMk/>
            <pc:sldMk cId="1755686314" sldId="284"/>
            <ac:cxnSpMk id="22" creationId="{EC1347D3-B545-167D-AFE9-DA66F55D8F1E}"/>
          </ac:cxnSpMkLst>
        </pc:cxnChg>
        <pc:cxnChg chg="add">
          <ac:chgData name="弘樹 中村" userId="a025bb5ecfdc7ca2" providerId="LiveId" clId="{AC29752E-9633-413F-A998-E9529B1C9327}" dt="2025-12-26T05:40:33.567" v="6213" actId="11529"/>
          <ac:cxnSpMkLst>
            <pc:docMk/>
            <pc:sldMk cId="1755686314" sldId="284"/>
            <ac:cxnSpMk id="27" creationId="{7CEAA139-80AF-54E8-6A4A-99A545BF5873}"/>
          </ac:cxnSpMkLst>
        </pc:cxnChg>
        <pc:cxnChg chg="add">
          <ac:chgData name="弘樹 中村" userId="a025bb5ecfdc7ca2" providerId="LiveId" clId="{AC29752E-9633-413F-A998-E9529B1C9327}" dt="2025-12-26T05:40:41.537" v="6214" actId="11529"/>
          <ac:cxnSpMkLst>
            <pc:docMk/>
            <pc:sldMk cId="1755686314" sldId="284"/>
            <ac:cxnSpMk id="29" creationId="{06F7B911-FDC2-A061-F267-E5CEB483140E}"/>
          </ac:cxnSpMkLst>
        </pc:cxnChg>
        <pc:cxnChg chg="add">
          <ac:chgData name="弘樹 中村" userId="a025bb5ecfdc7ca2" providerId="LiveId" clId="{AC29752E-9633-413F-A998-E9529B1C9327}" dt="2025-12-26T05:41:29.195" v="6278" actId="11529"/>
          <ac:cxnSpMkLst>
            <pc:docMk/>
            <pc:sldMk cId="1755686314" sldId="284"/>
            <ac:cxnSpMk id="33" creationId="{FAD21DEE-C882-CA99-F1AE-40F2F995A5FF}"/>
          </ac:cxnSpMkLst>
        </pc:cxnChg>
      </pc:sldChg>
      <pc:sldChg chg="addSp delSp modSp add mod">
        <pc:chgData name="弘樹 中村" userId="a025bb5ecfdc7ca2" providerId="LiveId" clId="{AC29752E-9633-413F-A998-E9529B1C9327}" dt="2025-12-26T05:44:01.444" v="6401" actId="20577"/>
        <pc:sldMkLst>
          <pc:docMk/>
          <pc:sldMk cId="11201252" sldId="285"/>
        </pc:sldMkLst>
        <pc:spChg chg="mod">
          <ac:chgData name="弘樹 中村" userId="a025bb5ecfdc7ca2" providerId="LiveId" clId="{AC29752E-9633-413F-A998-E9529B1C9327}" dt="2025-12-26T05:41:56.648" v="6294" actId="20577"/>
          <ac:spMkLst>
            <pc:docMk/>
            <pc:sldMk cId="11201252" sldId="285"/>
            <ac:spMk id="4" creationId="{E34C69B8-1CC7-7929-D7CF-4F0F7833D1B0}"/>
          </ac:spMkLst>
        </pc:spChg>
        <pc:spChg chg="del">
          <ac:chgData name="弘樹 中村" userId="a025bb5ecfdc7ca2" providerId="LiveId" clId="{AC29752E-9633-413F-A998-E9529B1C9327}" dt="2025-12-26T05:41:50.909" v="6280" actId="478"/>
          <ac:spMkLst>
            <pc:docMk/>
            <pc:sldMk cId="11201252" sldId="285"/>
            <ac:spMk id="5" creationId="{8B4A53A6-BB4E-D266-5B94-328FF35DCD2E}"/>
          </ac:spMkLst>
        </pc:spChg>
        <pc:spChg chg="add mod">
          <ac:chgData name="弘樹 中村" userId="a025bb5ecfdc7ca2" providerId="LiveId" clId="{AC29752E-9633-413F-A998-E9529B1C9327}" dt="2025-12-26T05:44:01.444" v="6401" actId="20577"/>
          <ac:spMkLst>
            <pc:docMk/>
            <pc:sldMk cId="11201252" sldId="285"/>
            <ac:spMk id="6" creationId="{1E917474-F5C8-9688-1FB7-23F9F8CC3DD9}"/>
          </ac:spMkLst>
        </pc:spChg>
        <pc:spChg chg="add mod">
          <ac:chgData name="弘樹 中村" userId="a025bb5ecfdc7ca2" providerId="LiveId" clId="{AC29752E-9633-413F-A998-E9529B1C9327}" dt="2025-12-26T05:43:43.232" v="6357" actId="1037"/>
          <ac:spMkLst>
            <pc:docMk/>
            <pc:sldMk cId="11201252" sldId="285"/>
            <ac:spMk id="7" creationId="{9D4F47B0-899C-DC8A-EBC0-814235BD8BE4}"/>
          </ac:spMkLst>
        </pc:spChg>
        <pc:spChg chg="add mod">
          <ac:chgData name="弘樹 中村" userId="a025bb5ecfdc7ca2" providerId="LiveId" clId="{AC29752E-9633-413F-A998-E9529B1C9327}" dt="2025-12-26T05:43:43.232" v="6357" actId="1037"/>
          <ac:spMkLst>
            <pc:docMk/>
            <pc:sldMk cId="11201252" sldId="285"/>
            <ac:spMk id="8" creationId="{0C36EA1A-89D2-F22A-3A35-6B130850FD8C}"/>
          </ac:spMkLst>
        </pc:spChg>
        <pc:spChg chg="add mod">
          <ac:chgData name="弘樹 中村" userId="a025bb5ecfdc7ca2" providerId="LiveId" clId="{AC29752E-9633-413F-A998-E9529B1C9327}" dt="2025-12-26T05:43:43.232" v="6357" actId="1037"/>
          <ac:spMkLst>
            <pc:docMk/>
            <pc:sldMk cId="11201252" sldId="285"/>
            <ac:spMk id="9" creationId="{D3B4CFBC-9A2D-087F-7C20-2940C4916562}"/>
          </ac:spMkLst>
        </pc:spChg>
      </pc:sldChg>
      <pc:sldChg chg="addSp delSp modSp add mod">
        <pc:chgData name="弘樹 中村" userId="a025bb5ecfdc7ca2" providerId="LiveId" clId="{AC29752E-9633-413F-A998-E9529B1C9327}" dt="2025-12-26T05:47:03.039" v="6526" actId="11529"/>
        <pc:sldMkLst>
          <pc:docMk/>
          <pc:sldMk cId="3458348416" sldId="286"/>
        </pc:sldMkLst>
        <pc:spChg chg="del mod">
          <ac:chgData name="弘樹 中村" userId="a025bb5ecfdc7ca2" providerId="LiveId" clId="{AC29752E-9633-413F-A998-E9529B1C9327}" dt="2025-12-26T05:44:17.432" v="6405" actId="478"/>
          <ac:spMkLst>
            <pc:docMk/>
            <pc:sldMk cId="3458348416" sldId="286"/>
            <ac:spMk id="5" creationId="{1150BACA-BB28-42DC-EFC9-28B8C7655F54}"/>
          </ac:spMkLst>
        </pc:spChg>
        <pc:spChg chg="add mod">
          <ac:chgData name="弘樹 中村" userId="a025bb5ecfdc7ca2" providerId="LiveId" clId="{AC29752E-9633-413F-A998-E9529B1C9327}" dt="2025-12-26T05:44:51.689" v="6476" actId="20577"/>
          <ac:spMkLst>
            <pc:docMk/>
            <pc:sldMk cId="3458348416" sldId="286"/>
            <ac:spMk id="6" creationId="{1A28CD4B-8D98-6C58-B926-910BBD3D40C2}"/>
          </ac:spMkLst>
        </pc:spChg>
        <pc:spChg chg="add mod">
          <ac:chgData name="弘樹 中村" userId="a025bb5ecfdc7ca2" providerId="LiveId" clId="{AC29752E-9633-413F-A998-E9529B1C9327}" dt="2025-12-26T05:45:11.695" v="6480" actId="14100"/>
          <ac:spMkLst>
            <pc:docMk/>
            <pc:sldMk cId="3458348416" sldId="286"/>
            <ac:spMk id="7" creationId="{8FBACA13-C4C3-ADA5-D958-247C482FF7CC}"/>
          </ac:spMkLst>
        </pc:spChg>
        <pc:spChg chg="add mod">
          <ac:chgData name="弘樹 中村" userId="a025bb5ecfdc7ca2" providerId="LiveId" clId="{AC29752E-9633-413F-A998-E9529B1C9327}" dt="2025-12-26T05:45:21.197" v="6482" actId="1076"/>
          <ac:spMkLst>
            <pc:docMk/>
            <pc:sldMk cId="3458348416" sldId="286"/>
            <ac:spMk id="8" creationId="{C1E093C0-7AB5-C963-456C-CE98FF74E293}"/>
          </ac:spMkLst>
        </pc:spChg>
        <pc:spChg chg="add mod">
          <ac:chgData name="弘樹 中村" userId="a025bb5ecfdc7ca2" providerId="LiveId" clId="{AC29752E-9633-413F-A998-E9529B1C9327}" dt="2025-12-26T05:45:34.922" v="6484" actId="1076"/>
          <ac:spMkLst>
            <pc:docMk/>
            <pc:sldMk cId="3458348416" sldId="286"/>
            <ac:spMk id="9" creationId="{1510F148-CC65-E1B6-A1AD-621048BCA661}"/>
          </ac:spMkLst>
        </pc:spChg>
        <pc:spChg chg="add mod">
          <ac:chgData name="弘樹 中村" userId="a025bb5ecfdc7ca2" providerId="LiveId" clId="{AC29752E-9633-413F-A998-E9529B1C9327}" dt="2025-12-26T05:45:43.120" v="6485" actId="571"/>
          <ac:spMkLst>
            <pc:docMk/>
            <pc:sldMk cId="3458348416" sldId="286"/>
            <ac:spMk id="10" creationId="{7A6F9553-D4E5-65E4-38F5-AA12FDA2DD31}"/>
          </ac:spMkLst>
        </pc:spChg>
        <pc:spChg chg="add mod">
          <ac:chgData name="弘樹 中村" userId="a025bb5ecfdc7ca2" providerId="LiveId" clId="{AC29752E-9633-413F-A998-E9529B1C9327}" dt="2025-12-26T05:46:53.987" v="6525" actId="1036"/>
          <ac:spMkLst>
            <pc:docMk/>
            <pc:sldMk cId="3458348416" sldId="286"/>
            <ac:spMk id="11" creationId="{399197AE-1B1E-ECF2-0D53-C4C96DDF5D1F}"/>
          </ac:spMkLst>
        </pc:spChg>
        <pc:cxnChg chg="add">
          <ac:chgData name="弘樹 中村" userId="a025bb5ecfdc7ca2" providerId="LiveId" clId="{AC29752E-9633-413F-A998-E9529B1C9327}" dt="2025-12-26T05:46:03.262" v="6513" actId="11529"/>
          <ac:cxnSpMkLst>
            <pc:docMk/>
            <pc:sldMk cId="3458348416" sldId="286"/>
            <ac:cxnSpMk id="13" creationId="{AD30A600-E26A-A185-3EB8-6F5D87B8AC18}"/>
          </ac:cxnSpMkLst>
        </pc:cxnChg>
        <pc:cxnChg chg="add">
          <ac:chgData name="弘樹 中村" userId="a025bb5ecfdc7ca2" providerId="LiveId" clId="{AC29752E-9633-413F-A998-E9529B1C9327}" dt="2025-12-26T05:46:11.031" v="6514" actId="11529"/>
          <ac:cxnSpMkLst>
            <pc:docMk/>
            <pc:sldMk cId="3458348416" sldId="286"/>
            <ac:cxnSpMk id="15" creationId="{D6935BB0-5E93-1FBF-00CE-5E78DCB80AAF}"/>
          </ac:cxnSpMkLst>
        </pc:cxnChg>
        <pc:cxnChg chg="add">
          <ac:chgData name="弘樹 中村" userId="a025bb5ecfdc7ca2" providerId="LiveId" clId="{AC29752E-9633-413F-A998-E9529B1C9327}" dt="2025-12-26T05:46:23.420" v="6515" actId="11529"/>
          <ac:cxnSpMkLst>
            <pc:docMk/>
            <pc:sldMk cId="3458348416" sldId="286"/>
            <ac:cxnSpMk id="17" creationId="{E5DED94B-2B7B-1C12-F9C9-6AEBD9651D68}"/>
          </ac:cxnSpMkLst>
        </pc:cxnChg>
        <pc:cxnChg chg="add">
          <ac:chgData name="弘樹 中村" userId="a025bb5ecfdc7ca2" providerId="LiveId" clId="{AC29752E-9633-413F-A998-E9529B1C9327}" dt="2025-12-26T05:46:36.034" v="6516" actId="11529"/>
          <ac:cxnSpMkLst>
            <pc:docMk/>
            <pc:sldMk cId="3458348416" sldId="286"/>
            <ac:cxnSpMk id="19" creationId="{64192DD3-D1F4-C045-168A-E3DDCC4CA542}"/>
          </ac:cxnSpMkLst>
        </pc:cxnChg>
        <pc:cxnChg chg="add mod">
          <ac:chgData name="弘樹 中村" userId="a025bb5ecfdc7ca2" providerId="LiveId" clId="{AC29752E-9633-413F-A998-E9529B1C9327}" dt="2025-12-26T05:46:53.987" v="6525" actId="1036"/>
          <ac:cxnSpMkLst>
            <pc:docMk/>
            <pc:sldMk cId="3458348416" sldId="286"/>
            <ac:cxnSpMk id="21" creationId="{08F557FD-AD71-DEEE-AF2F-EDFEE78E6D1D}"/>
          </ac:cxnSpMkLst>
        </pc:cxnChg>
        <pc:cxnChg chg="add">
          <ac:chgData name="弘樹 中村" userId="a025bb5ecfdc7ca2" providerId="LiveId" clId="{AC29752E-9633-413F-A998-E9529B1C9327}" dt="2025-12-26T05:47:03.039" v="6526" actId="11529"/>
          <ac:cxnSpMkLst>
            <pc:docMk/>
            <pc:sldMk cId="3458348416" sldId="286"/>
            <ac:cxnSpMk id="23" creationId="{4C20A49C-14B3-C7C5-B82D-ED93CFFBD69E}"/>
          </ac:cxnSpMkLst>
        </pc:cxnChg>
      </pc:sldChg>
      <pc:sldChg chg="addSp delSp modSp add mod">
        <pc:chgData name="弘樹 中村" userId="a025bb5ecfdc7ca2" providerId="LiveId" clId="{AC29752E-9633-413F-A998-E9529B1C9327}" dt="2025-12-26T05:53:16.055" v="6793" actId="20577"/>
        <pc:sldMkLst>
          <pc:docMk/>
          <pc:sldMk cId="2373643351" sldId="287"/>
        </pc:sldMkLst>
        <pc:spChg chg="mod">
          <ac:chgData name="弘樹 中村" userId="a025bb5ecfdc7ca2" providerId="LiveId" clId="{AC29752E-9633-413F-A998-E9529B1C9327}" dt="2025-12-26T05:53:16.055" v="6793" actId="20577"/>
          <ac:spMkLst>
            <pc:docMk/>
            <pc:sldMk cId="2373643351" sldId="287"/>
            <ac:spMk id="4" creationId="{36178834-2868-A913-580E-E18E96C56795}"/>
          </ac:spMkLst>
        </pc:spChg>
        <pc:spChg chg="del">
          <ac:chgData name="弘樹 中村" userId="a025bb5ecfdc7ca2" providerId="LiveId" clId="{AC29752E-9633-413F-A998-E9529B1C9327}" dt="2025-12-26T05:47:57.987" v="6532" actId="478"/>
          <ac:spMkLst>
            <pc:docMk/>
            <pc:sldMk cId="2373643351" sldId="287"/>
            <ac:spMk id="5" creationId="{67AAA4EB-5F14-CD56-4667-D3DC6E9605AB}"/>
          </ac:spMkLst>
        </pc:spChg>
        <pc:spChg chg="add mod">
          <ac:chgData name="弘樹 中村" userId="a025bb5ecfdc7ca2" providerId="LiveId" clId="{AC29752E-9633-413F-A998-E9529B1C9327}" dt="2025-12-26T05:53:02.713" v="6774" actId="14100"/>
          <ac:spMkLst>
            <pc:docMk/>
            <pc:sldMk cId="2373643351" sldId="287"/>
            <ac:spMk id="6" creationId="{ED213100-5A00-33EE-9D66-9F4B80EDC912}"/>
          </ac:spMkLst>
        </pc:spChg>
        <pc:spChg chg="add mod">
          <ac:chgData name="弘樹 中村" userId="a025bb5ecfdc7ca2" providerId="LiveId" clId="{AC29752E-9633-413F-A998-E9529B1C9327}" dt="2025-12-26T05:51:42.538" v="6748" actId="554"/>
          <ac:spMkLst>
            <pc:docMk/>
            <pc:sldMk cId="2373643351" sldId="287"/>
            <ac:spMk id="7" creationId="{E2CAA30F-7605-91FD-B28B-D95562F347C8}"/>
          </ac:spMkLst>
        </pc:spChg>
        <pc:spChg chg="add del mod">
          <ac:chgData name="弘樹 中村" userId="a025bb5ecfdc7ca2" providerId="LiveId" clId="{AC29752E-9633-413F-A998-E9529B1C9327}" dt="2025-12-26T05:49:20.132" v="6616" actId="478"/>
          <ac:spMkLst>
            <pc:docMk/>
            <pc:sldMk cId="2373643351" sldId="287"/>
            <ac:spMk id="8" creationId="{BA7B3FEE-E417-B30A-7D23-BFC10E3197BE}"/>
          </ac:spMkLst>
        </pc:spChg>
        <pc:spChg chg="add mod">
          <ac:chgData name="弘樹 中村" userId="a025bb5ecfdc7ca2" providerId="LiveId" clId="{AC29752E-9633-413F-A998-E9529B1C9327}" dt="2025-12-26T05:52:39.488" v="6760" actId="20577"/>
          <ac:spMkLst>
            <pc:docMk/>
            <pc:sldMk cId="2373643351" sldId="287"/>
            <ac:spMk id="9" creationId="{A7ABA4E8-B1BF-A126-2D21-4F04FD4DCF1D}"/>
          </ac:spMkLst>
        </pc:spChg>
        <pc:spChg chg="add mod">
          <ac:chgData name="弘樹 中村" userId="a025bb5ecfdc7ca2" providerId="LiveId" clId="{AC29752E-9633-413F-A998-E9529B1C9327}" dt="2025-12-26T05:52:45.241" v="6765" actId="20577"/>
          <ac:spMkLst>
            <pc:docMk/>
            <pc:sldMk cId="2373643351" sldId="287"/>
            <ac:spMk id="10" creationId="{DA8602C4-38F3-5E3D-BACE-BC1DC4915A4D}"/>
          </ac:spMkLst>
        </pc:spChg>
        <pc:spChg chg="add mod">
          <ac:chgData name="弘樹 中村" userId="a025bb5ecfdc7ca2" providerId="LiveId" clId="{AC29752E-9633-413F-A998-E9529B1C9327}" dt="2025-12-26T05:50:30.472" v="6734" actId="1038"/>
          <ac:spMkLst>
            <pc:docMk/>
            <pc:sldMk cId="2373643351" sldId="287"/>
            <ac:spMk id="11" creationId="{C76B0296-ADEF-1E67-84D5-9FB318D22DC0}"/>
          </ac:spMkLst>
        </pc:spChg>
        <pc:spChg chg="add mod">
          <ac:chgData name="弘樹 中村" userId="a025bb5ecfdc7ca2" providerId="LiveId" clId="{AC29752E-9633-413F-A998-E9529B1C9327}" dt="2025-12-26T05:52:49.570" v="6768" actId="20577"/>
          <ac:spMkLst>
            <pc:docMk/>
            <pc:sldMk cId="2373643351" sldId="287"/>
            <ac:spMk id="12" creationId="{31B1B0AD-A018-37F6-DC44-3564E4A6EACD}"/>
          </ac:spMkLst>
        </pc:spChg>
        <pc:spChg chg="add mod">
          <ac:chgData name="弘樹 中村" userId="a025bb5ecfdc7ca2" providerId="LiveId" clId="{AC29752E-9633-413F-A998-E9529B1C9327}" dt="2025-12-26T05:52:56.745" v="6773" actId="20577"/>
          <ac:spMkLst>
            <pc:docMk/>
            <pc:sldMk cId="2373643351" sldId="287"/>
            <ac:spMk id="13" creationId="{71DDF908-229C-5FA1-F391-466081DE359D}"/>
          </ac:spMkLst>
        </pc:spChg>
        <pc:spChg chg="add del mod">
          <ac:chgData name="弘樹 中村" userId="a025bb5ecfdc7ca2" providerId="LiveId" clId="{AC29752E-9633-413F-A998-E9529B1C9327}" dt="2025-12-26T05:51:00.135" v="6736" actId="478"/>
          <ac:spMkLst>
            <pc:docMk/>
            <pc:sldMk cId="2373643351" sldId="287"/>
            <ac:spMk id="14" creationId="{585AA70E-7F2E-8CFC-5DAF-C85D634165AD}"/>
          </ac:spMkLst>
        </pc:spChg>
        <pc:spChg chg="add mod">
          <ac:chgData name="弘樹 中村" userId="a025bb5ecfdc7ca2" providerId="LiveId" clId="{AC29752E-9633-413F-A998-E9529B1C9327}" dt="2025-12-26T05:51:42.538" v="6748" actId="554"/>
          <ac:spMkLst>
            <pc:docMk/>
            <pc:sldMk cId="2373643351" sldId="287"/>
            <ac:spMk id="15" creationId="{FEAB997B-3B1A-7A4B-C1E3-F43035A0EB1B}"/>
          </ac:spMkLst>
        </pc:spChg>
        <pc:spChg chg="add mod">
          <ac:chgData name="弘樹 中村" userId="a025bb5ecfdc7ca2" providerId="LiveId" clId="{AC29752E-9633-413F-A998-E9529B1C9327}" dt="2025-12-26T05:51:48.913" v="6749" actId="554"/>
          <ac:spMkLst>
            <pc:docMk/>
            <pc:sldMk cId="2373643351" sldId="287"/>
            <ac:spMk id="16" creationId="{EAF71668-FD39-BB1F-2355-3363EB10D466}"/>
          </ac:spMkLst>
        </pc:spChg>
        <pc:spChg chg="add mod">
          <ac:chgData name="弘樹 中村" userId="a025bb5ecfdc7ca2" providerId="LiveId" clId="{AC29752E-9633-413F-A998-E9529B1C9327}" dt="2025-12-26T05:51:58.977" v="6751" actId="554"/>
          <ac:spMkLst>
            <pc:docMk/>
            <pc:sldMk cId="2373643351" sldId="287"/>
            <ac:spMk id="17" creationId="{74EBD940-68EA-747E-B7FB-9417C22F9679}"/>
          </ac:spMkLst>
        </pc:spChg>
        <pc:spChg chg="add mod">
          <ac:chgData name="弘樹 中村" userId="a025bb5ecfdc7ca2" providerId="LiveId" clId="{AC29752E-9633-413F-A998-E9529B1C9327}" dt="2025-12-26T05:52:07.411" v="6752" actId="571"/>
          <ac:spMkLst>
            <pc:docMk/>
            <pc:sldMk cId="2373643351" sldId="287"/>
            <ac:spMk id="18" creationId="{FAA40142-F1F8-C2EA-6037-9ED42B18ADA9}"/>
          </ac:spMkLst>
        </pc:spChg>
        <pc:spChg chg="add mod">
          <ac:chgData name="弘樹 中村" userId="a025bb5ecfdc7ca2" providerId="LiveId" clId="{AC29752E-9633-413F-A998-E9529B1C9327}" dt="2025-12-26T05:52:13.830" v="6753" actId="571"/>
          <ac:spMkLst>
            <pc:docMk/>
            <pc:sldMk cId="2373643351" sldId="287"/>
            <ac:spMk id="19" creationId="{C7743053-A2F0-CD1F-9E53-4A271FA01B97}"/>
          </ac:spMkLst>
        </pc:spChg>
        <pc:spChg chg="add mod">
          <ac:chgData name="弘樹 中村" userId="a025bb5ecfdc7ca2" providerId="LiveId" clId="{AC29752E-9633-413F-A998-E9529B1C9327}" dt="2025-12-26T05:52:18.942" v="6754" actId="571"/>
          <ac:spMkLst>
            <pc:docMk/>
            <pc:sldMk cId="2373643351" sldId="287"/>
            <ac:spMk id="20" creationId="{B33D112B-009D-7883-811C-009B48BF8792}"/>
          </ac:spMkLst>
        </pc:spChg>
        <pc:spChg chg="add mod">
          <ac:chgData name="弘樹 中村" userId="a025bb5ecfdc7ca2" providerId="LiveId" clId="{AC29752E-9633-413F-A998-E9529B1C9327}" dt="2025-12-26T05:52:23.214" v="6755" actId="571"/>
          <ac:spMkLst>
            <pc:docMk/>
            <pc:sldMk cId="2373643351" sldId="287"/>
            <ac:spMk id="21" creationId="{78109DB2-6BD5-B5E7-1B6F-D93E920A9C99}"/>
          </ac:spMkLst>
        </pc:spChg>
        <pc:spChg chg="add mod">
          <ac:chgData name="弘樹 中村" userId="a025bb5ecfdc7ca2" providerId="LiveId" clId="{AC29752E-9633-413F-A998-E9529B1C9327}" dt="2025-12-26T05:52:28.066" v="6756" actId="571"/>
          <ac:spMkLst>
            <pc:docMk/>
            <pc:sldMk cId="2373643351" sldId="287"/>
            <ac:spMk id="22" creationId="{588D6FD0-3172-8961-8637-104856F18B4C}"/>
          </ac:spMkLst>
        </pc:spChg>
        <pc:spChg chg="add mod">
          <ac:chgData name="弘樹 中村" userId="a025bb5ecfdc7ca2" providerId="LiveId" clId="{AC29752E-9633-413F-A998-E9529B1C9327}" dt="2025-12-26T05:52:32.894" v="6757" actId="571"/>
          <ac:spMkLst>
            <pc:docMk/>
            <pc:sldMk cId="2373643351" sldId="287"/>
            <ac:spMk id="23" creationId="{72ADDF5F-0D5B-4917-0F17-C5363CD469C2}"/>
          </ac:spMkLst>
        </pc:spChg>
      </pc:sldChg>
      <pc:sldChg chg="add del">
        <pc:chgData name="弘樹 中村" userId="a025bb5ecfdc7ca2" providerId="LiveId" clId="{AC29752E-9633-413F-A998-E9529B1C9327}" dt="2025-12-26T05:44:19.526" v="6407"/>
        <pc:sldMkLst>
          <pc:docMk/>
          <pc:sldMk cId="3434973316" sldId="287"/>
        </pc:sldMkLst>
      </pc:sldChg>
      <pc:sldChg chg="add del">
        <pc:chgData name="弘樹 中村" userId="a025bb5ecfdc7ca2" providerId="LiveId" clId="{AC29752E-9633-413F-A998-E9529B1C9327}" dt="2025-12-26T05:44:23.297" v="6409"/>
        <pc:sldMkLst>
          <pc:docMk/>
          <pc:sldMk cId="3995296709" sldId="287"/>
        </pc:sldMkLst>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C76CB974-6965-3B05-22C5-D7ABD8B670B8}"/>
              </a:ext>
            </a:extLst>
          </p:cNvPr>
          <p:cNvSpPr>
            <a:spLocks noGrp="1"/>
          </p:cNvSpPr>
          <p:nvPr>
            <p:ph type="dt" sz="half" idx="10"/>
          </p:nvPr>
        </p:nvSpPr>
        <p:spPr/>
        <p:txBody>
          <a:bodyPr/>
          <a:lstStyle/>
          <a:p>
            <a:fld id="{715B6A4E-7C34-4A40-8B61-BB0C6AAC2A27}" type="datetimeFigureOut">
              <a:rPr kumimoji="1" lang="ja-JP" altLang="en-US" smtClean="0"/>
              <a:t>2026/9/29</a:t>
            </a:fld>
            <a:endParaRPr kumimoji="1" lang="ja-JP" altLang="en-US"/>
          </a:p>
        </p:txBody>
      </p:sp>
      <p:sp>
        <p:nvSpPr>
          <p:cNvPr id="5" name="フッター プレースホルダー 4">
            <a:extLst>
              <a:ext uri="{FF2B5EF4-FFF2-40B4-BE49-F238E27FC236}">
                <a16:creationId xmlns:a16="http://schemas.microsoft.com/office/drawing/2014/main" id="{B95E1E01-BBD1-8D09-DD42-3B2674861F1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481568C-6E3F-DDC4-62FD-3B38E97BC86D}"/>
              </a:ext>
            </a:extLst>
          </p:cNvPr>
          <p:cNvSpPr>
            <a:spLocks noGrp="1"/>
          </p:cNvSpPr>
          <p:nvPr>
            <p:ph type="sldNum" sz="quarter" idx="12"/>
          </p:nvPr>
        </p:nvSpPr>
        <p:spPr/>
        <p:txBody>
          <a:bodyPr/>
          <a:lstStyle/>
          <a:p>
            <a:fld id="{6EE9042C-3347-4785-9BA5-07F6DB1578A9}" type="slidenum">
              <a:rPr kumimoji="1" lang="ja-JP" altLang="en-US" smtClean="0"/>
              <a:t>‹#›</a:t>
            </a:fld>
            <a:endParaRPr kumimoji="1" lang="ja-JP" altLang="en-US"/>
          </a:p>
        </p:txBody>
      </p:sp>
      <p:sp>
        <p:nvSpPr>
          <p:cNvPr id="19" name="タイトル プレースホルダー 1">
            <a:extLst>
              <a:ext uri="{FF2B5EF4-FFF2-40B4-BE49-F238E27FC236}">
                <a16:creationId xmlns:a16="http://schemas.microsoft.com/office/drawing/2014/main" id="{F5448BF9-421D-682B-97F0-3386334EF2B4}"/>
              </a:ext>
            </a:extLst>
          </p:cNvPr>
          <p:cNvSpPr txBox="1">
            <a:spLocks/>
          </p:cNvSpPr>
          <p:nvPr userDrawn="1"/>
        </p:nvSpPr>
        <p:spPr>
          <a:xfrm>
            <a:off x="355600" y="981078"/>
            <a:ext cx="11506200" cy="60641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endParaRPr lang="ja-JP" altLang="en-US" dirty="0"/>
          </a:p>
        </p:txBody>
      </p:sp>
    </p:spTree>
    <p:extLst>
      <p:ext uri="{BB962C8B-B14F-4D97-AF65-F5344CB8AC3E}">
        <p14:creationId xmlns:p14="http://schemas.microsoft.com/office/powerpoint/2010/main" val="15227181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EEE96987-1474-034D-4B91-DA1366DBAADC}"/>
              </a:ext>
            </a:extLst>
          </p:cNvPr>
          <p:cNvSpPr>
            <a:spLocks noGrp="1"/>
          </p:cNvSpPr>
          <p:nvPr>
            <p:ph type="dt" sz="half" idx="10"/>
          </p:nvPr>
        </p:nvSpPr>
        <p:spPr/>
        <p:txBody>
          <a:bodyPr/>
          <a:lstStyle/>
          <a:p>
            <a:fld id="{715B6A4E-7C34-4A40-8B61-BB0C6AAC2A27}" type="datetimeFigureOut">
              <a:rPr kumimoji="1" lang="ja-JP" altLang="en-US" smtClean="0"/>
              <a:t>2026/9/29</a:t>
            </a:fld>
            <a:endParaRPr kumimoji="1" lang="ja-JP" altLang="en-US"/>
          </a:p>
        </p:txBody>
      </p:sp>
      <p:sp>
        <p:nvSpPr>
          <p:cNvPr id="5" name="フッター プレースホルダー 4">
            <a:extLst>
              <a:ext uri="{FF2B5EF4-FFF2-40B4-BE49-F238E27FC236}">
                <a16:creationId xmlns:a16="http://schemas.microsoft.com/office/drawing/2014/main" id="{023E1FDD-ACA4-AA64-0A41-20B5F418309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4EF6310-7943-3617-498B-10AAE18E6D94}"/>
              </a:ext>
            </a:extLst>
          </p:cNvPr>
          <p:cNvSpPr>
            <a:spLocks noGrp="1"/>
          </p:cNvSpPr>
          <p:nvPr>
            <p:ph type="sldNum" sz="quarter" idx="12"/>
          </p:nvPr>
        </p:nvSpPr>
        <p:spPr/>
        <p:txBody>
          <a:bodyPr/>
          <a:lstStyle/>
          <a:p>
            <a:fld id="{6EE9042C-3347-4785-9BA5-07F6DB1578A9}" type="slidenum">
              <a:rPr kumimoji="1" lang="ja-JP" altLang="en-US" smtClean="0"/>
              <a:t>‹#›</a:t>
            </a:fld>
            <a:endParaRPr kumimoji="1" lang="ja-JP" altLang="en-US"/>
          </a:p>
        </p:txBody>
      </p:sp>
    </p:spTree>
    <p:extLst>
      <p:ext uri="{BB962C8B-B14F-4D97-AF65-F5344CB8AC3E}">
        <p14:creationId xmlns:p14="http://schemas.microsoft.com/office/powerpoint/2010/main" val="115730385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7AD362-CCE4-0138-34C0-74808599B599}"/>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DF52A03E-16D7-EB7B-A856-B6C414702E3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9FB607D9-BE18-1CA4-2567-38A4D665985B}"/>
              </a:ext>
            </a:extLst>
          </p:cNvPr>
          <p:cNvSpPr>
            <a:spLocks noGrp="1"/>
          </p:cNvSpPr>
          <p:nvPr>
            <p:ph type="dt" sz="half" idx="10"/>
          </p:nvPr>
        </p:nvSpPr>
        <p:spPr/>
        <p:txBody>
          <a:bodyPr/>
          <a:lstStyle/>
          <a:p>
            <a:fld id="{715B6A4E-7C34-4A40-8B61-BB0C6AAC2A27}" type="datetimeFigureOut">
              <a:rPr kumimoji="1" lang="ja-JP" altLang="en-US" smtClean="0"/>
              <a:t>2026/9/29</a:t>
            </a:fld>
            <a:endParaRPr kumimoji="1" lang="ja-JP" altLang="en-US"/>
          </a:p>
        </p:txBody>
      </p:sp>
      <p:sp>
        <p:nvSpPr>
          <p:cNvPr id="5" name="フッター プレースホルダー 4">
            <a:extLst>
              <a:ext uri="{FF2B5EF4-FFF2-40B4-BE49-F238E27FC236}">
                <a16:creationId xmlns:a16="http://schemas.microsoft.com/office/drawing/2014/main" id="{12D6161D-3BA0-12A7-EDDD-84AF39D535A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6C109196-30B9-3BA9-7378-2B646B148D46}"/>
              </a:ext>
            </a:extLst>
          </p:cNvPr>
          <p:cNvSpPr>
            <a:spLocks noGrp="1"/>
          </p:cNvSpPr>
          <p:nvPr>
            <p:ph type="sldNum" sz="quarter" idx="12"/>
          </p:nvPr>
        </p:nvSpPr>
        <p:spPr/>
        <p:txBody>
          <a:bodyPr/>
          <a:lstStyle/>
          <a:p>
            <a:fld id="{6EE9042C-3347-4785-9BA5-07F6DB1578A9}" type="slidenum">
              <a:rPr kumimoji="1" lang="ja-JP" altLang="en-US" smtClean="0"/>
              <a:t>‹#›</a:t>
            </a:fld>
            <a:endParaRPr kumimoji="1" lang="ja-JP" altLang="en-US"/>
          </a:p>
        </p:txBody>
      </p:sp>
    </p:spTree>
    <p:extLst>
      <p:ext uri="{BB962C8B-B14F-4D97-AF65-F5344CB8AC3E}">
        <p14:creationId xmlns:p14="http://schemas.microsoft.com/office/powerpoint/2010/main" val="4085241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5E107B-94EB-CA6A-9434-B517B78814C9}"/>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7091A68D-D644-05F1-EC2B-B435C07973FA}"/>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06769D75-4D40-B663-63B0-062F751EBE57}"/>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3E6C5320-846E-46F4-F02F-89FEE981C5BF}"/>
              </a:ext>
            </a:extLst>
          </p:cNvPr>
          <p:cNvSpPr>
            <a:spLocks noGrp="1"/>
          </p:cNvSpPr>
          <p:nvPr>
            <p:ph type="dt" sz="half" idx="10"/>
          </p:nvPr>
        </p:nvSpPr>
        <p:spPr/>
        <p:txBody>
          <a:bodyPr/>
          <a:lstStyle/>
          <a:p>
            <a:fld id="{715B6A4E-7C34-4A40-8B61-BB0C6AAC2A27}" type="datetimeFigureOut">
              <a:rPr kumimoji="1" lang="ja-JP" altLang="en-US" smtClean="0"/>
              <a:t>2026/9/29</a:t>
            </a:fld>
            <a:endParaRPr kumimoji="1" lang="ja-JP" altLang="en-US"/>
          </a:p>
        </p:txBody>
      </p:sp>
      <p:sp>
        <p:nvSpPr>
          <p:cNvPr id="6" name="フッター プレースホルダー 5">
            <a:extLst>
              <a:ext uri="{FF2B5EF4-FFF2-40B4-BE49-F238E27FC236}">
                <a16:creationId xmlns:a16="http://schemas.microsoft.com/office/drawing/2014/main" id="{BBB90F69-439E-906B-F6F2-6A175E62A75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D0D91C6E-E0CA-6F0E-E004-87E58414DFAD}"/>
              </a:ext>
            </a:extLst>
          </p:cNvPr>
          <p:cNvSpPr>
            <a:spLocks noGrp="1"/>
          </p:cNvSpPr>
          <p:nvPr>
            <p:ph type="sldNum" sz="quarter" idx="12"/>
          </p:nvPr>
        </p:nvSpPr>
        <p:spPr/>
        <p:txBody>
          <a:bodyPr/>
          <a:lstStyle/>
          <a:p>
            <a:fld id="{6EE9042C-3347-4785-9BA5-07F6DB1578A9}" type="slidenum">
              <a:rPr kumimoji="1" lang="ja-JP" altLang="en-US" smtClean="0"/>
              <a:t>‹#›</a:t>
            </a:fld>
            <a:endParaRPr kumimoji="1" lang="ja-JP" altLang="en-US"/>
          </a:p>
        </p:txBody>
      </p:sp>
    </p:spTree>
    <p:extLst>
      <p:ext uri="{BB962C8B-B14F-4D97-AF65-F5344CB8AC3E}">
        <p14:creationId xmlns:p14="http://schemas.microsoft.com/office/powerpoint/2010/main" val="36679313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C51B5D0-3CE0-0809-87A5-67D6A638AF12}"/>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AE82A07-D943-14BC-1DA5-7577411A46F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5F0DF91F-8EAE-3475-4135-E993288EE6A6}"/>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C246EA62-CEEC-99A6-4959-1D70A6BD2E9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153D2A83-8D3E-F815-6FB1-28DB99F6E8D8}"/>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65F72EAB-3580-B0A9-91CC-117290E04114}"/>
              </a:ext>
            </a:extLst>
          </p:cNvPr>
          <p:cNvSpPr>
            <a:spLocks noGrp="1"/>
          </p:cNvSpPr>
          <p:nvPr>
            <p:ph type="dt" sz="half" idx="10"/>
          </p:nvPr>
        </p:nvSpPr>
        <p:spPr/>
        <p:txBody>
          <a:bodyPr/>
          <a:lstStyle/>
          <a:p>
            <a:fld id="{715B6A4E-7C34-4A40-8B61-BB0C6AAC2A27}" type="datetimeFigureOut">
              <a:rPr kumimoji="1" lang="ja-JP" altLang="en-US" smtClean="0"/>
              <a:t>2026/9/29</a:t>
            </a:fld>
            <a:endParaRPr kumimoji="1" lang="ja-JP" altLang="en-US"/>
          </a:p>
        </p:txBody>
      </p:sp>
      <p:sp>
        <p:nvSpPr>
          <p:cNvPr id="8" name="フッター プレースホルダー 7">
            <a:extLst>
              <a:ext uri="{FF2B5EF4-FFF2-40B4-BE49-F238E27FC236}">
                <a16:creationId xmlns:a16="http://schemas.microsoft.com/office/drawing/2014/main" id="{F572CF3B-0559-E47E-AFDF-D07C78B9C9AC}"/>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903BBED3-5D9B-D2D0-0CB8-B479204C9207}"/>
              </a:ext>
            </a:extLst>
          </p:cNvPr>
          <p:cNvSpPr>
            <a:spLocks noGrp="1"/>
          </p:cNvSpPr>
          <p:nvPr>
            <p:ph type="sldNum" sz="quarter" idx="12"/>
          </p:nvPr>
        </p:nvSpPr>
        <p:spPr/>
        <p:txBody>
          <a:bodyPr/>
          <a:lstStyle/>
          <a:p>
            <a:fld id="{6EE9042C-3347-4785-9BA5-07F6DB1578A9}" type="slidenum">
              <a:rPr kumimoji="1" lang="ja-JP" altLang="en-US" smtClean="0"/>
              <a:t>‹#›</a:t>
            </a:fld>
            <a:endParaRPr kumimoji="1" lang="ja-JP" altLang="en-US"/>
          </a:p>
        </p:txBody>
      </p:sp>
    </p:spTree>
    <p:extLst>
      <p:ext uri="{BB962C8B-B14F-4D97-AF65-F5344CB8AC3E}">
        <p14:creationId xmlns:p14="http://schemas.microsoft.com/office/powerpoint/2010/main" val="21894224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7C7FFFF-1F39-F244-C20B-95FFFA0D5B7D}"/>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169DAD91-03CE-A711-F26A-D2035B0034DC}"/>
              </a:ext>
            </a:extLst>
          </p:cNvPr>
          <p:cNvSpPr>
            <a:spLocks noGrp="1"/>
          </p:cNvSpPr>
          <p:nvPr>
            <p:ph type="dt" sz="half" idx="10"/>
          </p:nvPr>
        </p:nvSpPr>
        <p:spPr/>
        <p:txBody>
          <a:bodyPr/>
          <a:lstStyle/>
          <a:p>
            <a:fld id="{715B6A4E-7C34-4A40-8B61-BB0C6AAC2A27}" type="datetimeFigureOut">
              <a:rPr kumimoji="1" lang="ja-JP" altLang="en-US" smtClean="0"/>
              <a:t>2026/9/29</a:t>
            </a:fld>
            <a:endParaRPr kumimoji="1" lang="ja-JP" altLang="en-US"/>
          </a:p>
        </p:txBody>
      </p:sp>
      <p:sp>
        <p:nvSpPr>
          <p:cNvPr id="4" name="フッター プレースホルダー 3">
            <a:extLst>
              <a:ext uri="{FF2B5EF4-FFF2-40B4-BE49-F238E27FC236}">
                <a16:creationId xmlns:a16="http://schemas.microsoft.com/office/drawing/2014/main" id="{A0176CE3-533A-EA58-4674-9C7B7CC91DB7}"/>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5B837AAD-12CA-E083-138A-4A44672925CC}"/>
              </a:ext>
            </a:extLst>
          </p:cNvPr>
          <p:cNvSpPr>
            <a:spLocks noGrp="1"/>
          </p:cNvSpPr>
          <p:nvPr>
            <p:ph type="sldNum" sz="quarter" idx="12"/>
          </p:nvPr>
        </p:nvSpPr>
        <p:spPr/>
        <p:txBody>
          <a:bodyPr/>
          <a:lstStyle/>
          <a:p>
            <a:fld id="{6EE9042C-3347-4785-9BA5-07F6DB1578A9}" type="slidenum">
              <a:rPr kumimoji="1" lang="ja-JP" altLang="en-US" smtClean="0"/>
              <a:t>‹#›</a:t>
            </a:fld>
            <a:endParaRPr kumimoji="1" lang="ja-JP" altLang="en-US"/>
          </a:p>
        </p:txBody>
      </p:sp>
    </p:spTree>
    <p:extLst>
      <p:ext uri="{BB962C8B-B14F-4D97-AF65-F5344CB8AC3E}">
        <p14:creationId xmlns:p14="http://schemas.microsoft.com/office/powerpoint/2010/main" val="1703392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3FF35215-C192-AB02-9DBE-F70BF57433DB}"/>
              </a:ext>
            </a:extLst>
          </p:cNvPr>
          <p:cNvSpPr>
            <a:spLocks noGrp="1"/>
          </p:cNvSpPr>
          <p:nvPr>
            <p:ph type="dt" sz="half" idx="10"/>
          </p:nvPr>
        </p:nvSpPr>
        <p:spPr/>
        <p:txBody>
          <a:bodyPr/>
          <a:lstStyle/>
          <a:p>
            <a:fld id="{715B6A4E-7C34-4A40-8B61-BB0C6AAC2A27}" type="datetimeFigureOut">
              <a:rPr kumimoji="1" lang="ja-JP" altLang="en-US" smtClean="0"/>
              <a:t>2026/9/29</a:t>
            </a:fld>
            <a:endParaRPr kumimoji="1" lang="ja-JP" altLang="en-US"/>
          </a:p>
        </p:txBody>
      </p:sp>
      <p:sp>
        <p:nvSpPr>
          <p:cNvPr id="3" name="フッター プレースホルダー 2">
            <a:extLst>
              <a:ext uri="{FF2B5EF4-FFF2-40B4-BE49-F238E27FC236}">
                <a16:creationId xmlns:a16="http://schemas.microsoft.com/office/drawing/2014/main" id="{C44F8E8A-76A5-72AE-9C33-55F23040A58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8D228C80-18E8-EB4A-6D72-36233AE4316C}"/>
              </a:ext>
            </a:extLst>
          </p:cNvPr>
          <p:cNvSpPr>
            <a:spLocks noGrp="1"/>
          </p:cNvSpPr>
          <p:nvPr>
            <p:ph type="sldNum" sz="quarter" idx="12"/>
          </p:nvPr>
        </p:nvSpPr>
        <p:spPr/>
        <p:txBody>
          <a:bodyPr/>
          <a:lstStyle/>
          <a:p>
            <a:fld id="{6EE9042C-3347-4785-9BA5-07F6DB1578A9}" type="slidenum">
              <a:rPr kumimoji="1" lang="ja-JP" altLang="en-US" smtClean="0"/>
              <a:t>‹#›</a:t>
            </a:fld>
            <a:endParaRPr kumimoji="1" lang="ja-JP" altLang="en-US"/>
          </a:p>
        </p:txBody>
      </p:sp>
    </p:spTree>
    <p:extLst>
      <p:ext uri="{BB962C8B-B14F-4D97-AF65-F5344CB8AC3E}">
        <p14:creationId xmlns:p14="http://schemas.microsoft.com/office/powerpoint/2010/main" val="15062336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064395B-9EC9-F820-B6CF-BDC7B0610C62}"/>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4254441-A095-775A-11FA-4ECA6B866C4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0252438A-77AE-9D95-5ADE-1810E061474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16C934D5-B163-194D-5902-936123785AC2}"/>
              </a:ext>
            </a:extLst>
          </p:cNvPr>
          <p:cNvSpPr>
            <a:spLocks noGrp="1"/>
          </p:cNvSpPr>
          <p:nvPr>
            <p:ph type="dt" sz="half" idx="10"/>
          </p:nvPr>
        </p:nvSpPr>
        <p:spPr/>
        <p:txBody>
          <a:bodyPr/>
          <a:lstStyle/>
          <a:p>
            <a:fld id="{715B6A4E-7C34-4A40-8B61-BB0C6AAC2A27}" type="datetimeFigureOut">
              <a:rPr kumimoji="1" lang="ja-JP" altLang="en-US" smtClean="0"/>
              <a:t>2026/9/29</a:t>
            </a:fld>
            <a:endParaRPr kumimoji="1" lang="ja-JP" altLang="en-US"/>
          </a:p>
        </p:txBody>
      </p:sp>
      <p:sp>
        <p:nvSpPr>
          <p:cNvPr id="6" name="フッター プレースホルダー 5">
            <a:extLst>
              <a:ext uri="{FF2B5EF4-FFF2-40B4-BE49-F238E27FC236}">
                <a16:creationId xmlns:a16="http://schemas.microsoft.com/office/drawing/2014/main" id="{4DEB49EA-18A0-8C85-FC81-E4742813763D}"/>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6BE151B-A72F-FEE7-80E0-78907CC6F9E8}"/>
              </a:ext>
            </a:extLst>
          </p:cNvPr>
          <p:cNvSpPr>
            <a:spLocks noGrp="1"/>
          </p:cNvSpPr>
          <p:nvPr>
            <p:ph type="sldNum" sz="quarter" idx="12"/>
          </p:nvPr>
        </p:nvSpPr>
        <p:spPr/>
        <p:txBody>
          <a:bodyPr/>
          <a:lstStyle/>
          <a:p>
            <a:fld id="{6EE9042C-3347-4785-9BA5-07F6DB1578A9}" type="slidenum">
              <a:rPr kumimoji="1" lang="ja-JP" altLang="en-US" smtClean="0"/>
              <a:t>‹#›</a:t>
            </a:fld>
            <a:endParaRPr kumimoji="1" lang="ja-JP" altLang="en-US"/>
          </a:p>
        </p:txBody>
      </p:sp>
    </p:spTree>
    <p:extLst>
      <p:ext uri="{BB962C8B-B14F-4D97-AF65-F5344CB8AC3E}">
        <p14:creationId xmlns:p14="http://schemas.microsoft.com/office/powerpoint/2010/main" val="36444598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1076550-EE61-3F6E-6846-A405F874119E}"/>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01C75BD5-9055-E6D2-9EB8-9FA6CC8B917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8E7205C2-0F37-154A-EF89-87DA9DD2BE3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220F01C-9045-C0AC-2C65-9645DD15229A}"/>
              </a:ext>
            </a:extLst>
          </p:cNvPr>
          <p:cNvSpPr>
            <a:spLocks noGrp="1"/>
          </p:cNvSpPr>
          <p:nvPr>
            <p:ph type="dt" sz="half" idx="10"/>
          </p:nvPr>
        </p:nvSpPr>
        <p:spPr/>
        <p:txBody>
          <a:bodyPr/>
          <a:lstStyle/>
          <a:p>
            <a:fld id="{715B6A4E-7C34-4A40-8B61-BB0C6AAC2A27}" type="datetimeFigureOut">
              <a:rPr kumimoji="1" lang="ja-JP" altLang="en-US" smtClean="0"/>
              <a:t>2026/9/29</a:t>
            </a:fld>
            <a:endParaRPr kumimoji="1" lang="ja-JP" altLang="en-US"/>
          </a:p>
        </p:txBody>
      </p:sp>
      <p:sp>
        <p:nvSpPr>
          <p:cNvPr id="6" name="フッター プレースホルダー 5">
            <a:extLst>
              <a:ext uri="{FF2B5EF4-FFF2-40B4-BE49-F238E27FC236}">
                <a16:creationId xmlns:a16="http://schemas.microsoft.com/office/drawing/2014/main" id="{DE296708-5A4D-F288-6864-C5C6AFA999E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D73568F7-0F73-AF47-9559-56364FCCA916}"/>
              </a:ext>
            </a:extLst>
          </p:cNvPr>
          <p:cNvSpPr>
            <a:spLocks noGrp="1"/>
          </p:cNvSpPr>
          <p:nvPr>
            <p:ph type="sldNum" sz="quarter" idx="12"/>
          </p:nvPr>
        </p:nvSpPr>
        <p:spPr/>
        <p:txBody>
          <a:bodyPr/>
          <a:lstStyle/>
          <a:p>
            <a:fld id="{6EE9042C-3347-4785-9BA5-07F6DB1578A9}" type="slidenum">
              <a:rPr kumimoji="1" lang="ja-JP" altLang="en-US" smtClean="0"/>
              <a:t>‹#›</a:t>
            </a:fld>
            <a:endParaRPr kumimoji="1" lang="ja-JP" altLang="en-US"/>
          </a:p>
        </p:txBody>
      </p:sp>
    </p:spTree>
    <p:extLst>
      <p:ext uri="{BB962C8B-B14F-4D97-AF65-F5344CB8AC3E}">
        <p14:creationId xmlns:p14="http://schemas.microsoft.com/office/powerpoint/2010/main" val="24490970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B50A875-B467-4AE7-8320-8366CE103E44}"/>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7AE5161-F73D-6300-C77B-00B9080629A0}"/>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0AD1774-5BD4-022E-280B-F07918F2BB47}"/>
              </a:ext>
            </a:extLst>
          </p:cNvPr>
          <p:cNvSpPr>
            <a:spLocks noGrp="1"/>
          </p:cNvSpPr>
          <p:nvPr>
            <p:ph type="dt" sz="half" idx="10"/>
          </p:nvPr>
        </p:nvSpPr>
        <p:spPr/>
        <p:txBody>
          <a:bodyPr/>
          <a:lstStyle/>
          <a:p>
            <a:fld id="{715B6A4E-7C34-4A40-8B61-BB0C6AAC2A27}" type="datetimeFigureOut">
              <a:rPr kumimoji="1" lang="ja-JP" altLang="en-US" smtClean="0"/>
              <a:t>2026/9/29</a:t>
            </a:fld>
            <a:endParaRPr kumimoji="1" lang="ja-JP" altLang="en-US"/>
          </a:p>
        </p:txBody>
      </p:sp>
      <p:sp>
        <p:nvSpPr>
          <p:cNvPr id="5" name="フッター プレースホルダー 4">
            <a:extLst>
              <a:ext uri="{FF2B5EF4-FFF2-40B4-BE49-F238E27FC236}">
                <a16:creationId xmlns:a16="http://schemas.microsoft.com/office/drawing/2014/main" id="{21FDD860-79BF-83F7-41CE-6BE0EEAE54C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4D3EE30-B4B0-6F12-CBEE-7ADE4718CD43}"/>
              </a:ext>
            </a:extLst>
          </p:cNvPr>
          <p:cNvSpPr>
            <a:spLocks noGrp="1"/>
          </p:cNvSpPr>
          <p:nvPr>
            <p:ph type="sldNum" sz="quarter" idx="12"/>
          </p:nvPr>
        </p:nvSpPr>
        <p:spPr/>
        <p:txBody>
          <a:bodyPr/>
          <a:lstStyle/>
          <a:p>
            <a:fld id="{6EE9042C-3347-4785-9BA5-07F6DB1578A9}" type="slidenum">
              <a:rPr kumimoji="1" lang="ja-JP" altLang="en-US" smtClean="0"/>
              <a:t>‹#›</a:t>
            </a:fld>
            <a:endParaRPr kumimoji="1" lang="ja-JP" altLang="en-US"/>
          </a:p>
        </p:txBody>
      </p:sp>
    </p:spTree>
    <p:extLst>
      <p:ext uri="{BB962C8B-B14F-4D97-AF65-F5344CB8AC3E}">
        <p14:creationId xmlns:p14="http://schemas.microsoft.com/office/powerpoint/2010/main" val="2775332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8129DAA8-8FD8-C24F-2BA1-E47ADE21F873}"/>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AA1B9A7-0AB5-59E1-EEE0-A426399EA9A1}"/>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346EDEC-6654-0C01-8323-D872787FC87B}"/>
              </a:ext>
            </a:extLst>
          </p:cNvPr>
          <p:cNvSpPr>
            <a:spLocks noGrp="1"/>
          </p:cNvSpPr>
          <p:nvPr>
            <p:ph type="dt" sz="half" idx="10"/>
          </p:nvPr>
        </p:nvSpPr>
        <p:spPr/>
        <p:txBody>
          <a:bodyPr/>
          <a:lstStyle/>
          <a:p>
            <a:fld id="{715B6A4E-7C34-4A40-8B61-BB0C6AAC2A27}" type="datetimeFigureOut">
              <a:rPr kumimoji="1" lang="ja-JP" altLang="en-US" smtClean="0"/>
              <a:t>2026/9/29</a:t>
            </a:fld>
            <a:endParaRPr kumimoji="1" lang="ja-JP" altLang="en-US"/>
          </a:p>
        </p:txBody>
      </p:sp>
      <p:sp>
        <p:nvSpPr>
          <p:cNvPr id="5" name="フッター プレースホルダー 4">
            <a:extLst>
              <a:ext uri="{FF2B5EF4-FFF2-40B4-BE49-F238E27FC236}">
                <a16:creationId xmlns:a16="http://schemas.microsoft.com/office/drawing/2014/main" id="{6AAA2A5E-461D-D277-74B4-F7DAA98764A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3CF1EB9-728C-F7DD-4813-E76D8E66728F}"/>
              </a:ext>
            </a:extLst>
          </p:cNvPr>
          <p:cNvSpPr>
            <a:spLocks noGrp="1"/>
          </p:cNvSpPr>
          <p:nvPr>
            <p:ph type="sldNum" sz="quarter" idx="12"/>
          </p:nvPr>
        </p:nvSpPr>
        <p:spPr/>
        <p:txBody>
          <a:bodyPr/>
          <a:lstStyle/>
          <a:p>
            <a:fld id="{6EE9042C-3347-4785-9BA5-07F6DB1578A9}" type="slidenum">
              <a:rPr kumimoji="1" lang="ja-JP" altLang="en-US" smtClean="0"/>
              <a:t>‹#›</a:t>
            </a:fld>
            <a:endParaRPr kumimoji="1" lang="ja-JP" altLang="en-US"/>
          </a:p>
        </p:txBody>
      </p:sp>
    </p:spTree>
    <p:extLst>
      <p:ext uri="{BB962C8B-B14F-4D97-AF65-F5344CB8AC3E}">
        <p14:creationId xmlns:p14="http://schemas.microsoft.com/office/powerpoint/2010/main" val="31699630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63C2996E-F3C1-B5E7-8B83-027DA8B9665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dirty="0"/>
              <a:t>マスター タイトルの書式設定</a:t>
            </a:r>
          </a:p>
        </p:txBody>
      </p:sp>
      <p:sp>
        <p:nvSpPr>
          <p:cNvPr id="3" name="テキスト プレースホルダー 2">
            <a:extLst>
              <a:ext uri="{FF2B5EF4-FFF2-40B4-BE49-F238E27FC236}">
                <a16:creationId xmlns:a16="http://schemas.microsoft.com/office/drawing/2014/main" id="{B43E46F3-7EDF-6B23-ED04-7DBB49F4018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C9AA5DB-07EC-165B-50EE-33369E5761E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15B6A4E-7C34-4A40-8B61-BB0C6AAC2A27}" type="datetimeFigureOut">
              <a:rPr kumimoji="1" lang="ja-JP" altLang="en-US" smtClean="0"/>
              <a:t>2026/9/29</a:t>
            </a:fld>
            <a:endParaRPr kumimoji="1" lang="ja-JP" altLang="en-US"/>
          </a:p>
        </p:txBody>
      </p:sp>
      <p:sp>
        <p:nvSpPr>
          <p:cNvPr id="5" name="フッター プレースホルダー 4">
            <a:extLst>
              <a:ext uri="{FF2B5EF4-FFF2-40B4-BE49-F238E27FC236}">
                <a16:creationId xmlns:a16="http://schemas.microsoft.com/office/drawing/2014/main" id="{D64261CF-F9A8-A78C-E381-D8BAF390D58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69DE0BC9-A1C9-5BBF-44A0-F664E1A5C49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EE9042C-3347-4785-9BA5-07F6DB1578A9}" type="slidenum">
              <a:rPr kumimoji="1" lang="ja-JP" altLang="en-US" smtClean="0"/>
              <a:t>‹#›</a:t>
            </a:fld>
            <a:endParaRPr kumimoji="1" lang="ja-JP" altLang="en-US"/>
          </a:p>
        </p:txBody>
      </p:sp>
    </p:spTree>
    <p:extLst>
      <p:ext uri="{BB962C8B-B14F-4D97-AF65-F5344CB8AC3E}">
        <p14:creationId xmlns:p14="http://schemas.microsoft.com/office/powerpoint/2010/main" val="231579689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グループ化 3">
            <a:extLst>
              <a:ext uri="{FF2B5EF4-FFF2-40B4-BE49-F238E27FC236}">
                <a16:creationId xmlns:a16="http://schemas.microsoft.com/office/drawing/2014/main" id="{DDBC31ED-067E-28C0-BF64-3410795368BC}"/>
              </a:ext>
            </a:extLst>
          </p:cNvPr>
          <p:cNvGrpSpPr/>
          <p:nvPr/>
        </p:nvGrpSpPr>
        <p:grpSpPr>
          <a:xfrm>
            <a:off x="1053170" y="1257300"/>
            <a:ext cx="7925730" cy="4296318"/>
            <a:chOff x="1103970" y="596900"/>
            <a:chExt cx="7176430" cy="4131218"/>
          </a:xfrm>
        </p:grpSpPr>
        <p:sp>
          <p:nvSpPr>
            <p:cNvPr id="5" name="正方形/長方形 4">
              <a:extLst>
                <a:ext uri="{FF2B5EF4-FFF2-40B4-BE49-F238E27FC236}">
                  <a16:creationId xmlns:a16="http://schemas.microsoft.com/office/drawing/2014/main" id="{9F2902F8-F03B-98EE-0E63-39A5D1BB8DF8}"/>
                </a:ext>
              </a:extLst>
            </p:cNvPr>
            <p:cNvSpPr/>
            <p:nvPr userDrawn="1"/>
          </p:nvSpPr>
          <p:spPr>
            <a:xfrm>
              <a:off x="1103970" y="2018371"/>
              <a:ext cx="7176430" cy="2709747"/>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endParaRPr kumimoji="1" lang="en-US" altLang="ja-JP" sz="2400" dirty="0">
                <a:solidFill>
                  <a:schemeClr val="tx1">
                    <a:lumMod val="75000"/>
                  </a:schemeClr>
                </a:solidFill>
              </a:endParaRPr>
            </a:p>
            <a:p>
              <a:r>
                <a:rPr lang="ja-JP" altLang="en-US" sz="3600" b="1" dirty="0">
                  <a:solidFill>
                    <a:schemeClr val="tx1">
                      <a:lumMod val="75000"/>
                    </a:schemeClr>
                  </a:solidFill>
                </a:rPr>
                <a:t>複雑性</a:t>
              </a:r>
              <a:r>
                <a:rPr lang="en-US" altLang="ja-JP" sz="3600" b="1" dirty="0">
                  <a:solidFill>
                    <a:schemeClr val="tx1">
                      <a:lumMod val="75000"/>
                    </a:schemeClr>
                  </a:solidFill>
                </a:rPr>
                <a:t>_5</a:t>
              </a:r>
              <a:r>
                <a:rPr lang="ja-JP" altLang="en-US" sz="3600" b="1" dirty="0">
                  <a:solidFill>
                    <a:schemeClr val="tx1">
                      <a:lumMod val="75000"/>
                    </a:schemeClr>
                  </a:solidFill>
                </a:rPr>
                <a:t>分類と</a:t>
              </a:r>
              <a:endParaRPr lang="en-US" altLang="ja-JP" sz="3600" b="1" dirty="0">
                <a:solidFill>
                  <a:schemeClr val="tx1">
                    <a:lumMod val="75000"/>
                  </a:schemeClr>
                </a:solidFill>
              </a:endParaRPr>
            </a:p>
            <a:p>
              <a:r>
                <a:rPr lang="ja-JP" altLang="en-US" sz="3600" b="1" dirty="0">
                  <a:solidFill>
                    <a:schemeClr val="tx1">
                      <a:lumMod val="75000"/>
                    </a:schemeClr>
                  </a:solidFill>
                </a:rPr>
                <a:t>それぞれで可能な対処について</a:t>
              </a:r>
              <a:endParaRPr kumimoji="1" lang="en-US" altLang="ja-JP" sz="3600" b="1" dirty="0">
                <a:solidFill>
                  <a:schemeClr val="tx1">
                    <a:lumMod val="75000"/>
                  </a:schemeClr>
                </a:solidFill>
              </a:endParaRPr>
            </a:p>
            <a:p>
              <a:pPr algn="l"/>
              <a:r>
                <a:rPr kumimoji="1" lang="ja-JP" altLang="en-US" sz="2400" b="0" dirty="0">
                  <a:solidFill>
                    <a:schemeClr val="tx1">
                      <a:lumMod val="75000"/>
                    </a:schemeClr>
                  </a:solidFill>
                </a:rPr>
                <a:t>ナカムラ ヒロキ</a:t>
              </a:r>
              <a:endParaRPr kumimoji="1" lang="en-US" altLang="ja-JP" sz="2400" b="0" dirty="0">
                <a:solidFill>
                  <a:schemeClr val="tx1">
                    <a:lumMod val="75000"/>
                  </a:schemeClr>
                </a:solidFill>
              </a:endParaRPr>
            </a:p>
            <a:p>
              <a:pPr algn="l"/>
              <a:r>
                <a:rPr kumimoji="1" lang="en-US" altLang="ja-JP" sz="2400" b="0" dirty="0">
                  <a:solidFill>
                    <a:schemeClr val="tx1">
                      <a:lumMod val="75000"/>
                    </a:schemeClr>
                  </a:solidFill>
                </a:rPr>
                <a:t>2026</a:t>
              </a:r>
              <a:r>
                <a:rPr kumimoji="1" lang="ja-JP" altLang="en-US" sz="2400" b="0" dirty="0">
                  <a:solidFill>
                    <a:schemeClr val="tx1">
                      <a:lumMod val="75000"/>
                    </a:schemeClr>
                  </a:solidFill>
                </a:rPr>
                <a:t>年</a:t>
              </a:r>
              <a:r>
                <a:rPr lang="en-US" altLang="ja-JP" sz="2400" dirty="0">
                  <a:solidFill>
                    <a:schemeClr val="tx1">
                      <a:lumMod val="75000"/>
                    </a:schemeClr>
                  </a:solidFill>
                </a:rPr>
                <a:t>10</a:t>
              </a:r>
              <a:r>
                <a:rPr kumimoji="1" lang="ja-JP" altLang="en-US" sz="2400" b="0" dirty="0">
                  <a:solidFill>
                    <a:schemeClr val="tx1">
                      <a:lumMod val="75000"/>
                    </a:schemeClr>
                  </a:solidFill>
                </a:rPr>
                <a:t>月</a:t>
              </a:r>
              <a:r>
                <a:rPr lang="en-US" altLang="ja-JP" sz="2400" dirty="0">
                  <a:solidFill>
                    <a:schemeClr val="tx1">
                      <a:lumMod val="75000"/>
                    </a:schemeClr>
                  </a:solidFill>
                </a:rPr>
                <a:t>10</a:t>
              </a:r>
              <a:r>
                <a:rPr kumimoji="1" lang="ja-JP" altLang="en-US" sz="2400" b="0" dirty="0">
                  <a:solidFill>
                    <a:schemeClr val="tx1">
                      <a:lumMod val="75000"/>
                    </a:schemeClr>
                  </a:solidFill>
                </a:rPr>
                <a:t>日</a:t>
              </a:r>
            </a:p>
          </p:txBody>
        </p:sp>
        <p:sp>
          <p:nvSpPr>
            <p:cNvPr id="6" name="二等辺三角形 5">
              <a:extLst>
                <a:ext uri="{FF2B5EF4-FFF2-40B4-BE49-F238E27FC236}">
                  <a16:creationId xmlns:a16="http://schemas.microsoft.com/office/drawing/2014/main" id="{40983595-4389-6DBC-4C66-952AD4CFA6D5}"/>
                </a:ext>
              </a:extLst>
            </p:cNvPr>
            <p:cNvSpPr/>
            <p:nvPr userDrawn="1"/>
          </p:nvSpPr>
          <p:spPr>
            <a:xfrm>
              <a:off x="1104899" y="596900"/>
              <a:ext cx="7175483" cy="1422400"/>
            </a:xfrm>
            <a:prstGeom prst="triangle">
              <a:avLst>
                <a:gd name="adj" fmla="val 100000"/>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ja-JP" altLang="en-US"/>
            </a:p>
          </p:txBody>
        </p:sp>
      </p:grpSp>
    </p:spTree>
    <p:extLst>
      <p:ext uri="{BB962C8B-B14F-4D97-AF65-F5344CB8AC3E}">
        <p14:creationId xmlns:p14="http://schemas.microsoft.com/office/powerpoint/2010/main" val="15920620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13A6939-426B-4FB5-1811-E120EE5ED799}"/>
              </a:ext>
            </a:extLst>
          </p:cNvPr>
          <p:cNvSpPr>
            <a:spLocks noGrp="1"/>
          </p:cNvSpPr>
          <p:nvPr>
            <p:ph type="title" idx="4294967295"/>
          </p:nvPr>
        </p:nvSpPr>
        <p:spPr>
          <a:xfrm>
            <a:off x="336389" y="522414"/>
            <a:ext cx="11517355" cy="600075"/>
          </a:xfrm>
        </p:spPr>
        <p:txBody>
          <a:bodyPr anchor="t" anchorCtr="0">
            <a:normAutofit/>
          </a:bodyPr>
          <a:lstStyle/>
          <a:p>
            <a:r>
              <a:rPr kumimoji="1" lang="ja-JP" altLang="en-US" sz="3600" dirty="0"/>
              <a:t>目次</a:t>
            </a:r>
          </a:p>
        </p:txBody>
      </p:sp>
      <p:graphicFrame>
        <p:nvGraphicFramePr>
          <p:cNvPr id="3" name="表 2">
            <a:extLst>
              <a:ext uri="{FF2B5EF4-FFF2-40B4-BE49-F238E27FC236}">
                <a16:creationId xmlns:a16="http://schemas.microsoft.com/office/drawing/2014/main" id="{AD0D4A61-9C4A-4BF6-85EA-EC962F3F3BFC}"/>
              </a:ext>
            </a:extLst>
          </p:cNvPr>
          <p:cNvGraphicFramePr>
            <a:graphicFrameLocks noGrp="1"/>
          </p:cNvGraphicFramePr>
          <p:nvPr>
            <p:extLst>
              <p:ext uri="{D42A27DB-BD31-4B8C-83A1-F6EECF244321}">
                <p14:modId xmlns:p14="http://schemas.microsoft.com/office/powerpoint/2010/main" val="2266935136"/>
              </p:ext>
            </p:extLst>
          </p:nvPr>
        </p:nvGraphicFramePr>
        <p:xfrm>
          <a:off x="323687" y="1276608"/>
          <a:ext cx="11530057" cy="4855076"/>
        </p:xfrm>
        <a:graphic>
          <a:graphicData uri="http://schemas.openxmlformats.org/drawingml/2006/table">
            <a:tbl>
              <a:tblPr firstRow="1" bandRow="1">
                <a:tableStyleId>{F5AB1C69-6EDB-4FF4-983F-18BD219EF322}</a:tableStyleId>
              </a:tblPr>
              <a:tblGrid>
                <a:gridCol w="743113">
                  <a:extLst>
                    <a:ext uri="{9D8B030D-6E8A-4147-A177-3AD203B41FA5}">
                      <a16:colId xmlns:a16="http://schemas.microsoft.com/office/drawing/2014/main" val="851819213"/>
                    </a:ext>
                  </a:extLst>
                </a:gridCol>
                <a:gridCol w="2726888">
                  <a:extLst>
                    <a:ext uri="{9D8B030D-6E8A-4147-A177-3AD203B41FA5}">
                      <a16:colId xmlns:a16="http://schemas.microsoft.com/office/drawing/2014/main" val="618744104"/>
                    </a:ext>
                  </a:extLst>
                </a:gridCol>
                <a:gridCol w="5177542">
                  <a:extLst>
                    <a:ext uri="{9D8B030D-6E8A-4147-A177-3AD203B41FA5}">
                      <a16:colId xmlns:a16="http://schemas.microsoft.com/office/drawing/2014/main" val="952234859"/>
                    </a:ext>
                  </a:extLst>
                </a:gridCol>
                <a:gridCol w="2882514">
                  <a:extLst>
                    <a:ext uri="{9D8B030D-6E8A-4147-A177-3AD203B41FA5}">
                      <a16:colId xmlns:a16="http://schemas.microsoft.com/office/drawing/2014/main" val="2162630281"/>
                    </a:ext>
                  </a:extLst>
                </a:gridCol>
              </a:tblGrid>
              <a:tr h="507298">
                <a:tc>
                  <a:txBody>
                    <a:bodyPr/>
                    <a:lstStyle/>
                    <a:p>
                      <a:r>
                        <a:rPr kumimoji="1" lang="en-US" altLang="ja-JP" dirty="0"/>
                        <a:t>#</a:t>
                      </a:r>
                      <a:endParaRPr kumimoji="1" lang="ja-JP" altLang="en-US"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40000"/>
                        <a:lumOff val="60000"/>
                      </a:schemeClr>
                    </a:solidFill>
                  </a:tcPr>
                </a:tc>
                <a:tc>
                  <a:txBody>
                    <a:bodyPr/>
                    <a:lstStyle/>
                    <a:p>
                      <a:r>
                        <a:rPr kumimoji="1" lang="ja-JP" altLang="en-US" dirty="0"/>
                        <a:t>タイトル</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40000"/>
                        <a:lumOff val="60000"/>
                      </a:schemeClr>
                    </a:solidFill>
                  </a:tcPr>
                </a:tc>
                <a:tc>
                  <a:txBody>
                    <a:bodyPr/>
                    <a:lstStyle/>
                    <a:p>
                      <a:r>
                        <a:rPr kumimoji="1" lang="ja-JP" altLang="en-US" dirty="0"/>
                        <a:t>概要</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40000"/>
                        <a:lumOff val="60000"/>
                      </a:schemeClr>
                    </a:solidFill>
                  </a:tcPr>
                </a:tc>
                <a:tc>
                  <a:txBody>
                    <a:bodyPr/>
                    <a:lstStyle/>
                    <a:p>
                      <a:r>
                        <a:rPr kumimoji="1" lang="ja-JP" altLang="en-US" dirty="0"/>
                        <a:t>備考</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40000"/>
                        <a:lumOff val="60000"/>
                      </a:schemeClr>
                    </a:solidFill>
                  </a:tcPr>
                </a:tc>
                <a:extLst>
                  <a:ext uri="{0D108BD9-81ED-4DB2-BD59-A6C34878D82A}">
                    <a16:rowId xmlns:a16="http://schemas.microsoft.com/office/drawing/2014/main" val="4021886788"/>
                  </a:ext>
                </a:extLst>
              </a:tr>
              <a:tr h="507298">
                <a:tc>
                  <a:txBody>
                    <a:bodyPr/>
                    <a:lstStyle/>
                    <a:p>
                      <a:r>
                        <a:rPr kumimoji="1" lang="en-US" altLang="ja-JP" dirty="0"/>
                        <a:t>1</a:t>
                      </a:r>
                    </a:p>
                    <a:p>
                      <a:endParaRPr kumimoji="1" lang="ja-JP" altLang="en-US"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995794718"/>
                  </a:ext>
                </a:extLst>
              </a:tr>
              <a:tr h="507298">
                <a:tc>
                  <a:txBody>
                    <a:bodyPr/>
                    <a:lstStyle/>
                    <a:p>
                      <a:r>
                        <a:rPr kumimoji="1" lang="en-US" altLang="ja-JP" dirty="0"/>
                        <a:t>2</a:t>
                      </a:r>
                    </a:p>
                    <a:p>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77024123"/>
                  </a:ext>
                </a:extLst>
              </a:tr>
              <a:tr h="507298">
                <a:tc>
                  <a:txBody>
                    <a:bodyPr/>
                    <a:lstStyle/>
                    <a:p>
                      <a:r>
                        <a:rPr kumimoji="1" lang="en-US" altLang="ja-JP" dirty="0"/>
                        <a:t>3</a:t>
                      </a:r>
                    </a:p>
                    <a:p>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598956711"/>
                  </a:ext>
                </a:extLst>
              </a:tr>
              <a:tr h="507298">
                <a:tc>
                  <a:txBody>
                    <a:bodyPr/>
                    <a:lstStyle/>
                    <a:p>
                      <a:r>
                        <a:rPr kumimoji="1" lang="en-US" altLang="ja-JP" dirty="0"/>
                        <a:t>4</a:t>
                      </a:r>
                    </a:p>
                    <a:p>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692696075"/>
                  </a:ext>
                </a:extLst>
              </a:tr>
              <a:tr h="507298">
                <a:tc>
                  <a:txBody>
                    <a:bodyPr/>
                    <a:lstStyle/>
                    <a:p>
                      <a:r>
                        <a:rPr kumimoji="1" lang="en-US" altLang="ja-JP" dirty="0"/>
                        <a:t>5</a:t>
                      </a:r>
                    </a:p>
                    <a:p>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02554559"/>
                  </a:ext>
                </a:extLst>
              </a:tr>
              <a:tr h="507298">
                <a:tc>
                  <a:txBody>
                    <a:bodyPr/>
                    <a:lstStyle/>
                    <a:p>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dirty="0"/>
                        <a:t>Appendix</a:t>
                      </a:r>
                      <a:r>
                        <a:rPr kumimoji="1" lang="ja-JP" altLang="en-US" dirty="0"/>
                        <a:t>②</a:t>
                      </a:r>
                    </a:p>
                    <a:p>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kumimoji="1" lang="en-US" altLang="ja-JP" dirty="0"/>
                        <a:t>-</a:t>
                      </a:r>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kumimoji="1" lang="en-US" altLang="ja-JP" dirty="0"/>
                        <a:t>-</a:t>
                      </a:r>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454851187"/>
                  </a:ext>
                </a:extLst>
              </a:tr>
              <a:tr h="507298">
                <a:tc>
                  <a:txBody>
                    <a:bodyPr/>
                    <a:lstStyle/>
                    <a:p>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kumimoji="1" lang="ja-JP" altLang="en-US" dirty="0"/>
                        <a:t>参考文献</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kumimoji="1" lang="en-US" altLang="ja-JP" dirty="0"/>
                        <a:t>-</a:t>
                      </a:r>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kumimoji="1" lang="en-US" altLang="ja-JP" dirty="0"/>
                        <a:t>-</a:t>
                      </a:r>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526560638"/>
                  </a:ext>
                </a:extLst>
              </a:tr>
            </a:tbl>
          </a:graphicData>
        </a:graphic>
      </p:graphicFrame>
    </p:spTree>
    <p:extLst>
      <p:ext uri="{BB962C8B-B14F-4D97-AF65-F5344CB8AC3E}">
        <p14:creationId xmlns:p14="http://schemas.microsoft.com/office/powerpoint/2010/main" val="23320802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33F67-3C10-6633-12BE-34F8F8A48A10}"/>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9740C99E-8A60-EAC0-A89B-6836B6DF154F}"/>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C7510BA4-7A54-A2C4-E89D-C4EF6C3509CC}"/>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a:t>～は、～により、～することを目的としている</a:t>
            </a:r>
            <a:endParaRPr lang="en-US" altLang="ja-JP" sz="2800" dirty="0"/>
          </a:p>
        </p:txBody>
      </p:sp>
      <p:sp>
        <p:nvSpPr>
          <p:cNvPr id="4" name="タイトル プレースホルダー 1">
            <a:extLst>
              <a:ext uri="{FF2B5EF4-FFF2-40B4-BE49-F238E27FC236}">
                <a16:creationId xmlns:a16="http://schemas.microsoft.com/office/drawing/2014/main" id="{37A9D8E7-0DDA-4144-04F1-32E2E21FA926}"/>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目次内のタイトル名そのまま</a:t>
            </a:r>
            <a:endParaRPr lang="en-US" altLang="ja-JP" dirty="0"/>
          </a:p>
        </p:txBody>
      </p:sp>
      <p:sp>
        <p:nvSpPr>
          <p:cNvPr id="8" name="二等辺三角形 7">
            <a:extLst>
              <a:ext uri="{FF2B5EF4-FFF2-40B4-BE49-F238E27FC236}">
                <a16:creationId xmlns:a16="http://schemas.microsoft.com/office/drawing/2014/main" id="{EB5AC460-77C4-3273-3AD4-F1611D15E829}"/>
              </a:ext>
            </a:extLst>
          </p:cNvPr>
          <p:cNvSpPr/>
          <p:nvPr/>
        </p:nvSpPr>
        <p:spPr>
          <a:xfrm rot="5400000">
            <a:off x="4329359" y="4369736"/>
            <a:ext cx="3601016" cy="585679"/>
          </a:xfrm>
          <a:prstGeom prst="triangle">
            <a:avLst/>
          </a:prstGeom>
          <a:solidFill>
            <a:schemeClr val="tx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正方形/長方形 8">
            <a:extLst>
              <a:ext uri="{FF2B5EF4-FFF2-40B4-BE49-F238E27FC236}">
                <a16:creationId xmlns:a16="http://schemas.microsoft.com/office/drawing/2014/main" id="{BC118070-57E6-FC5D-24FC-51292E3ACB11}"/>
              </a:ext>
            </a:extLst>
          </p:cNvPr>
          <p:cNvSpPr/>
          <p:nvPr/>
        </p:nvSpPr>
        <p:spPr>
          <a:xfrm>
            <a:off x="336024" y="2876616"/>
            <a:ext cx="5015186" cy="3586466"/>
          </a:xfrm>
          <a:prstGeom prst="rect">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marL="285750" indent="-285750">
              <a:buFont typeface="Wingdings" panose="05000000000000000000" pitchFamily="2" charset="2"/>
              <a:buChar char="l"/>
            </a:pPr>
            <a:r>
              <a:rPr kumimoji="1" lang="ja-JP" altLang="en-US" dirty="0">
                <a:solidFill>
                  <a:schemeClr val="tx1">
                    <a:lumMod val="75000"/>
                  </a:schemeClr>
                </a:solidFill>
              </a:rPr>
              <a:t>ああ</a:t>
            </a:r>
          </a:p>
        </p:txBody>
      </p:sp>
      <p:sp>
        <p:nvSpPr>
          <p:cNvPr id="10" name="正方形/長方形 9">
            <a:extLst>
              <a:ext uri="{FF2B5EF4-FFF2-40B4-BE49-F238E27FC236}">
                <a16:creationId xmlns:a16="http://schemas.microsoft.com/office/drawing/2014/main" id="{A5DD0F5F-F7DD-E0B3-E8B8-43DC8378525E}"/>
              </a:ext>
            </a:extLst>
          </p:cNvPr>
          <p:cNvSpPr/>
          <p:nvPr/>
        </p:nvSpPr>
        <p:spPr>
          <a:xfrm>
            <a:off x="6821214" y="2876616"/>
            <a:ext cx="5015186" cy="3586466"/>
          </a:xfrm>
          <a:prstGeom prst="rect">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marL="285750" indent="-285750">
              <a:buFont typeface="Wingdings" panose="05000000000000000000" pitchFamily="2" charset="2"/>
              <a:buChar char="l"/>
            </a:pPr>
            <a:r>
              <a:rPr kumimoji="1" lang="ja-JP" altLang="en-US" dirty="0">
                <a:solidFill>
                  <a:schemeClr val="tx1">
                    <a:lumMod val="75000"/>
                  </a:schemeClr>
                </a:solidFill>
              </a:rPr>
              <a:t>ああ</a:t>
            </a:r>
          </a:p>
        </p:txBody>
      </p:sp>
      <p:sp>
        <p:nvSpPr>
          <p:cNvPr id="6" name="正方形/長方形 5">
            <a:extLst>
              <a:ext uri="{FF2B5EF4-FFF2-40B4-BE49-F238E27FC236}">
                <a16:creationId xmlns:a16="http://schemas.microsoft.com/office/drawing/2014/main" id="{725A5F26-C6B0-E077-E1C8-6C313703AE69}"/>
              </a:ext>
            </a:extLst>
          </p:cNvPr>
          <p:cNvSpPr/>
          <p:nvPr/>
        </p:nvSpPr>
        <p:spPr>
          <a:xfrm>
            <a:off x="355600" y="2322788"/>
            <a:ext cx="5015186" cy="53927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tx1">
                    <a:lumMod val="75000"/>
                  </a:schemeClr>
                </a:solidFill>
              </a:rPr>
              <a:t>本スライドの背景</a:t>
            </a:r>
            <a:endParaRPr lang="ja-JP" altLang="en-US" dirty="0">
              <a:solidFill>
                <a:schemeClr val="tx1">
                  <a:lumMod val="75000"/>
                </a:schemeClr>
              </a:solidFill>
            </a:endParaRPr>
          </a:p>
        </p:txBody>
      </p:sp>
      <p:sp>
        <p:nvSpPr>
          <p:cNvPr id="7" name="正方形/長方形 6">
            <a:extLst>
              <a:ext uri="{FF2B5EF4-FFF2-40B4-BE49-F238E27FC236}">
                <a16:creationId xmlns:a16="http://schemas.microsoft.com/office/drawing/2014/main" id="{484040B2-3DEC-59AA-9DBF-F91CE4F75D54}"/>
              </a:ext>
            </a:extLst>
          </p:cNvPr>
          <p:cNvSpPr/>
          <p:nvPr/>
        </p:nvSpPr>
        <p:spPr>
          <a:xfrm>
            <a:off x="6821214" y="2322788"/>
            <a:ext cx="5015186" cy="53927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tx1">
                    <a:lumMod val="75000"/>
                  </a:schemeClr>
                </a:solidFill>
              </a:rPr>
              <a:t>本スライドの目的</a:t>
            </a:r>
            <a:endParaRPr kumimoji="1" lang="ja-JP" altLang="en-US" dirty="0"/>
          </a:p>
        </p:txBody>
      </p:sp>
    </p:spTree>
    <p:extLst>
      <p:ext uri="{BB962C8B-B14F-4D97-AF65-F5344CB8AC3E}">
        <p14:creationId xmlns:p14="http://schemas.microsoft.com/office/powerpoint/2010/main" val="27551811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8D2C1743-B1DF-1311-D64E-194A38B34837}"/>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1FC88A8E-53F0-B469-5D52-051622F0ECDE}"/>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リード文</a:t>
            </a:r>
            <a:endParaRPr lang="en-US" altLang="ja-JP" sz="2800" dirty="0"/>
          </a:p>
          <a:p>
            <a:r>
              <a:rPr lang="en-US" altLang="ja-JP" sz="2800" dirty="0"/>
              <a:t>2</a:t>
            </a:r>
            <a:r>
              <a:rPr lang="ja-JP" altLang="en-US" sz="2800" dirty="0"/>
              <a:t>行に収まる程度で</a:t>
            </a:r>
            <a:endParaRPr lang="en-US" altLang="ja-JP" sz="2800" dirty="0"/>
          </a:p>
        </p:txBody>
      </p:sp>
      <p:sp>
        <p:nvSpPr>
          <p:cNvPr id="4" name="タイトル プレースホルダー 1">
            <a:extLst>
              <a:ext uri="{FF2B5EF4-FFF2-40B4-BE49-F238E27FC236}">
                <a16:creationId xmlns:a16="http://schemas.microsoft.com/office/drawing/2014/main" id="{306678DD-E9B8-0DA4-574D-12FF7A1F77B0}"/>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目次内のタイトル名そのまま</a:t>
            </a:r>
            <a:endParaRPr lang="en-US" altLang="ja-JP" dirty="0"/>
          </a:p>
        </p:txBody>
      </p:sp>
      <p:sp>
        <p:nvSpPr>
          <p:cNvPr id="5" name="タイトル プレースホルダー 1">
            <a:extLst>
              <a:ext uri="{FF2B5EF4-FFF2-40B4-BE49-F238E27FC236}">
                <a16:creationId xmlns:a16="http://schemas.microsoft.com/office/drawing/2014/main" id="{D6D34CD7-D252-D2AA-DA88-AFBF77624AF7}"/>
              </a:ext>
            </a:extLst>
          </p:cNvPr>
          <p:cNvSpPr txBox="1">
            <a:spLocks/>
          </p:cNvSpPr>
          <p:nvPr/>
        </p:nvSpPr>
        <p:spPr>
          <a:xfrm>
            <a:off x="355600" y="2146304"/>
            <a:ext cx="11506200" cy="4165584"/>
          </a:xfrm>
          <a:prstGeom prst="rect">
            <a:avLst/>
          </a:prstGeom>
        </p:spPr>
        <p:txBody>
          <a:bodyPr vert="horz" lIns="91440" tIns="45720" rIns="91440" bIns="45720" rtlCol="0" anchor="t" anchorCtr="0">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1800" dirty="0"/>
              <a:t>本文</a:t>
            </a:r>
            <a:endParaRPr lang="en-US" altLang="ja-JP" sz="1800" dirty="0"/>
          </a:p>
          <a:p>
            <a:r>
              <a:rPr lang="ja-JP" altLang="en-US" sz="1800" dirty="0"/>
              <a:t>冗長にならないように頑張る</a:t>
            </a:r>
            <a:endParaRPr lang="en-US" altLang="ja-JP" sz="1800" dirty="0"/>
          </a:p>
          <a:p>
            <a:endParaRPr lang="en-US" altLang="ja-JP" sz="1800" dirty="0"/>
          </a:p>
          <a:p>
            <a:endParaRPr lang="en-US" altLang="ja-JP" sz="1800" dirty="0"/>
          </a:p>
          <a:p>
            <a:endParaRPr lang="en-US" altLang="ja-JP" sz="1800" dirty="0"/>
          </a:p>
          <a:p>
            <a:endParaRPr lang="en-US" altLang="ja-JP" sz="1800" dirty="0"/>
          </a:p>
          <a:p>
            <a:endParaRPr lang="en-US" altLang="ja-JP" sz="1800" dirty="0"/>
          </a:p>
          <a:p>
            <a:endParaRPr lang="en-US" altLang="ja-JP" sz="1800" dirty="0"/>
          </a:p>
        </p:txBody>
      </p:sp>
    </p:spTree>
    <p:extLst>
      <p:ext uri="{BB962C8B-B14F-4D97-AF65-F5344CB8AC3E}">
        <p14:creationId xmlns:p14="http://schemas.microsoft.com/office/powerpoint/2010/main" val="38081096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CE24A1-1F56-220F-D965-52CA104B3980}"/>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BD344855-77BE-A0C3-E6BD-87FBAC4CED79}"/>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9CE11133-2A75-FA27-FAE9-43A412FD06E7}"/>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リード文</a:t>
            </a:r>
            <a:endParaRPr lang="en-US" altLang="ja-JP" sz="2800" dirty="0"/>
          </a:p>
          <a:p>
            <a:r>
              <a:rPr lang="en-US" altLang="ja-JP" sz="2800" dirty="0"/>
              <a:t>2</a:t>
            </a:r>
            <a:r>
              <a:rPr lang="ja-JP" altLang="en-US" sz="2800" dirty="0"/>
              <a:t>行に収まる程度で</a:t>
            </a:r>
            <a:endParaRPr lang="en-US" altLang="ja-JP" sz="2800" dirty="0"/>
          </a:p>
        </p:txBody>
      </p:sp>
      <p:sp>
        <p:nvSpPr>
          <p:cNvPr id="4" name="タイトル プレースホルダー 1">
            <a:extLst>
              <a:ext uri="{FF2B5EF4-FFF2-40B4-BE49-F238E27FC236}">
                <a16:creationId xmlns:a16="http://schemas.microsoft.com/office/drawing/2014/main" id="{07C590E0-F21F-20DC-6F39-C584668E5141}"/>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目次内のタイトル名そのまま</a:t>
            </a:r>
            <a:endParaRPr lang="en-US" altLang="ja-JP" dirty="0"/>
          </a:p>
        </p:txBody>
      </p:sp>
      <p:sp>
        <p:nvSpPr>
          <p:cNvPr id="5" name="タイトル プレースホルダー 1">
            <a:extLst>
              <a:ext uri="{FF2B5EF4-FFF2-40B4-BE49-F238E27FC236}">
                <a16:creationId xmlns:a16="http://schemas.microsoft.com/office/drawing/2014/main" id="{6CDD10C7-761A-23F2-5FEC-71EB9CA49293}"/>
              </a:ext>
            </a:extLst>
          </p:cNvPr>
          <p:cNvSpPr txBox="1">
            <a:spLocks/>
          </p:cNvSpPr>
          <p:nvPr/>
        </p:nvSpPr>
        <p:spPr>
          <a:xfrm>
            <a:off x="355600" y="2146304"/>
            <a:ext cx="11506200" cy="4165584"/>
          </a:xfrm>
          <a:prstGeom prst="rect">
            <a:avLst/>
          </a:prstGeom>
        </p:spPr>
        <p:txBody>
          <a:bodyPr vert="horz" lIns="91440" tIns="45720" rIns="91440" bIns="45720" rtlCol="0" anchor="t" anchorCtr="0">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pPr marL="285750" indent="-285750">
              <a:buFont typeface="Arial" panose="020B0604020202020204" pitchFamily="34" charset="0"/>
              <a:buChar char="•"/>
            </a:pPr>
            <a:r>
              <a:rPr lang="ja-JP" altLang="en-US" sz="1800" dirty="0"/>
              <a:t>箇条書きしたかったらパワポのデフォルトのやつのポチを使う</a:t>
            </a:r>
            <a:endParaRPr lang="en-US" altLang="ja-JP" sz="1800" dirty="0"/>
          </a:p>
          <a:p>
            <a:endParaRPr lang="en-US" altLang="ja-JP" sz="1800" dirty="0"/>
          </a:p>
          <a:p>
            <a:endParaRPr lang="en-US" altLang="ja-JP" sz="1800" dirty="0"/>
          </a:p>
          <a:p>
            <a:endParaRPr lang="en-US" altLang="ja-JP" sz="1800" dirty="0"/>
          </a:p>
          <a:p>
            <a:endParaRPr lang="en-US" altLang="ja-JP" sz="1800" dirty="0"/>
          </a:p>
          <a:p>
            <a:endParaRPr lang="en-US" altLang="ja-JP" sz="1800" dirty="0"/>
          </a:p>
          <a:p>
            <a:endParaRPr lang="en-US" altLang="ja-JP" sz="1800" dirty="0"/>
          </a:p>
        </p:txBody>
      </p:sp>
    </p:spTree>
    <p:extLst>
      <p:ext uri="{BB962C8B-B14F-4D97-AF65-F5344CB8AC3E}">
        <p14:creationId xmlns:p14="http://schemas.microsoft.com/office/powerpoint/2010/main" val="8328672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82631-C86D-7880-1221-3897CA0E3CEA}"/>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E8A06A2F-CB9B-CA58-C287-E9DD2D8FC2F8}"/>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4F293823-B077-DF97-E7C1-A46FB3038F92}"/>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リード文</a:t>
            </a:r>
            <a:endParaRPr lang="en-US" altLang="ja-JP" sz="2800" dirty="0"/>
          </a:p>
          <a:p>
            <a:r>
              <a:rPr lang="en-US" altLang="ja-JP" sz="2800" dirty="0"/>
              <a:t>2</a:t>
            </a:r>
            <a:r>
              <a:rPr lang="ja-JP" altLang="en-US" sz="2800" dirty="0"/>
              <a:t>行に収まる程度で</a:t>
            </a:r>
            <a:endParaRPr lang="en-US" altLang="ja-JP" sz="2800" dirty="0"/>
          </a:p>
        </p:txBody>
      </p:sp>
      <p:sp>
        <p:nvSpPr>
          <p:cNvPr id="4" name="タイトル プレースホルダー 1">
            <a:extLst>
              <a:ext uri="{FF2B5EF4-FFF2-40B4-BE49-F238E27FC236}">
                <a16:creationId xmlns:a16="http://schemas.microsoft.com/office/drawing/2014/main" id="{489FA472-DE0B-9C11-7074-251D2B33E68D}"/>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ツリー</a:t>
            </a:r>
            <a:endParaRPr lang="en-US" altLang="ja-JP" dirty="0"/>
          </a:p>
        </p:txBody>
      </p:sp>
      <p:sp>
        <p:nvSpPr>
          <p:cNvPr id="5" name="タイトル プレースホルダー 1">
            <a:extLst>
              <a:ext uri="{FF2B5EF4-FFF2-40B4-BE49-F238E27FC236}">
                <a16:creationId xmlns:a16="http://schemas.microsoft.com/office/drawing/2014/main" id="{C06EAEDA-0E19-FEF0-681E-3BA0927BCE89}"/>
              </a:ext>
            </a:extLst>
          </p:cNvPr>
          <p:cNvSpPr txBox="1">
            <a:spLocks/>
          </p:cNvSpPr>
          <p:nvPr/>
        </p:nvSpPr>
        <p:spPr>
          <a:xfrm>
            <a:off x="7541442" y="2146304"/>
            <a:ext cx="4320357" cy="4165584"/>
          </a:xfrm>
          <a:prstGeom prst="rect">
            <a:avLst/>
          </a:prstGeom>
        </p:spPr>
        <p:txBody>
          <a:bodyPr vert="horz" lIns="91440" tIns="45720" rIns="91440" bIns="45720" rtlCol="0" anchor="t" anchorCtr="0">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pPr marL="285750" indent="-285750">
              <a:buFont typeface="Arial" panose="020B0604020202020204" pitchFamily="34" charset="0"/>
              <a:buChar char="•"/>
            </a:pPr>
            <a:r>
              <a:rPr lang="ja-JP" altLang="en-US" sz="1800" dirty="0"/>
              <a:t>課題・施策の分解</a:t>
            </a:r>
            <a:endParaRPr lang="en-US" altLang="ja-JP" sz="1800" dirty="0"/>
          </a:p>
          <a:p>
            <a:pPr marL="285750" indent="-285750">
              <a:buFont typeface="Arial" panose="020B0604020202020204" pitchFamily="34" charset="0"/>
              <a:buChar char="•"/>
            </a:pPr>
            <a:r>
              <a:rPr lang="en-US" altLang="ja-JP" sz="1800" dirty="0"/>
              <a:t>KPI</a:t>
            </a:r>
            <a:r>
              <a:rPr lang="ja-JP" altLang="en-US" sz="1800" dirty="0"/>
              <a:t>分解</a:t>
            </a:r>
            <a:endParaRPr lang="en-US" altLang="ja-JP" sz="1800" dirty="0"/>
          </a:p>
          <a:p>
            <a:pPr marL="285750" indent="-285750">
              <a:buFont typeface="Arial" panose="020B0604020202020204" pitchFamily="34" charset="0"/>
              <a:buChar char="•"/>
            </a:pPr>
            <a:r>
              <a:rPr lang="ja-JP" altLang="en-US" sz="1800" dirty="0"/>
              <a:t>収支分解</a:t>
            </a:r>
            <a:endParaRPr lang="en-US" altLang="ja-JP" sz="1800" dirty="0"/>
          </a:p>
          <a:p>
            <a:endParaRPr lang="en-US" altLang="ja-JP" sz="1800" dirty="0"/>
          </a:p>
          <a:p>
            <a:endParaRPr lang="en-US" altLang="ja-JP" sz="1800" dirty="0"/>
          </a:p>
          <a:p>
            <a:endParaRPr lang="en-US" altLang="ja-JP" sz="1800" dirty="0"/>
          </a:p>
          <a:p>
            <a:endParaRPr lang="en-US" altLang="ja-JP" sz="1800" dirty="0"/>
          </a:p>
          <a:p>
            <a:endParaRPr lang="en-US" altLang="ja-JP" sz="1800" dirty="0"/>
          </a:p>
        </p:txBody>
      </p:sp>
      <p:sp>
        <p:nvSpPr>
          <p:cNvPr id="6" name="正方形/長方形 5">
            <a:extLst>
              <a:ext uri="{FF2B5EF4-FFF2-40B4-BE49-F238E27FC236}">
                <a16:creationId xmlns:a16="http://schemas.microsoft.com/office/drawing/2014/main" id="{AFCCD529-85AB-8A88-A1E8-9A2C587719BC}"/>
              </a:ext>
            </a:extLst>
          </p:cNvPr>
          <p:cNvSpPr/>
          <p:nvPr/>
        </p:nvSpPr>
        <p:spPr>
          <a:xfrm>
            <a:off x="355600" y="3869639"/>
            <a:ext cx="1458000" cy="71891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コメント</a:t>
            </a:r>
          </a:p>
        </p:txBody>
      </p:sp>
      <p:sp>
        <p:nvSpPr>
          <p:cNvPr id="7" name="正方形/長方形 6">
            <a:extLst>
              <a:ext uri="{FF2B5EF4-FFF2-40B4-BE49-F238E27FC236}">
                <a16:creationId xmlns:a16="http://schemas.microsoft.com/office/drawing/2014/main" id="{BF96AE94-65A1-C877-9775-ADAA00D10BB0}"/>
              </a:ext>
            </a:extLst>
          </p:cNvPr>
          <p:cNvSpPr/>
          <p:nvPr/>
        </p:nvSpPr>
        <p:spPr>
          <a:xfrm>
            <a:off x="2490521" y="3869639"/>
            <a:ext cx="1458000" cy="71891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コメント</a:t>
            </a:r>
          </a:p>
        </p:txBody>
      </p:sp>
      <p:sp>
        <p:nvSpPr>
          <p:cNvPr id="8" name="正方形/長方形 7">
            <a:extLst>
              <a:ext uri="{FF2B5EF4-FFF2-40B4-BE49-F238E27FC236}">
                <a16:creationId xmlns:a16="http://schemas.microsoft.com/office/drawing/2014/main" id="{BB464C96-12F4-93C2-7ACD-B80846D470F0}"/>
              </a:ext>
            </a:extLst>
          </p:cNvPr>
          <p:cNvSpPr/>
          <p:nvPr/>
        </p:nvSpPr>
        <p:spPr>
          <a:xfrm>
            <a:off x="2490521" y="2408484"/>
            <a:ext cx="1458000" cy="71891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コメント</a:t>
            </a:r>
          </a:p>
        </p:txBody>
      </p:sp>
      <p:sp>
        <p:nvSpPr>
          <p:cNvPr id="9" name="正方形/長方形 8">
            <a:extLst>
              <a:ext uri="{FF2B5EF4-FFF2-40B4-BE49-F238E27FC236}">
                <a16:creationId xmlns:a16="http://schemas.microsoft.com/office/drawing/2014/main" id="{D99B5B17-43F8-00E6-AE07-1D644DC5453F}"/>
              </a:ext>
            </a:extLst>
          </p:cNvPr>
          <p:cNvSpPr/>
          <p:nvPr/>
        </p:nvSpPr>
        <p:spPr>
          <a:xfrm>
            <a:off x="2490521" y="5330794"/>
            <a:ext cx="1458000" cy="71891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コメント</a:t>
            </a:r>
          </a:p>
        </p:txBody>
      </p:sp>
      <p:sp>
        <p:nvSpPr>
          <p:cNvPr id="10" name="正方形/長方形 9">
            <a:extLst>
              <a:ext uri="{FF2B5EF4-FFF2-40B4-BE49-F238E27FC236}">
                <a16:creationId xmlns:a16="http://schemas.microsoft.com/office/drawing/2014/main" id="{475C7925-E561-AD7D-5BD4-B610A3A892CA}"/>
              </a:ext>
            </a:extLst>
          </p:cNvPr>
          <p:cNvSpPr/>
          <p:nvPr/>
        </p:nvSpPr>
        <p:spPr>
          <a:xfrm>
            <a:off x="5015981" y="2125680"/>
            <a:ext cx="1458000" cy="71891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コメント</a:t>
            </a:r>
          </a:p>
        </p:txBody>
      </p:sp>
      <p:sp>
        <p:nvSpPr>
          <p:cNvPr id="11" name="正方形/長方形 10">
            <a:extLst>
              <a:ext uri="{FF2B5EF4-FFF2-40B4-BE49-F238E27FC236}">
                <a16:creationId xmlns:a16="http://schemas.microsoft.com/office/drawing/2014/main" id="{0C5CAA25-2884-01AD-5B68-2469DCE64A67}"/>
              </a:ext>
            </a:extLst>
          </p:cNvPr>
          <p:cNvSpPr/>
          <p:nvPr/>
        </p:nvSpPr>
        <p:spPr>
          <a:xfrm>
            <a:off x="5015981" y="2976372"/>
            <a:ext cx="1458000" cy="71891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コメント</a:t>
            </a:r>
          </a:p>
        </p:txBody>
      </p:sp>
      <p:cxnSp>
        <p:nvCxnSpPr>
          <p:cNvPr id="13" name="直線コネクタ 12">
            <a:extLst>
              <a:ext uri="{FF2B5EF4-FFF2-40B4-BE49-F238E27FC236}">
                <a16:creationId xmlns:a16="http://schemas.microsoft.com/office/drawing/2014/main" id="{FF57BF83-E189-450F-49B7-4FDE9A2D9540}"/>
              </a:ext>
            </a:extLst>
          </p:cNvPr>
          <p:cNvCxnSpPr>
            <a:cxnSpLocks/>
            <a:stCxn id="6" idx="3"/>
            <a:endCxn id="7" idx="1"/>
          </p:cNvCxnSpPr>
          <p:nvPr/>
        </p:nvCxnSpPr>
        <p:spPr>
          <a:xfrm>
            <a:off x="1813600" y="4229096"/>
            <a:ext cx="676921"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6" name="コネクタ: カギ線 15">
            <a:extLst>
              <a:ext uri="{FF2B5EF4-FFF2-40B4-BE49-F238E27FC236}">
                <a16:creationId xmlns:a16="http://schemas.microsoft.com/office/drawing/2014/main" id="{DB1D3BC1-BD34-7972-D266-B1B52423D8E6}"/>
              </a:ext>
            </a:extLst>
          </p:cNvPr>
          <p:cNvCxnSpPr>
            <a:stCxn id="6" idx="3"/>
            <a:endCxn id="8" idx="1"/>
          </p:cNvCxnSpPr>
          <p:nvPr/>
        </p:nvCxnSpPr>
        <p:spPr>
          <a:xfrm flipV="1">
            <a:off x="1813600" y="2767941"/>
            <a:ext cx="676921" cy="1461155"/>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18" name="コネクタ: カギ線 17">
            <a:extLst>
              <a:ext uri="{FF2B5EF4-FFF2-40B4-BE49-F238E27FC236}">
                <a16:creationId xmlns:a16="http://schemas.microsoft.com/office/drawing/2014/main" id="{A4223461-020D-4954-EDD7-FE7F9F0BBC15}"/>
              </a:ext>
            </a:extLst>
          </p:cNvPr>
          <p:cNvCxnSpPr>
            <a:stCxn id="6" idx="3"/>
            <a:endCxn id="9" idx="1"/>
          </p:cNvCxnSpPr>
          <p:nvPr/>
        </p:nvCxnSpPr>
        <p:spPr>
          <a:xfrm>
            <a:off x="1813600" y="4229096"/>
            <a:ext cx="676921" cy="1461155"/>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20" name="コネクタ: カギ線 19">
            <a:extLst>
              <a:ext uri="{FF2B5EF4-FFF2-40B4-BE49-F238E27FC236}">
                <a16:creationId xmlns:a16="http://schemas.microsoft.com/office/drawing/2014/main" id="{43257997-C114-9545-5C01-3CE8AB7C64E5}"/>
              </a:ext>
            </a:extLst>
          </p:cNvPr>
          <p:cNvCxnSpPr>
            <a:stCxn id="8" idx="3"/>
            <a:endCxn id="10" idx="1"/>
          </p:cNvCxnSpPr>
          <p:nvPr/>
        </p:nvCxnSpPr>
        <p:spPr>
          <a:xfrm flipV="1">
            <a:off x="3948521" y="2485137"/>
            <a:ext cx="1067460" cy="282804"/>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22" name="コネクタ: カギ線 21">
            <a:extLst>
              <a:ext uri="{FF2B5EF4-FFF2-40B4-BE49-F238E27FC236}">
                <a16:creationId xmlns:a16="http://schemas.microsoft.com/office/drawing/2014/main" id="{EC1347D3-B545-167D-AFE9-DA66F55D8F1E}"/>
              </a:ext>
            </a:extLst>
          </p:cNvPr>
          <p:cNvCxnSpPr>
            <a:stCxn id="8" idx="3"/>
            <a:endCxn id="11" idx="1"/>
          </p:cNvCxnSpPr>
          <p:nvPr/>
        </p:nvCxnSpPr>
        <p:spPr>
          <a:xfrm>
            <a:off x="3948521" y="2767941"/>
            <a:ext cx="1067460" cy="567888"/>
          </a:xfrm>
          <a:prstGeom prst="bentConnector3">
            <a:avLst/>
          </a:prstGeom>
        </p:spPr>
        <p:style>
          <a:lnRef idx="2">
            <a:schemeClr val="accent1"/>
          </a:lnRef>
          <a:fillRef idx="0">
            <a:schemeClr val="accent1"/>
          </a:fillRef>
          <a:effectRef idx="1">
            <a:schemeClr val="accent1"/>
          </a:effectRef>
          <a:fontRef idx="minor">
            <a:schemeClr val="tx1"/>
          </a:fontRef>
        </p:style>
      </p:cxnSp>
      <p:sp>
        <p:nvSpPr>
          <p:cNvPr id="24" name="正方形/長方形 23">
            <a:extLst>
              <a:ext uri="{FF2B5EF4-FFF2-40B4-BE49-F238E27FC236}">
                <a16:creationId xmlns:a16="http://schemas.microsoft.com/office/drawing/2014/main" id="{760BF985-7FE1-4EAA-AF00-9528DF8AE232}"/>
              </a:ext>
            </a:extLst>
          </p:cNvPr>
          <p:cNvSpPr/>
          <p:nvPr/>
        </p:nvSpPr>
        <p:spPr>
          <a:xfrm>
            <a:off x="5015981" y="3827064"/>
            <a:ext cx="1458000" cy="71891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コメント</a:t>
            </a:r>
          </a:p>
        </p:txBody>
      </p:sp>
      <p:sp>
        <p:nvSpPr>
          <p:cNvPr id="25" name="正方形/長方形 24">
            <a:extLst>
              <a:ext uri="{FF2B5EF4-FFF2-40B4-BE49-F238E27FC236}">
                <a16:creationId xmlns:a16="http://schemas.microsoft.com/office/drawing/2014/main" id="{662512F0-8099-B42F-A38C-1A803489F5E7}"/>
              </a:ext>
            </a:extLst>
          </p:cNvPr>
          <p:cNvSpPr/>
          <p:nvPr/>
        </p:nvSpPr>
        <p:spPr>
          <a:xfrm>
            <a:off x="5015981" y="4677756"/>
            <a:ext cx="1458000" cy="71891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コメント</a:t>
            </a:r>
          </a:p>
        </p:txBody>
      </p:sp>
      <p:cxnSp>
        <p:nvCxnSpPr>
          <p:cNvPr id="27" name="コネクタ: カギ線 26">
            <a:extLst>
              <a:ext uri="{FF2B5EF4-FFF2-40B4-BE49-F238E27FC236}">
                <a16:creationId xmlns:a16="http://schemas.microsoft.com/office/drawing/2014/main" id="{7CEAA139-80AF-54E8-6A4A-99A545BF5873}"/>
              </a:ext>
            </a:extLst>
          </p:cNvPr>
          <p:cNvCxnSpPr>
            <a:stCxn id="7" idx="3"/>
            <a:endCxn id="24" idx="1"/>
          </p:cNvCxnSpPr>
          <p:nvPr/>
        </p:nvCxnSpPr>
        <p:spPr>
          <a:xfrm flipV="1">
            <a:off x="3948521" y="4186521"/>
            <a:ext cx="1067460" cy="42575"/>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29" name="コネクタ: カギ線 28">
            <a:extLst>
              <a:ext uri="{FF2B5EF4-FFF2-40B4-BE49-F238E27FC236}">
                <a16:creationId xmlns:a16="http://schemas.microsoft.com/office/drawing/2014/main" id="{06F7B911-FDC2-A061-F267-E5CEB483140E}"/>
              </a:ext>
            </a:extLst>
          </p:cNvPr>
          <p:cNvCxnSpPr>
            <a:stCxn id="7" idx="3"/>
            <a:endCxn id="25" idx="1"/>
          </p:cNvCxnSpPr>
          <p:nvPr/>
        </p:nvCxnSpPr>
        <p:spPr>
          <a:xfrm>
            <a:off x="3948521" y="4229096"/>
            <a:ext cx="1067460" cy="808117"/>
          </a:xfrm>
          <a:prstGeom prst="bentConnector3">
            <a:avLst/>
          </a:prstGeom>
        </p:spPr>
        <p:style>
          <a:lnRef idx="2">
            <a:schemeClr val="accent1"/>
          </a:lnRef>
          <a:fillRef idx="0">
            <a:schemeClr val="accent1"/>
          </a:fillRef>
          <a:effectRef idx="1">
            <a:schemeClr val="accent1"/>
          </a:effectRef>
          <a:fontRef idx="minor">
            <a:schemeClr val="tx1"/>
          </a:fontRef>
        </p:style>
      </p:cxnSp>
      <p:sp>
        <p:nvSpPr>
          <p:cNvPr id="31" name="正方形/長方形 30">
            <a:extLst>
              <a:ext uri="{FF2B5EF4-FFF2-40B4-BE49-F238E27FC236}">
                <a16:creationId xmlns:a16="http://schemas.microsoft.com/office/drawing/2014/main" id="{CE00CB7D-86A6-33A3-6E71-F75BEB181F05}"/>
              </a:ext>
            </a:extLst>
          </p:cNvPr>
          <p:cNvSpPr/>
          <p:nvPr/>
        </p:nvSpPr>
        <p:spPr>
          <a:xfrm>
            <a:off x="5015981" y="5528448"/>
            <a:ext cx="1458000" cy="71891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コメント</a:t>
            </a:r>
          </a:p>
        </p:txBody>
      </p:sp>
      <p:cxnSp>
        <p:nvCxnSpPr>
          <p:cNvPr id="33" name="コネクタ: カギ線 32">
            <a:extLst>
              <a:ext uri="{FF2B5EF4-FFF2-40B4-BE49-F238E27FC236}">
                <a16:creationId xmlns:a16="http://schemas.microsoft.com/office/drawing/2014/main" id="{FAD21DEE-C882-CA99-F1AE-40F2F995A5FF}"/>
              </a:ext>
            </a:extLst>
          </p:cNvPr>
          <p:cNvCxnSpPr>
            <a:stCxn id="9" idx="3"/>
            <a:endCxn id="31" idx="1"/>
          </p:cNvCxnSpPr>
          <p:nvPr/>
        </p:nvCxnSpPr>
        <p:spPr>
          <a:xfrm>
            <a:off x="3948521" y="5690251"/>
            <a:ext cx="1067460" cy="197654"/>
          </a:xfrm>
          <a:prstGeom prst="bentConnector3">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556863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3F68EE-1A46-3A03-3F0B-DCE71857E64A}"/>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C3AA8E8F-8BDB-3C50-FC1B-8451ADE07263}"/>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A49EC5EB-AA31-B498-E7F6-5D67061A6814}"/>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リード文</a:t>
            </a:r>
            <a:endParaRPr lang="en-US" altLang="ja-JP" sz="2800" dirty="0"/>
          </a:p>
          <a:p>
            <a:r>
              <a:rPr lang="en-US" altLang="ja-JP" sz="2800" dirty="0"/>
              <a:t>2</a:t>
            </a:r>
            <a:r>
              <a:rPr lang="ja-JP" altLang="en-US" sz="2800" dirty="0"/>
              <a:t>行に収まる程度で</a:t>
            </a:r>
            <a:endParaRPr lang="en-US" altLang="ja-JP" sz="2800" dirty="0"/>
          </a:p>
        </p:txBody>
      </p:sp>
      <p:sp>
        <p:nvSpPr>
          <p:cNvPr id="4" name="タイトル プレースホルダー 1">
            <a:extLst>
              <a:ext uri="{FF2B5EF4-FFF2-40B4-BE49-F238E27FC236}">
                <a16:creationId xmlns:a16="http://schemas.microsoft.com/office/drawing/2014/main" id="{E34C69B8-1CC7-7929-D7CF-4F0F7833D1B0}"/>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ステップ図</a:t>
            </a:r>
            <a:endParaRPr lang="en-US" altLang="ja-JP" dirty="0"/>
          </a:p>
        </p:txBody>
      </p:sp>
      <p:sp>
        <p:nvSpPr>
          <p:cNvPr id="6" name="タイトル プレースホルダー 1">
            <a:extLst>
              <a:ext uri="{FF2B5EF4-FFF2-40B4-BE49-F238E27FC236}">
                <a16:creationId xmlns:a16="http://schemas.microsoft.com/office/drawing/2014/main" id="{1E917474-F5C8-9688-1FB7-23F9F8CC3DD9}"/>
              </a:ext>
            </a:extLst>
          </p:cNvPr>
          <p:cNvSpPr txBox="1">
            <a:spLocks/>
          </p:cNvSpPr>
          <p:nvPr/>
        </p:nvSpPr>
        <p:spPr>
          <a:xfrm>
            <a:off x="355600" y="4937124"/>
            <a:ext cx="11506199" cy="1374763"/>
          </a:xfrm>
          <a:prstGeom prst="rect">
            <a:avLst/>
          </a:prstGeom>
        </p:spPr>
        <p:txBody>
          <a:bodyPr vert="horz" lIns="91440" tIns="45720" rIns="91440" bIns="45720" rtlCol="0" anchor="t" anchorCtr="0">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pPr marL="285750" indent="-285750">
              <a:buFont typeface="Arial" panose="020B0604020202020204" pitchFamily="34" charset="0"/>
              <a:buChar char="•"/>
            </a:pPr>
            <a:r>
              <a:rPr lang="ja-JP" altLang="en-US" sz="1800" dirty="0"/>
              <a:t>バリューチェーン</a:t>
            </a:r>
            <a:endParaRPr lang="en-US" altLang="ja-JP" sz="1800" dirty="0"/>
          </a:p>
          <a:p>
            <a:pPr marL="285750" indent="-285750">
              <a:buFont typeface="Arial" panose="020B0604020202020204" pitchFamily="34" charset="0"/>
              <a:buChar char="•"/>
            </a:pPr>
            <a:r>
              <a:rPr lang="ja-JP" altLang="en-US" sz="1800" dirty="0"/>
              <a:t>検討アプローチ</a:t>
            </a:r>
            <a:endParaRPr lang="en-US" altLang="ja-JP" sz="1800" dirty="0"/>
          </a:p>
          <a:p>
            <a:endParaRPr lang="en-US" altLang="ja-JP" sz="1800" dirty="0"/>
          </a:p>
          <a:p>
            <a:endParaRPr lang="en-US" altLang="ja-JP" sz="1800" dirty="0"/>
          </a:p>
          <a:p>
            <a:endParaRPr lang="en-US" altLang="ja-JP" sz="1800" dirty="0"/>
          </a:p>
          <a:p>
            <a:endParaRPr lang="en-US" altLang="ja-JP" sz="1800" dirty="0"/>
          </a:p>
        </p:txBody>
      </p:sp>
      <p:sp>
        <p:nvSpPr>
          <p:cNvPr id="7" name="矢印: 五方向 6">
            <a:extLst>
              <a:ext uri="{FF2B5EF4-FFF2-40B4-BE49-F238E27FC236}">
                <a16:creationId xmlns:a16="http://schemas.microsoft.com/office/drawing/2014/main" id="{9D4F47B0-899C-DC8A-EBC0-814235BD8BE4}"/>
              </a:ext>
            </a:extLst>
          </p:cNvPr>
          <p:cNvSpPr/>
          <p:nvPr/>
        </p:nvSpPr>
        <p:spPr>
          <a:xfrm>
            <a:off x="1650997" y="2669018"/>
            <a:ext cx="2962635" cy="1592989"/>
          </a:xfrm>
          <a:prstGeom prst="homePlate">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矢印: 五方向 7">
            <a:extLst>
              <a:ext uri="{FF2B5EF4-FFF2-40B4-BE49-F238E27FC236}">
                <a16:creationId xmlns:a16="http://schemas.microsoft.com/office/drawing/2014/main" id="{0C36EA1A-89D2-F22A-3A35-6B130850FD8C}"/>
              </a:ext>
            </a:extLst>
          </p:cNvPr>
          <p:cNvSpPr/>
          <p:nvPr/>
        </p:nvSpPr>
        <p:spPr>
          <a:xfrm>
            <a:off x="4705282" y="2669018"/>
            <a:ext cx="2962635" cy="1592989"/>
          </a:xfrm>
          <a:prstGeom prst="homePlate">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五方向 8">
            <a:extLst>
              <a:ext uri="{FF2B5EF4-FFF2-40B4-BE49-F238E27FC236}">
                <a16:creationId xmlns:a16="http://schemas.microsoft.com/office/drawing/2014/main" id="{D3B4CFBC-9A2D-087F-7C20-2940C4916562}"/>
              </a:ext>
            </a:extLst>
          </p:cNvPr>
          <p:cNvSpPr/>
          <p:nvPr/>
        </p:nvSpPr>
        <p:spPr>
          <a:xfrm>
            <a:off x="7759567" y="2669018"/>
            <a:ext cx="2962635" cy="1592989"/>
          </a:xfrm>
          <a:prstGeom prst="homePlate">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12012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20F8D-7D6F-BCB1-D834-4BE64B402FEC}"/>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312A614B-B7E1-66F3-93FC-7C68EADC4B92}"/>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4EC22920-18AF-5F05-1FBD-345A4F58CB6A}"/>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リード文</a:t>
            </a:r>
            <a:endParaRPr lang="en-US" altLang="ja-JP" sz="2800" dirty="0"/>
          </a:p>
          <a:p>
            <a:r>
              <a:rPr lang="en-US" altLang="ja-JP" sz="2800" dirty="0"/>
              <a:t>2</a:t>
            </a:r>
            <a:r>
              <a:rPr lang="ja-JP" altLang="en-US" sz="2800" dirty="0"/>
              <a:t>行に収まる程度で</a:t>
            </a:r>
            <a:endParaRPr lang="en-US" altLang="ja-JP" sz="2800" dirty="0"/>
          </a:p>
        </p:txBody>
      </p:sp>
      <p:sp>
        <p:nvSpPr>
          <p:cNvPr id="4" name="タイトル プレースホルダー 1">
            <a:extLst>
              <a:ext uri="{FF2B5EF4-FFF2-40B4-BE49-F238E27FC236}">
                <a16:creationId xmlns:a16="http://schemas.microsoft.com/office/drawing/2014/main" id="{95AD810E-CD8B-A60F-D611-073BB01B4C10}"/>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目次内のタイトル名そのまま</a:t>
            </a:r>
            <a:endParaRPr lang="en-US" altLang="ja-JP" dirty="0"/>
          </a:p>
        </p:txBody>
      </p:sp>
      <p:sp>
        <p:nvSpPr>
          <p:cNvPr id="6" name="タイトル プレースホルダー 1">
            <a:extLst>
              <a:ext uri="{FF2B5EF4-FFF2-40B4-BE49-F238E27FC236}">
                <a16:creationId xmlns:a16="http://schemas.microsoft.com/office/drawing/2014/main" id="{1A28CD4B-8D98-6C58-B926-910BBD3D40C2}"/>
              </a:ext>
            </a:extLst>
          </p:cNvPr>
          <p:cNvSpPr txBox="1">
            <a:spLocks/>
          </p:cNvSpPr>
          <p:nvPr/>
        </p:nvSpPr>
        <p:spPr>
          <a:xfrm>
            <a:off x="7541442" y="2146304"/>
            <a:ext cx="4320357" cy="4165584"/>
          </a:xfrm>
          <a:prstGeom prst="rect">
            <a:avLst/>
          </a:prstGeom>
        </p:spPr>
        <p:txBody>
          <a:bodyPr vert="horz" lIns="91440" tIns="45720" rIns="91440" bIns="45720" rtlCol="0" anchor="t" anchorCtr="0">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pPr marL="285750" indent="-285750">
              <a:buFont typeface="Arial" panose="020B0604020202020204" pitchFamily="34" charset="0"/>
              <a:buChar char="•"/>
            </a:pPr>
            <a:r>
              <a:rPr lang="ja-JP" altLang="en-US" sz="1800" dirty="0"/>
              <a:t>課題・施策分解</a:t>
            </a:r>
            <a:br>
              <a:rPr lang="en-US" altLang="ja-JP" sz="1800" dirty="0"/>
            </a:br>
            <a:r>
              <a:rPr lang="ja-JP" altLang="en-US" sz="1800" dirty="0"/>
              <a:t>（因果関係があるとき）</a:t>
            </a:r>
            <a:endParaRPr lang="en-US" altLang="ja-JP" sz="1800" dirty="0"/>
          </a:p>
          <a:p>
            <a:endParaRPr lang="en-US" altLang="ja-JP" sz="1800" dirty="0"/>
          </a:p>
          <a:p>
            <a:endParaRPr lang="en-US" altLang="ja-JP" sz="1800" dirty="0"/>
          </a:p>
          <a:p>
            <a:endParaRPr lang="en-US" altLang="ja-JP" sz="1800" dirty="0"/>
          </a:p>
          <a:p>
            <a:endParaRPr lang="en-US" altLang="ja-JP" sz="1800" dirty="0"/>
          </a:p>
        </p:txBody>
      </p:sp>
      <p:sp>
        <p:nvSpPr>
          <p:cNvPr id="7" name="正方形/長方形 6">
            <a:extLst>
              <a:ext uri="{FF2B5EF4-FFF2-40B4-BE49-F238E27FC236}">
                <a16:creationId xmlns:a16="http://schemas.microsoft.com/office/drawing/2014/main" id="{8FBACA13-C4C3-ADA5-D958-247C482FF7CC}"/>
              </a:ext>
            </a:extLst>
          </p:cNvPr>
          <p:cNvSpPr/>
          <p:nvPr/>
        </p:nvSpPr>
        <p:spPr>
          <a:xfrm>
            <a:off x="355599" y="3869639"/>
            <a:ext cx="1605175" cy="71891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コメント</a:t>
            </a:r>
          </a:p>
        </p:txBody>
      </p:sp>
      <p:sp>
        <p:nvSpPr>
          <p:cNvPr id="8" name="正方形/長方形 7">
            <a:extLst>
              <a:ext uri="{FF2B5EF4-FFF2-40B4-BE49-F238E27FC236}">
                <a16:creationId xmlns:a16="http://schemas.microsoft.com/office/drawing/2014/main" id="{C1E093C0-7AB5-C963-456C-CE98FF74E293}"/>
              </a:ext>
            </a:extLst>
          </p:cNvPr>
          <p:cNvSpPr/>
          <p:nvPr/>
        </p:nvSpPr>
        <p:spPr>
          <a:xfrm>
            <a:off x="2193826" y="2710087"/>
            <a:ext cx="1605175" cy="71891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コメント</a:t>
            </a:r>
          </a:p>
        </p:txBody>
      </p:sp>
      <p:sp>
        <p:nvSpPr>
          <p:cNvPr id="9" name="正方形/長方形 8">
            <a:extLst>
              <a:ext uri="{FF2B5EF4-FFF2-40B4-BE49-F238E27FC236}">
                <a16:creationId xmlns:a16="http://schemas.microsoft.com/office/drawing/2014/main" id="{1510F148-CC65-E1B6-A1AD-621048BCA661}"/>
              </a:ext>
            </a:extLst>
          </p:cNvPr>
          <p:cNvSpPr/>
          <p:nvPr/>
        </p:nvSpPr>
        <p:spPr>
          <a:xfrm>
            <a:off x="4220589" y="3869639"/>
            <a:ext cx="1605175" cy="71891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コメント</a:t>
            </a:r>
          </a:p>
        </p:txBody>
      </p:sp>
      <p:sp>
        <p:nvSpPr>
          <p:cNvPr id="10" name="正方形/長方形 9">
            <a:extLst>
              <a:ext uri="{FF2B5EF4-FFF2-40B4-BE49-F238E27FC236}">
                <a16:creationId xmlns:a16="http://schemas.microsoft.com/office/drawing/2014/main" id="{7A6F9553-D4E5-65E4-38F5-AA12FDA2DD31}"/>
              </a:ext>
            </a:extLst>
          </p:cNvPr>
          <p:cNvSpPr/>
          <p:nvPr/>
        </p:nvSpPr>
        <p:spPr>
          <a:xfrm>
            <a:off x="2193826" y="5151630"/>
            <a:ext cx="1605175" cy="71891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コメント</a:t>
            </a:r>
          </a:p>
        </p:txBody>
      </p:sp>
      <p:sp>
        <p:nvSpPr>
          <p:cNvPr id="11" name="正方形/長方形 10">
            <a:extLst>
              <a:ext uri="{FF2B5EF4-FFF2-40B4-BE49-F238E27FC236}">
                <a16:creationId xmlns:a16="http://schemas.microsoft.com/office/drawing/2014/main" id="{399197AE-1B1E-ECF2-0D53-C4C96DDF5D1F}"/>
              </a:ext>
            </a:extLst>
          </p:cNvPr>
          <p:cNvSpPr/>
          <p:nvPr/>
        </p:nvSpPr>
        <p:spPr>
          <a:xfrm>
            <a:off x="5332952" y="5255327"/>
            <a:ext cx="1605175" cy="71891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コメント</a:t>
            </a:r>
          </a:p>
        </p:txBody>
      </p:sp>
      <p:cxnSp>
        <p:nvCxnSpPr>
          <p:cNvPr id="13" name="コネクタ: カギ線 12">
            <a:extLst>
              <a:ext uri="{FF2B5EF4-FFF2-40B4-BE49-F238E27FC236}">
                <a16:creationId xmlns:a16="http://schemas.microsoft.com/office/drawing/2014/main" id="{AD30A600-E26A-A185-3EB8-6F5D87B8AC18}"/>
              </a:ext>
            </a:extLst>
          </p:cNvPr>
          <p:cNvCxnSpPr>
            <a:stCxn id="7" idx="0"/>
            <a:endCxn id="8" idx="1"/>
          </p:cNvCxnSpPr>
          <p:nvPr/>
        </p:nvCxnSpPr>
        <p:spPr>
          <a:xfrm rot="5400000" flipH="1" flipV="1">
            <a:off x="1275959" y="2951773"/>
            <a:ext cx="800095" cy="1035639"/>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コネクタ: カギ線 14">
            <a:extLst>
              <a:ext uri="{FF2B5EF4-FFF2-40B4-BE49-F238E27FC236}">
                <a16:creationId xmlns:a16="http://schemas.microsoft.com/office/drawing/2014/main" id="{D6935BB0-5E93-1FBF-00CE-5E78DCB80AAF}"/>
              </a:ext>
            </a:extLst>
          </p:cNvPr>
          <p:cNvCxnSpPr>
            <a:stCxn id="8" idx="3"/>
            <a:endCxn id="9" idx="0"/>
          </p:cNvCxnSpPr>
          <p:nvPr/>
        </p:nvCxnSpPr>
        <p:spPr>
          <a:xfrm>
            <a:off x="3799001" y="3069544"/>
            <a:ext cx="1224176" cy="800095"/>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コネクタ: カギ線 16">
            <a:extLst>
              <a:ext uri="{FF2B5EF4-FFF2-40B4-BE49-F238E27FC236}">
                <a16:creationId xmlns:a16="http://schemas.microsoft.com/office/drawing/2014/main" id="{E5DED94B-2B7B-1C12-F9C9-6AEBD9651D68}"/>
              </a:ext>
            </a:extLst>
          </p:cNvPr>
          <p:cNvCxnSpPr>
            <a:stCxn id="10" idx="1"/>
            <a:endCxn id="7" idx="2"/>
          </p:cNvCxnSpPr>
          <p:nvPr/>
        </p:nvCxnSpPr>
        <p:spPr>
          <a:xfrm rot="10800000">
            <a:off x="1158188" y="4588553"/>
            <a:ext cx="1035639" cy="922535"/>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コネクタ: カギ線 18">
            <a:extLst>
              <a:ext uri="{FF2B5EF4-FFF2-40B4-BE49-F238E27FC236}">
                <a16:creationId xmlns:a16="http://schemas.microsoft.com/office/drawing/2014/main" id="{64192DD3-D1F4-C045-168A-E3DDCC4CA542}"/>
              </a:ext>
            </a:extLst>
          </p:cNvPr>
          <p:cNvCxnSpPr>
            <a:stCxn id="10" idx="3"/>
            <a:endCxn id="9" idx="2"/>
          </p:cNvCxnSpPr>
          <p:nvPr/>
        </p:nvCxnSpPr>
        <p:spPr>
          <a:xfrm flipV="1">
            <a:off x="3799001" y="4588552"/>
            <a:ext cx="1224176" cy="922535"/>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コネクタ: カギ線 20">
            <a:extLst>
              <a:ext uri="{FF2B5EF4-FFF2-40B4-BE49-F238E27FC236}">
                <a16:creationId xmlns:a16="http://schemas.microsoft.com/office/drawing/2014/main" id="{08F557FD-AD71-DEEE-AF2F-EDFEE78E6D1D}"/>
              </a:ext>
            </a:extLst>
          </p:cNvPr>
          <p:cNvCxnSpPr>
            <a:stCxn id="9" idx="3"/>
            <a:endCxn id="11" idx="0"/>
          </p:cNvCxnSpPr>
          <p:nvPr/>
        </p:nvCxnSpPr>
        <p:spPr>
          <a:xfrm>
            <a:off x="5825764" y="4229096"/>
            <a:ext cx="309776" cy="1026231"/>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コネクタ: カギ線 22">
            <a:extLst>
              <a:ext uri="{FF2B5EF4-FFF2-40B4-BE49-F238E27FC236}">
                <a16:creationId xmlns:a16="http://schemas.microsoft.com/office/drawing/2014/main" id="{4C20A49C-14B3-C7C5-B82D-ED93CFFBD69E}"/>
              </a:ext>
            </a:extLst>
          </p:cNvPr>
          <p:cNvCxnSpPr>
            <a:stCxn id="11" idx="2"/>
            <a:endCxn id="10" idx="2"/>
          </p:cNvCxnSpPr>
          <p:nvPr/>
        </p:nvCxnSpPr>
        <p:spPr>
          <a:xfrm rot="5400000" flipH="1">
            <a:off x="4514128" y="4352829"/>
            <a:ext cx="103697" cy="3139126"/>
          </a:xfrm>
          <a:prstGeom prst="bentConnector3">
            <a:avLst>
              <a:gd name="adj1" fmla="val -220450"/>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583484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67403-11C8-0D97-203A-15722E330098}"/>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CC722927-7A2E-9706-0A62-B9E81E31BCB8}"/>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F295E884-7C3B-2970-C074-28C2C533205D}"/>
              </a:ext>
            </a:extLst>
          </p:cNvPr>
          <p:cNvSpPr txBox="1">
            <a:spLocks/>
          </p:cNvSpPr>
          <p:nvPr/>
        </p:nvSpPr>
        <p:spPr>
          <a:xfrm>
            <a:off x="355600" y="112924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リード文</a:t>
            </a:r>
            <a:endParaRPr lang="en-US" altLang="ja-JP" sz="2800" dirty="0"/>
          </a:p>
          <a:p>
            <a:r>
              <a:rPr lang="en-US" altLang="ja-JP" sz="2800" dirty="0"/>
              <a:t>2</a:t>
            </a:r>
            <a:r>
              <a:rPr lang="ja-JP" altLang="en-US" sz="2800" dirty="0"/>
              <a:t>行に収まる程度で</a:t>
            </a:r>
            <a:endParaRPr lang="en-US" altLang="ja-JP" sz="2800" dirty="0"/>
          </a:p>
        </p:txBody>
      </p:sp>
      <p:sp>
        <p:nvSpPr>
          <p:cNvPr id="4" name="タイトル プレースホルダー 1">
            <a:extLst>
              <a:ext uri="{FF2B5EF4-FFF2-40B4-BE49-F238E27FC236}">
                <a16:creationId xmlns:a16="http://schemas.microsoft.com/office/drawing/2014/main" id="{21F6BFE7-6AF6-732F-0E21-B09BEA55FA73}"/>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目次内のタイトル名そのまま</a:t>
            </a:r>
            <a:endParaRPr lang="en-US" altLang="ja-JP" dirty="0"/>
          </a:p>
        </p:txBody>
      </p:sp>
      <p:sp>
        <p:nvSpPr>
          <p:cNvPr id="5" name="タイトル プレースホルダー 1">
            <a:extLst>
              <a:ext uri="{FF2B5EF4-FFF2-40B4-BE49-F238E27FC236}">
                <a16:creationId xmlns:a16="http://schemas.microsoft.com/office/drawing/2014/main" id="{0720B534-751A-92B9-28C8-2102084B0E36}"/>
              </a:ext>
            </a:extLst>
          </p:cNvPr>
          <p:cNvSpPr txBox="1">
            <a:spLocks/>
          </p:cNvSpPr>
          <p:nvPr/>
        </p:nvSpPr>
        <p:spPr>
          <a:xfrm>
            <a:off x="355600" y="2730500"/>
            <a:ext cx="5448300" cy="3581387"/>
          </a:xfrm>
          <a:prstGeom prst="rect">
            <a:avLst/>
          </a:prstGeom>
        </p:spPr>
        <p:txBody>
          <a:bodyPr vert="horz" lIns="91440" tIns="45720" rIns="91440" bIns="45720" rtlCol="0" anchor="t" anchorCtr="0">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1800" dirty="0"/>
              <a:t>本文</a:t>
            </a:r>
            <a:endParaRPr lang="en-US" altLang="ja-JP" sz="1800" dirty="0"/>
          </a:p>
          <a:p>
            <a:r>
              <a:rPr lang="ja-JP" altLang="en-US" sz="1800" dirty="0"/>
              <a:t>冗長にならないように頑張る</a:t>
            </a:r>
            <a:endParaRPr lang="en-US" altLang="ja-JP" sz="1800" dirty="0"/>
          </a:p>
          <a:p>
            <a:r>
              <a:rPr lang="ja-JP" altLang="en-US" sz="1800" dirty="0"/>
              <a:t>左右比較したいとき</a:t>
            </a:r>
            <a:endParaRPr lang="en-US" altLang="ja-JP" sz="1800" dirty="0"/>
          </a:p>
        </p:txBody>
      </p:sp>
      <p:sp>
        <p:nvSpPr>
          <p:cNvPr id="6" name="タイトル プレースホルダー 1">
            <a:extLst>
              <a:ext uri="{FF2B5EF4-FFF2-40B4-BE49-F238E27FC236}">
                <a16:creationId xmlns:a16="http://schemas.microsoft.com/office/drawing/2014/main" id="{D024BB36-65A3-3218-10D1-283E5E6E05B9}"/>
              </a:ext>
            </a:extLst>
          </p:cNvPr>
          <p:cNvSpPr txBox="1">
            <a:spLocks/>
          </p:cNvSpPr>
          <p:nvPr/>
        </p:nvSpPr>
        <p:spPr>
          <a:xfrm>
            <a:off x="6413500" y="2730500"/>
            <a:ext cx="5448300" cy="3581387"/>
          </a:xfrm>
          <a:prstGeom prst="rect">
            <a:avLst/>
          </a:prstGeom>
        </p:spPr>
        <p:txBody>
          <a:bodyPr vert="horz" lIns="91440" tIns="45720" rIns="91440" bIns="45720" rtlCol="0" anchor="t" anchorCtr="0">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1800" dirty="0"/>
              <a:t>本文</a:t>
            </a:r>
            <a:endParaRPr lang="en-US" altLang="ja-JP" sz="1800" dirty="0"/>
          </a:p>
          <a:p>
            <a:r>
              <a:rPr lang="ja-JP" altLang="en-US" sz="1800" dirty="0"/>
              <a:t>冗長にならないように頑張る</a:t>
            </a:r>
            <a:endParaRPr lang="en-US" altLang="ja-JP" sz="1800" dirty="0"/>
          </a:p>
          <a:p>
            <a:r>
              <a:rPr lang="ja-JP" altLang="en-US" sz="1800" dirty="0"/>
              <a:t>左右比較したいとき</a:t>
            </a:r>
            <a:endParaRPr lang="en-US" altLang="ja-JP" sz="1800" dirty="0"/>
          </a:p>
        </p:txBody>
      </p:sp>
      <p:sp>
        <p:nvSpPr>
          <p:cNvPr id="7" name="正方形/長方形 6">
            <a:extLst>
              <a:ext uri="{FF2B5EF4-FFF2-40B4-BE49-F238E27FC236}">
                <a16:creationId xmlns:a16="http://schemas.microsoft.com/office/drawing/2014/main" id="{1D75A1B6-F70B-25E3-C42A-1400D60D9876}"/>
              </a:ext>
            </a:extLst>
          </p:cNvPr>
          <p:cNvSpPr/>
          <p:nvPr/>
        </p:nvSpPr>
        <p:spPr>
          <a:xfrm>
            <a:off x="342900" y="2184400"/>
            <a:ext cx="5435600" cy="43281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bg1"/>
                </a:solidFill>
              </a:rPr>
              <a:t>左側はなにを表す？</a:t>
            </a:r>
          </a:p>
        </p:txBody>
      </p:sp>
      <p:sp>
        <p:nvSpPr>
          <p:cNvPr id="8" name="正方形/長方形 7">
            <a:extLst>
              <a:ext uri="{FF2B5EF4-FFF2-40B4-BE49-F238E27FC236}">
                <a16:creationId xmlns:a16="http://schemas.microsoft.com/office/drawing/2014/main" id="{7702FE73-EF7E-6834-0827-2C67E6B5B983}"/>
              </a:ext>
            </a:extLst>
          </p:cNvPr>
          <p:cNvSpPr/>
          <p:nvPr/>
        </p:nvSpPr>
        <p:spPr>
          <a:xfrm>
            <a:off x="6413500" y="2184400"/>
            <a:ext cx="5435600" cy="43281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rPr>
              <a:t>右</a:t>
            </a:r>
            <a:r>
              <a:rPr kumimoji="1" lang="ja-JP" altLang="en-US" sz="2400" b="1" dirty="0">
                <a:solidFill>
                  <a:schemeClr val="bg1"/>
                </a:solidFill>
              </a:rPr>
              <a:t>側はなにを表す？</a:t>
            </a:r>
          </a:p>
        </p:txBody>
      </p:sp>
    </p:spTree>
    <p:extLst>
      <p:ext uri="{BB962C8B-B14F-4D97-AF65-F5344CB8AC3E}">
        <p14:creationId xmlns:p14="http://schemas.microsoft.com/office/powerpoint/2010/main" val="324042256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3654D-8CB7-EE77-A47A-FB307C8B1E23}"/>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7EEF1B90-ECC0-9B88-DE52-01177EE4255F}"/>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7966633A-F384-542C-3723-0833F5768B5A}"/>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リード文</a:t>
            </a:r>
            <a:endParaRPr lang="en-US" altLang="ja-JP" sz="2800" dirty="0"/>
          </a:p>
          <a:p>
            <a:r>
              <a:rPr lang="en-US" altLang="ja-JP" sz="2800" dirty="0"/>
              <a:t>2</a:t>
            </a:r>
            <a:r>
              <a:rPr lang="ja-JP" altLang="en-US" sz="2800" dirty="0"/>
              <a:t>行に収まる程度で</a:t>
            </a:r>
            <a:endParaRPr lang="en-US" altLang="ja-JP" sz="2800" dirty="0"/>
          </a:p>
        </p:txBody>
      </p:sp>
      <p:sp>
        <p:nvSpPr>
          <p:cNvPr id="4" name="タイトル プレースホルダー 1">
            <a:extLst>
              <a:ext uri="{FF2B5EF4-FFF2-40B4-BE49-F238E27FC236}">
                <a16:creationId xmlns:a16="http://schemas.microsoft.com/office/drawing/2014/main" id="{36178834-2868-A913-580E-E18E96C56795}"/>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a:t>評価テーブル</a:t>
            </a:r>
            <a:endParaRPr lang="en-US" altLang="ja-JP" dirty="0"/>
          </a:p>
        </p:txBody>
      </p:sp>
      <p:sp>
        <p:nvSpPr>
          <p:cNvPr id="6" name="タイトル プレースホルダー 1">
            <a:extLst>
              <a:ext uri="{FF2B5EF4-FFF2-40B4-BE49-F238E27FC236}">
                <a16:creationId xmlns:a16="http://schemas.microsoft.com/office/drawing/2014/main" id="{ED213100-5A00-33EE-9D66-9F4B80EDC912}"/>
              </a:ext>
            </a:extLst>
          </p:cNvPr>
          <p:cNvSpPr txBox="1">
            <a:spLocks/>
          </p:cNvSpPr>
          <p:nvPr/>
        </p:nvSpPr>
        <p:spPr>
          <a:xfrm>
            <a:off x="7711257" y="2146304"/>
            <a:ext cx="4150542" cy="4165584"/>
          </a:xfrm>
          <a:prstGeom prst="rect">
            <a:avLst/>
          </a:prstGeom>
        </p:spPr>
        <p:txBody>
          <a:bodyPr vert="horz" lIns="91440" tIns="45720" rIns="91440" bIns="45720" rtlCol="0" anchor="t" anchorCtr="0">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pPr marL="285750" indent="-285750">
              <a:buFont typeface="Arial" panose="020B0604020202020204" pitchFamily="34" charset="0"/>
              <a:buChar char="•"/>
            </a:pPr>
            <a:r>
              <a:rPr lang="ja-JP" altLang="en-US" sz="1800" dirty="0"/>
              <a:t>ポジショニング</a:t>
            </a:r>
            <a:endParaRPr lang="en-US" altLang="ja-JP" sz="1800" dirty="0"/>
          </a:p>
          <a:p>
            <a:pPr marL="285750" indent="-285750">
              <a:buFont typeface="Arial" panose="020B0604020202020204" pitchFamily="34" charset="0"/>
              <a:buChar char="•"/>
            </a:pPr>
            <a:r>
              <a:rPr lang="ja-JP" altLang="en-US" sz="1800" dirty="0"/>
              <a:t>ターゲット選定</a:t>
            </a:r>
            <a:endParaRPr lang="en-US" altLang="ja-JP" sz="1800" dirty="0"/>
          </a:p>
          <a:p>
            <a:pPr marL="285750" indent="-285750">
              <a:buFont typeface="Arial" panose="020B0604020202020204" pitchFamily="34" charset="0"/>
              <a:buChar char="•"/>
            </a:pPr>
            <a:r>
              <a:rPr lang="ja-JP" altLang="en-US" sz="1800" dirty="0"/>
              <a:t>施策選定</a:t>
            </a:r>
            <a:endParaRPr lang="en-US" altLang="ja-JP" sz="1800" dirty="0"/>
          </a:p>
          <a:p>
            <a:endParaRPr lang="en-US" altLang="ja-JP" sz="1800" dirty="0"/>
          </a:p>
          <a:p>
            <a:endParaRPr lang="en-US" altLang="ja-JP" sz="1800" dirty="0"/>
          </a:p>
          <a:p>
            <a:endParaRPr lang="en-US" altLang="ja-JP" sz="1800" dirty="0"/>
          </a:p>
          <a:p>
            <a:endParaRPr lang="en-US" altLang="ja-JP" sz="1800" dirty="0"/>
          </a:p>
        </p:txBody>
      </p:sp>
      <p:sp>
        <p:nvSpPr>
          <p:cNvPr id="7" name="正方形/長方形 6">
            <a:extLst>
              <a:ext uri="{FF2B5EF4-FFF2-40B4-BE49-F238E27FC236}">
                <a16:creationId xmlns:a16="http://schemas.microsoft.com/office/drawing/2014/main" id="{E2CAA30F-7605-91FD-B28B-D95562F347C8}"/>
              </a:ext>
            </a:extLst>
          </p:cNvPr>
          <p:cNvSpPr/>
          <p:nvPr/>
        </p:nvSpPr>
        <p:spPr>
          <a:xfrm>
            <a:off x="330201" y="3561134"/>
            <a:ext cx="1649428" cy="593728"/>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横軸</a:t>
            </a:r>
            <a:r>
              <a:rPr lang="en-US" altLang="ja-JP" sz="1400" dirty="0">
                <a:solidFill>
                  <a:schemeClr val="tx1">
                    <a:lumMod val="75000"/>
                  </a:schemeClr>
                </a:solidFill>
              </a:rPr>
              <a:t>X</a:t>
            </a:r>
            <a:endParaRPr kumimoji="1" lang="ja-JP" altLang="en-US" sz="1400" dirty="0">
              <a:solidFill>
                <a:schemeClr val="tx1">
                  <a:lumMod val="75000"/>
                </a:schemeClr>
              </a:solidFill>
            </a:endParaRPr>
          </a:p>
        </p:txBody>
      </p:sp>
      <p:sp>
        <p:nvSpPr>
          <p:cNvPr id="9" name="正方形/長方形 8">
            <a:extLst>
              <a:ext uri="{FF2B5EF4-FFF2-40B4-BE49-F238E27FC236}">
                <a16:creationId xmlns:a16="http://schemas.microsoft.com/office/drawing/2014/main" id="{A7ABA4E8-B1BF-A126-2D21-4F04FD4DCF1D}"/>
              </a:ext>
            </a:extLst>
          </p:cNvPr>
          <p:cNvSpPr/>
          <p:nvPr/>
        </p:nvSpPr>
        <p:spPr>
          <a:xfrm>
            <a:off x="330201" y="4361230"/>
            <a:ext cx="1649428" cy="593728"/>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横軸</a:t>
            </a:r>
            <a:r>
              <a:rPr kumimoji="1" lang="en-US" altLang="ja-JP" sz="1400" dirty="0">
                <a:solidFill>
                  <a:schemeClr val="tx1">
                    <a:lumMod val="75000"/>
                  </a:schemeClr>
                </a:solidFill>
              </a:rPr>
              <a:t>Y</a:t>
            </a:r>
            <a:endParaRPr kumimoji="1" lang="ja-JP" altLang="en-US" sz="1400" dirty="0">
              <a:solidFill>
                <a:schemeClr val="tx1">
                  <a:lumMod val="75000"/>
                </a:schemeClr>
              </a:solidFill>
            </a:endParaRPr>
          </a:p>
        </p:txBody>
      </p:sp>
      <p:sp>
        <p:nvSpPr>
          <p:cNvPr id="10" name="正方形/長方形 9">
            <a:extLst>
              <a:ext uri="{FF2B5EF4-FFF2-40B4-BE49-F238E27FC236}">
                <a16:creationId xmlns:a16="http://schemas.microsoft.com/office/drawing/2014/main" id="{DA8602C4-38F3-5E3D-BACE-BC1DC4915A4D}"/>
              </a:ext>
            </a:extLst>
          </p:cNvPr>
          <p:cNvSpPr/>
          <p:nvPr/>
        </p:nvSpPr>
        <p:spPr>
          <a:xfrm>
            <a:off x="330201" y="5148358"/>
            <a:ext cx="1649428" cy="593728"/>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横軸</a:t>
            </a:r>
            <a:r>
              <a:rPr kumimoji="1" lang="en-US" altLang="ja-JP" sz="1400" dirty="0">
                <a:solidFill>
                  <a:schemeClr val="tx1">
                    <a:lumMod val="75000"/>
                  </a:schemeClr>
                </a:solidFill>
              </a:rPr>
              <a:t>Z</a:t>
            </a:r>
            <a:endParaRPr kumimoji="1" lang="ja-JP" altLang="en-US" sz="1400" dirty="0">
              <a:solidFill>
                <a:schemeClr val="tx1">
                  <a:lumMod val="75000"/>
                </a:schemeClr>
              </a:solidFill>
            </a:endParaRPr>
          </a:p>
        </p:txBody>
      </p:sp>
      <p:sp>
        <p:nvSpPr>
          <p:cNvPr id="11" name="正方形/長方形 10">
            <a:extLst>
              <a:ext uri="{FF2B5EF4-FFF2-40B4-BE49-F238E27FC236}">
                <a16:creationId xmlns:a16="http://schemas.microsoft.com/office/drawing/2014/main" id="{C76B0296-ADEF-1E67-84D5-9FB318D22DC0}"/>
              </a:ext>
            </a:extLst>
          </p:cNvPr>
          <p:cNvSpPr/>
          <p:nvPr/>
        </p:nvSpPr>
        <p:spPr>
          <a:xfrm>
            <a:off x="1989316" y="2835269"/>
            <a:ext cx="1762550" cy="593728"/>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solidFill>
                  <a:schemeClr val="tx1">
                    <a:lumMod val="75000"/>
                  </a:schemeClr>
                </a:solidFill>
              </a:rPr>
              <a:t>横軸</a:t>
            </a:r>
            <a:r>
              <a:rPr lang="en-US" altLang="ja-JP" sz="1400" dirty="0">
                <a:solidFill>
                  <a:schemeClr val="tx1">
                    <a:lumMod val="75000"/>
                  </a:schemeClr>
                </a:solidFill>
              </a:rPr>
              <a:t>X</a:t>
            </a:r>
            <a:endParaRPr kumimoji="1" lang="ja-JP" altLang="en-US" sz="1400" dirty="0">
              <a:solidFill>
                <a:schemeClr val="tx1">
                  <a:lumMod val="75000"/>
                </a:schemeClr>
              </a:solidFill>
            </a:endParaRPr>
          </a:p>
        </p:txBody>
      </p:sp>
      <p:sp>
        <p:nvSpPr>
          <p:cNvPr id="12" name="正方形/長方形 11">
            <a:extLst>
              <a:ext uri="{FF2B5EF4-FFF2-40B4-BE49-F238E27FC236}">
                <a16:creationId xmlns:a16="http://schemas.microsoft.com/office/drawing/2014/main" id="{31B1B0AD-A018-37F6-DC44-3564E4A6EACD}"/>
              </a:ext>
            </a:extLst>
          </p:cNvPr>
          <p:cNvSpPr/>
          <p:nvPr/>
        </p:nvSpPr>
        <p:spPr>
          <a:xfrm>
            <a:off x="3874677" y="2835269"/>
            <a:ext cx="1762550" cy="593728"/>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solidFill>
                  <a:schemeClr val="tx1">
                    <a:lumMod val="75000"/>
                  </a:schemeClr>
                </a:solidFill>
              </a:rPr>
              <a:t>横軸</a:t>
            </a:r>
            <a:r>
              <a:rPr lang="en-US" altLang="ja-JP" sz="1400" dirty="0">
                <a:solidFill>
                  <a:schemeClr val="tx1">
                    <a:lumMod val="75000"/>
                  </a:schemeClr>
                </a:solidFill>
              </a:rPr>
              <a:t>Y</a:t>
            </a:r>
            <a:endParaRPr kumimoji="1" lang="ja-JP" altLang="en-US" sz="1400" dirty="0">
              <a:solidFill>
                <a:schemeClr val="tx1">
                  <a:lumMod val="75000"/>
                </a:schemeClr>
              </a:solidFill>
            </a:endParaRPr>
          </a:p>
        </p:txBody>
      </p:sp>
      <p:sp>
        <p:nvSpPr>
          <p:cNvPr id="13" name="正方形/長方形 12">
            <a:extLst>
              <a:ext uri="{FF2B5EF4-FFF2-40B4-BE49-F238E27FC236}">
                <a16:creationId xmlns:a16="http://schemas.microsoft.com/office/drawing/2014/main" id="{71DDF908-229C-5FA1-F391-466081DE359D}"/>
              </a:ext>
            </a:extLst>
          </p:cNvPr>
          <p:cNvSpPr/>
          <p:nvPr/>
        </p:nvSpPr>
        <p:spPr>
          <a:xfrm>
            <a:off x="5760038" y="2835269"/>
            <a:ext cx="1762550" cy="593728"/>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solidFill>
                  <a:schemeClr val="tx1">
                    <a:lumMod val="75000"/>
                  </a:schemeClr>
                </a:solidFill>
              </a:rPr>
              <a:t>横軸</a:t>
            </a:r>
            <a:r>
              <a:rPr lang="en-US" altLang="ja-JP" sz="1400" dirty="0">
                <a:solidFill>
                  <a:schemeClr val="tx1">
                    <a:lumMod val="75000"/>
                  </a:schemeClr>
                </a:solidFill>
              </a:rPr>
              <a:t>Z</a:t>
            </a:r>
            <a:endParaRPr kumimoji="1" lang="ja-JP" altLang="en-US" sz="1400" dirty="0">
              <a:solidFill>
                <a:schemeClr val="tx1">
                  <a:lumMod val="75000"/>
                </a:schemeClr>
              </a:solidFill>
            </a:endParaRPr>
          </a:p>
        </p:txBody>
      </p:sp>
      <p:sp>
        <p:nvSpPr>
          <p:cNvPr id="15" name="テキスト ボックス 14">
            <a:extLst>
              <a:ext uri="{FF2B5EF4-FFF2-40B4-BE49-F238E27FC236}">
                <a16:creationId xmlns:a16="http://schemas.microsoft.com/office/drawing/2014/main" id="{FEAB997B-3B1A-7A4B-C1E3-F43035A0EB1B}"/>
              </a:ext>
            </a:extLst>
          </p:cNvPr>
          <p:cNvSpPr txBox="1"/>
          <p:nvPr/>
        </p:nvSpPr>
        <p:spPr>
          <a:xfrm>
            <a:off x="2055173" y="3561134"/>
            <a:ext cx="1630835" cy="584775"/>
          </a:xfrm>
          <a:prstGeom prst="rect">
            <a:avLst/>
          </a:prstGeom>
          <a:noFill/>
        </p:spPr>
        <p:txBody>
          <a:bodyPr wrap="square" rtlCol="0">
            <a:spAutoFit/>
          </a:bodyPr>
          <a:lstStyle/>
          <a:p>
            <a:r>
              <a:rPr kumimoji="1" lang="ja-JP" altLang="en-US" sz="1600" dirty="0"/>
              <a:t>ああ</a:t>
            </a:r>
            <a:endParaRPr kumimoji="1" lang="en-US" altLang="ja-JP" sz="1600" dirty="0"/>
          </a:p>
          <a:p>
            <a:r>
              <a:rPr lang="ja-JP" altLang="en-US" sz="1600" dirty="0"/>
              <a:t>ああ</a:t>
            </a:r>
            <a:endParaRPr kumimoji="1" lang="ja-JP" altLang="en-US" sz="1600" dirty="0"/>
          </a:p>
        </p:txBody>
      </p:sp>
      <p:sp>
        <p:nvSpPr>
          <p:cNvPr id="16" name="テキスト ボックス 15">
            <a:extLst>
              <a:ext uri="{FF2B5EF4-FFF2-40B4-BE49-F238E27FC236}">
                <a16:creationId xmlns:a16="http://schemas.microsoft.com/office/drawing/2014/main" id="{EAF71668-FD39-BB1F-2355-3363EB10D466}"/>
              </a:ext>
            </a:extLst>
          </p:cNvPr>
          <p:cNvSpPr txBox="1"/>
          <p:nvPr/>
        </p:nvSpPr>
        <p:spPr>
          <a:xfrm>
            <a:off x="2055173" y="4361230"/>
            <a:ext cx="1630835" cy="584775"/>
          </a:xfrm>
          <a:prstGeom prst="rect">
            <a:avLst/>
          </a:prstGeom>
          <a:noFill/>
        </p:spPr>
        <p:txBody>
          <a:bodyPr wrap="square" rtlCol="0">
            <a:spAutoFit/>
          </a:bodyPr>
          <a:lstStyle/>
          <a:p>
            <a:r>
              <a:rPr kumimoji="1" lang="ja-JP" altLang="en-US" sz="1600" dirty="0"/>
              <a:t>ああ</a:t>
            </a:r>
            <a:endParaRPr kumimoji="1" lang="en-US" altLang="ja-JP" sz="1600" dirty="0"/>
          </a:p>
          <a:p>
            <a:r>
              <a:rPr lang="ja-JP" altLang="en-US" sz="1600" dirty="0"/>
              <a:t>ああ</a:t>
            </a:r>
            <a:endParaRPr kumimoji="1" lang="ja-JP" altLang="en-US" sz="1600" dirty="0"/>
          </a:p>
        </p:txBody>
      </p:sp>
      <p:sp>
        <p:nvSpPr>
          <p:cNvPr id="17" name="テキスト ボックス 16">
            <a:extLst>
              <a:ext uri="{FF2B5EF4-FFF2-40B4-BE49-F238E27FC236}">
                <a16:creationId xmlns:a16="http://schemas.microsoft.com/office/drawing/2014/main" id="{74EBD940-68EA-747E-B7FB-9417C22F9679}"/>
              </a:ext>
            </a:extLst>
          </p:cNvPr>
          <p:cNvSpPr txBox="1"/>
          <p:nvPr/>
        </p:nvSpPr>
        <p:spPr>
          <a:xfrm>
            <a:off x="2055173" y="5148358"/>
            <a:ext cx="1630835" cy="584775"/>
          </a:xfrm>
          <a:prstGeom prst="rect">
            <a:avLst/>
          </a:prstGeom>
          <a:noFill/>
        </p:spPr>
        <p:txBody>
          <a:bodyPr wrap="square" rtlCol="0">
            <a:spAutoFit/>
          </a:bodyPr>
          <a:lstStyle/>
          <a:p>
            <a:r>
              <a:rPr kumimoji="1" lang="ja-JP" altLang="en-US" sz="1600" dirty="0"/>
              <a:t>ああ</a:t>
            </a:r>
            <a:endParaRPr kumimoji="1" lang="en-US" altLang="ja-JP" sz="1600" dirty="0"/>
          </a:p>
          <a:p>
            <a:r>
              <a:rPr lang="ja-JP" altLang="en-US" sz="1600" dirty="0"/>
              <a:t>ああ</a:t>
            </a:r>
            <a:endParaRPr kumimoji="1" lang="ja-JP" altLang="en-US" sz="1600" dirty="0"/>
          </a:p>
        </p:txBody>
      </p:sp>
      <p:sp>
        <p:nvSpPr>
          <p:cNvPr id="18" name="テキスト ボックス 17">
            <a:extLst>
              <a:ext uri="{FF2B5EF4-FFF2-40B4-BE49-F238E27FC236}">
                <a16:creationId xmlns:a16="http://schemas.microsoft.com/office/drawing/2014/main" id="{FAA40142-F1F8-C2EA-6037-9ED42B18ADA9}"/>
              </a:ext>
            </a:extLst>
          </p:cNvPr>
          <p:cNvSpPr txBox="1"/>
          <p:nvPr/>
        </p:nvSpPr>
        <p:spPr>
          <a:xfrm>
            <a:off x="3874677" y="3561134"/>
            <a:ext cx="1630835" cy="584775"/>
          </a:xfrm>
          <a:prstGeom prst="rect">
            <a:avLst/>
          </a:prstGeom>
          <a:noFill/>
        </p:spPr>
        <p:txBody>
          <a:bodyPr wrap="square" rtlCol="0">
            <a:spAutoFit/>
          </a:bodyPr>
          <a:lstStyle/>
          <a:p>
            <a:r>
              <a:rPr kumimoji="1" lang="ja-JP" altLang="en-US" sz="1600" dirty="0"/>
              <a:t>ああ</a:t>
            </a:r>
            <a:endParaRPr kumimoji="1" lang="en-US" altLang="ja-JP" sz="1600" dirty="0"/>
          </a:p>
          <a:p>
            <a:r>
              <a:rPr lang="ja-JP" altLang="en-US" sz="1600" dirty="0"/>
              <a:t>ああ</a:t>
            </a:r>
            <a:endParaRPr kumimoji="1" lang="ja-JP" altLang="en-US" sz="1600" dirty="0"/>
          </a:p>
        </p:txBody>
      </p:sp>
      <p:sp>
        <p:nvSpPr>
          <p:cNvPr id="19" name="テキスト ボックス 18">
            <a:extLst>
              <a:ext uri="{FF2B5EF4-FFF2-40B4-BE49-F238E27FC236}">
                <a16:creationId xmlns:a16="http://schemas.microsoft.com/office/drawing/2014/main" id="{C7743053-A2F0-CD1F-9E53-4A271FA01B97}"/>
              </a:ext>
            </a:extLst>
          </p:cNvPr>
          <p:cNvSpPr txBox="1"/>
          <p:nvPr/>
        </p:nvSpPr>
        <p:spPr>
          <a:xfrm>
            <a:off x="5760038" y="3561134"/>
            <a:ext cx="1630835" cy="584775"/>
          </a:xfrm>
          <a:prstGeom prst="rect">
            <a:avLst/>
          </a:prstGeom>
          <a:noFill/>
        </p:spPr>
        <p:txBody>
          <a:bodyPr wrap="square" rtlCol="0">
            <a:spAutoFit/>
          </a:bodyPr>
          <a:lstStyle/>
          <a:p>
            <a:r>
              <a:rPr kumimoji="1" lang="ja-JP" altLang="en-US" sz="1600" dirty="0"/>
              <a:t>ああ</a:t>
            </a:r>
            <a:endParaRPr kumimoji="1" lang="en-US" altLang="ja-JP" sz="1600" dirty="0"/>
          </a:p>
          <a:p>
            <a:r>
              <a:rPr lang="ja-JP" altLang="en-US" sz="1600" dirty="0"/>
              <a:t>ああ</a:t>
            </a:r>
            <a:endParaRPr kumimoji="1" lang="ja-JP" altLang="en-US" sz="1600" dirty="0"/>
          </a:p>
        </p:txBody>
      </p:sp>
      <p:sp>
        <p:nvSpPr>
          <p:cNvPr id="20" name="テキスト ボックス 19">
            <a:extLst>
              <a:ext uri="{FF2B5EF4-FFF2-40B4-BE49-F238E27FC236}">
                <a16:creationId xmlns:a16="http://schemas.microsoft.com/office/drawing/2014/main" id="{B33D112B-009D-7883-811C-009B48BF8792}"/>
              </a:ext>
            </a:extLst>
          </p:cNvPr>
          <p:cNvSpPr txBox="1"/>
          <p:nvPr/>
        </p:nvSpPr>
        <p:spPr>
          <a:xfrm>
            <a:off x="3874677" y="4361230"/>
            <a:ext cx="1630835" cy="584775"/>
          </a:xfrm>
          <a:prstGeom prst="rect">
            <a:avLst/>
          </a:prstGeom>
          <a:noFill/>
        </p:spPr>
        <p:txBody>
          <a:bodyPr wrap="square" rtlCol="0">
            <a:spAutoFit/>
          </a:bodyPr>
          <a:lstStyle/>
          <a:p>
            <a:r>
              <a:rPr kumimoji="1" lang="ja-JP" altLang="en-US" sz="1600" dirty="0"/>
              <a:t>ああ</a:t>
            </a:r>
            <a:endParaRPr kumimoji="1" lang="en-US" altLang="ja-JP" sz="1600" dirty="0"/>
          </a:p>
          <a:p>
            <a:r>
              <a:rPr lang="ja-JP" altLang="en-US" sz="1600" dirty="0"/>
              <a:t>ああ</a:t>
            </a:r>
            <a:endParaRPr kumimoji="1" lang="ja-JP" altLang="en-US" sz="1600" dirty="0"/>
          </a:p>
        </p:txBody>
      </p:sp>
      <p:sp>
        <p:nvSpPr>
          <p:cNvPr id="21" name="テキスト ボックス 20">
            <a:extLst>
              <a:ext uri="{FF2B5EF4-FFF2-40B4-BE49-F238E27FC236}">
                <a16:creationId xmlns:a16="http://schemas.microsoft.com/office/drawing/2014/main" id="{78109DB2-6BD5-B5E7-1B6F-D93E920A9C99}"/>
              </a:ext>
            </a:extLst>
          </p:cNvPr>
          <p:cNvSpPr txBox="1"/>
          <p:nvPr/>
        </p:nvSpPr>
        <p:spPr>
          <a:xfrm>
            <a:off x="3874677" y="5148357"/>
            <a:ext cx="1630835" cy="584775"/>
          </a:xfrm>
          <a:prstGeom prst="rect">
            <a:avLst/>
          </a:prstGeom>
          <a:noFill/>
        </p:spPr>
        <p:txBody>
          <a:bodyPr wrap="square" rtlCol="0">
            <a:spAutoFit/>
          </a:bodyPr>
          <a:lstStyle/>
          <a:p>
            <a:r>
              <a:rPr kumimoji="1" lang="ja-JP" altLang="en-US" sz="1600" dirty="0"/>
              <a:t>ああ</a:t>
            </a:r>
            <a:endParaRPr kumimoji="1" lang="en-US" altLang="ja-JP" sz="1600" dirty="0"/>
          </a:p>
          <a:p>
            <a:r>
              <a:rPr lang="ja-JP" altLang="en-US" sz="1600" dirty="0"/>
              <a:t>ああ</a:t>
            </a:r>
            <a:endParaRPr kumimoji="1" lang="ja-JP" altLang="en-US" sz="1600" dirty="0"/>
          </a:p>
        </p:txBody>
      </p:sp>
      <p:sp>
        <p:nvSpPr>
          <p:cNvPr id="22" name="テキスト ボックス 21">
            <a:extLst>
              <a:ext uri="{FF2B5EF4-FFF2-40B4-BE49-F238E27FC236}">
                <a16:creationId xmlns:a16="http://schemas.microsoft.com/office/drawing/2014/main" id="{588D6FD0-3172-8961-8637-104856F18B4C}"/>
              </a:ext>
            </a:extLst>
          </p:cNvPr>
          <p:cNvSpPr txBox="1"/>
          <p:nvPr/>
        </p:nvSpPr>
        <p:spPr>
          <a:xfrm>
            <a:off x="5760038" y="4359032"/>
            <a:ext cx="1630835" cy="584775"/>
          </a:xfrm>
          <a:prstGeom prst="rect">
            <a:avLst/>
          </a:prstGeom>
          <a:noFill/>
        </p:spPr>
        <p:txBody>
          <a:bodyPr wrap="square" rtlCol="0">
            <a:spAutoFit/>
          </a:bodyPr>
          <a:lstStyle/>
          <a:p>
            <a:r>
              <a:rPr kumimoji="1" lang="ja-JP" altLang="en-US" sz="1600" dirty="0"/>
              <a:t>ああ</a:t>
            </a:r>
            <a:endParaRPr kumimoji="1" lang="en-US" altLang="ja-JP" sz="1600" dirty="0"/>
          </a:p>
          <a:p>
            <a:r>
              <a:rPr lang="ja-JP" altLang="en-US" sz="1600" dirty="0"/>
              <a:t>ああ</a:t>
            </a:r>
            <a:endParaRPr kumimoji="1" lang="ja-JP" altLang="en-US" sz="1600" dirty="0"/>
          </a:p>
        </p:txBody>
      </p:sp>
      <p:sp>
        <p:nvSpPr>
          <p:cNvPr id="23" name="テキスト ボックス 22">
            <a:extLst>
              <a:ext uri="{FF2B5EF4-FFF2-40B4-BE49-F238E27FC236}">
                <a16:creationId xmlns:a16="http://schemas.microsoft.com/office/drawing/2014/main" id="{72ADDF5F-0D5B-4917-0F17-C5363CD469C2}"/>
              </a:ext>
            </a:extLst>
          </p:cNvPr>
          <p:cNvSpPr txBox="1"/>
          <p:nvPr/>
        </p:nvSpPr>
        <p:spPr>
          <a:xfrm>
            <a:off x="5760038" y="5148356"/>
            <a:ext cx="1630835" cy="584775"/>
          </a:xfrm>
          <a:prstGeom prst="rect">
            <a:avLst/>
          </a:prstGeom>
          <a:noFill/>
        </p:spPr>
        <p:txBody>
          <a:bodyPr wrap="square" rtlCol="0">
            <a:spAutoFit/>
          </a:bodyPr>
          <a:lstStyle/>
          <a:p>
            <a:r>
              <a:rPr kumimoji="1" lang="ja-JP" altLang="en-US" sz="1600" dirty="0"/>
              <a:t>ああ</a:t>
            </a:r>
            <a:endParaRPr kumimoji="1" lang="en-US" altLang="ja-JP" sz="1600" dirty="0"/>
          </a:p>
          <a:p>
            <a:r>
              <a:rPr lang="ja-JP" altLang="en-US" sz="1600" dirty="0"/>
              <a:t>ああ</a:t>
            </a:r>
            <a:endParaRPr kumimoji="1" lang="ja-JP" altLang="en-US" sz="1600" dirty="0"/>
          </a:p>
        </p:txBody>
      </p:sp>
    </p:spTree>
    <p:extLst>
      <p:ext uri="{BB962C8B-B14F-4D97-AF65-F5344CB8AC3E}">
        <p14:creationId xmlns:p14="http://schemas.microsoft.com/office/powerpoint/2010/main" val="23736433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604BB-4AAE-9F4B-6283-A1E21AB124F0}"/>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5218A79D-8E04-30E2-C402-91BF3DE5560F}"/>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8E0B25A2-A555-2F11-463A-E2C841FAA25A}"/>
              </a:ext>
            </a:extLst>
          </p:cNvPr>
          <p:cNvSpPr txBox="1">
            <a:spLocks/>
          </p:cNvSpPr>
          <p:nvPr/>
        </p:nvSpPr>
        <p:spPr>
          <a:xfrm>
            <a:off x="355600" y="112924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大きな論点があり、それを要素ごとに分解して説明したいとき</a:t>
            </a:r>
            <a:endParaRPr lang="en-US" altLang="ja-JP" sz="2800" dirty="0"/>
          </a:p>
        </p:txBody>
      </p:sp>
      <p:sp>
        <p:nvSpPr>
          <p:cNvPr id="4" name="タイトル プレースホルダー 1">
            <a:extLst>
              <a:ext uri="{FF2B5EF4-FFF2-40B4-BE49-F238E27FC236}">
                <a16:creationId xmlns:a16="http://schemas.microsoft.com/office/drawing/2014/main" id="{E3EBCCE1-E5E2-43F5-26A9-88C7E4CEC7B6}"/>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目次内のタイトル名そのまま</a:t>
            </a:r>
            <a:endParaRPr lang="en-US" altLang="ja-JP" dirty="0"/>
          </a:p>
        </p:txBody>
      </p:sp>
      <p:cxnSp>
        <p:nvCxnSpPr>
          <p:cNvPr id="10" name="直線コネクタ 9">
            <a:extLst>
              <a:ext uri="{FF2B5EF4-FFF2-40B4-BE49-F238E27FC236}">
                <a16:creationId xmlns:a16="http://schemas.microsoft.com/office/drawing/2014/main" id="{D34B5010-55A3-9745-A76D-35346D217B2D}"/>
              </a:ext>
            </a:extLst>
          </p:cNvPr>
          <p:cNvCxnSpPr>
            <a:cxnSpLocks/>
          </p:cNvCxnSpPr>
          <p:nvPr/>
        </p:nvCxnSpPr>
        <p:spPr>
          <a:xfrm>
            <a:off x="6108329" y="2716567"/>
            <a:ext cx="5690094" cy="0"/>
          </a:xfrm>
          <a:prstGeom prst="line">
            <a:avLst/>
          </a:prstGeom>
          <a:ln>
            <a:solidFill>
              <a:schemeClr val="tx1">
                <a:lumMod val="60000"/>
                <a:lumOff val="40000"/>
              </a:schemeClr>
            </a:solidFill>
          </a:ln>
        </p:spPr>
        <p:style>
          <a:lnRef idx="2">
            <a:schemeClr val="accent1"/>
          </a:lnRef>
          <a:fillRef idx="0">
            <a:schemeClr val="accent1"/>
          </a:fillRef>
          <a:effectRef idx="1">
            <a:schemeClr val="accent1"/>
          </a:effectRef>
          <a:fontRef idx="minor">
            <a:schemeClr val="tx1"/>
          </a:fontRef>
        </p:style>
      </p:cxnSp>
      <p:cxnSp>
        <p:nvCxnSpPr>
          <p:cNvPr id="11" name="直線コネクタ 10">
            <a:extLst>
              <a:ext uri="{FF2B5EF4-FFF2-40B4-BE49-F238E27FC236}">
                <a16:creationId xmlns:a16="http://schemas.microsoft.com/office/drawing/2014/main" id="{3C8D27E8-FD6A-5A40-2467-B3CC08F72AC7}"/>
              </a:ext>
            </a:extLst>
          </p:cNvPr>
          <p:cNvCxnSpPr>
            <a:cxnSpLocks/>
          </p:cNvCxnSpPr>
          <p:nvPr/>
        </p:nvCxnSpPr>
        <p:spPr>
          <a:xfrm>
            <a:off x="1074693" y="2716567"/>
            <a:ext cx="4285318" cy="0"/>
          </a:xfrm>
          <a:prstGeom prst="line">
            <a:avLst/>
          </a:prstGeom>
          <a:ln>
            <a:solidFill>
              <a:schemeClr val="tx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15" name="テキスト ボックス 14">
            <a:extLst>
              <a:ext uri="{FF2B5EF4-FFF2-40B4-BE49-F238E27FC236}">
                <a16:creationId xmlns:a16="http://schemas.microsoft.com/office/drawing/2014/main" id="{C12D3643-230F-E8A3-4C39-EB758D09B210}"/>
              </a:ext>
            </a:extLst>
          </p:cNvPr>
          <p:cNvSpPr txBox="1"/>
          <p:nvPr/>
        </p:nvSpPr>
        <p:spPr>
          <a:xfrm>
            <a:off x="1074693" y="2330597"/>
            <a:ext cx="4285318" cy="369332"/>
          </a:xfrm>
          <a:prstGeom prst="rect">
            <a:avLst/>
          </a:prstGeom>
          <a:noFill/>
        </p:spPr>
        <p:txBody>
          <a:bodyPr wrap="square" rtlCol="0">
            <a:spAutoFit/>
          </a:bodyPr>
          <a:lstStyle/>
          <a:p>
            <a:pPr algn="ctr"/>
            <a:r>
              <a:rPr kumimoji="1" lang="ja-JP" altLang="en-US" dirty="0"/>
              <a:t>大きな論点を分解した論点たち</a:t>
            </a:r>
          </a:p>
        </p:txBody>
      </p:sp>
      <p:sp>
        <p:nvSpPr>
          <p:cNvPr id="18" name="テキスト ボックス 17">
            <a:extLst>
              <a:ext uri="{FF2B5EF4-FFF2-40B4-BE49-F238E27FC236}">
                <a16:creationId xmlns:a16="http://schemas.microsoft.com/office/drawing/2014/main" id="{A8ADC60C-9AFD-75B1-B76B-CECFDD126AFE}"/>
              </a:ext>
            </a:extLst>
          </p:cNvPr>
          <p:cNvSpPr txBox="1"/>
          <p:nvPr/>
        </p:nvSpPr>
        <p:spPr>
          <a:xfrm>
            <a:off x="6096000" y="2330597"/>
            <a:ext cx="5690094" cy="369332"/>
          </a:xfrm>
          <a:prstGeom prst="rect">
            <a:avLst/>
          </a:prstGeom>
          <a:noFill/>
        </p:spPr>
        <p:txBody>
          <a:bodyPr wrap="square" rtlCol="0">
            <a:spAutoFit/>
          </a:bodyPr>
          <a:lstStyle/>
          <a:p>
            <a:pPr algn="ctr"/>
            <a:r>
              <a:rPr lang="ja-JP" altLang="en-US" dirty="0"/>
              <a:t>各論点概要</a:t>
            </a:r>
            <a:endParaRPr kumimoji="1" lang="ja-JP" altLang="en-US" dirty="0"/>
          </a:p>
        </p:txBody>
      </p:sp>
      <p:sp>
        <p:nvSpPr>
          <p:cNvPr id="19" name="正方形/長方形 18">
            <a:extLst>
              <a:ext uri="{FF2B5EF4-FFF2-40B4-BE49-F238E27FC236}">
                <a16:creationId xmlns:a16="http://schemas.microsoft.com/office/drawing/2014/main" id="{EC067586-71B1-2578-8882-A737EFBFFE1E}"/>
              </a:ext>
            </a:extLst>
          </p:cNvPr>
          <p:cNvSpPr/>
          <p:nvPr/>
        </p:nvSpPr>
        <p:spPr>
          <a:xfrm>
            <a:off x="345090" y="2716567"/>
            <a:ext cx="487779" cy="386714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t" anchorCtr="0"/>
          <a:lstStyle/>
          <a:p>
            <a:pPr algn="ctr"/>
            <a:r>
              <a:rPr kumimoji="1" lang="ja-JP" altLang="en-US" dirty="0">
                <a:solidFill>
                  <a:schemeClr val="tx1">
                    <a:lumMod val="75000"/>
                  </a:schemeClr>
                </a:solidFill>
              </a:rPr>
              <a:t>大きな論点</a:t>
            </a:r>
          </a:p>
        </p:txBody>
      </p:sp>
      <p:sp>
        <p:nvSpPr>
          <p:cNvPr id="22" name="フローチャート: 他ページ結合子 21">
            <a:extLst>
              <a:ext uri="{FF2B5EF4-FFF2-40B4-BE49-F238E27FC236}">
                <a16:creationId xmlns:a16="http://schemas.microsoft.com/office/drawing/2014/main" id="{FFDAAAA8-1ECB-A02A-3A0C-C5A48A62339F}"/>
              </a:ext>
            </a:extLst>
          </p:cNvPr>
          <p:cNvSpPr/>
          <p:nvPr/>
        </p:nvSpPr>
        <p:spPr>
          <a:xfrm rot="16200000">
            <a:off x="2838979" y="1222226"/>
            <a:ext cx="756745" cy="4285318"/>
          </a:xfrm>
          <a:prstGeom prst="flowChartOffpageConnector">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t" anchorCtr="0"/>
          <a:lstStyle/>
          <a:p>
            <a:pPr algn="ctr"/>
            <a:r>
              <a:rPr lang="ja-JP" altLang="en-US" dirty="0">
                <a:solidFill>
                  <a:schemeClr val="tx1">
                    <a:lumMod val="75000"/>
                  </a:schemeClr>
                </a:solidFill>
              </a:rPr>
              <a:t>サブ論点</a:t>
            </a:r>
            <a:endParaRPr lang="en-US" altLang="ja-JP" dirty="0">
              <a:solidFill>
                <a:schemeClr val="tx1">
                  <a:lumMod val="75000"/>
                </a:schemeClr>
              </a:solidFill>
            </a:endParaRPr>
          </a:p>
          <a:p>
            <a:pPr algn="ctr"/>
            <a:r>
              <a:rPr lang="ja-JP" altLang="en-US" dirty="0">
                <a:solidFill>
                  <a:schemeClr val="tx1">
                    <a:lumMod val="75000"/>
                  </a:schemeClr>
                </a:solidFill>
              </a:rPr>
              <a:t>①</a:t>
            </a:r>
          </a:p>
        </p:txBody>
      </p:sp>
      <p:sp>
        <p:nvSpPr>
          <p:cNvPr id="23" name="フローチャート: 他ページ結合子 22">
            <a:extLst>
              <a:ext uri="{FF2B5EF4-FFF2-40B4-BE49-F238E27FC236}">
                <a16:creationId xmlns:a16="http://schemas.microsoft.com/office/drawing/2014/main" id="{81DA36AC-07E6-2B6D-0B56-85B5BA50A106}"/>
              </a:ext>
            </a:extLst>
          </p:cNvPr>
          <p:cNvSpPr/>
          <p:nvPr/>
        </p:nvSpPr>
        <p:spPr>
          <a:xfrm rot="16200000">
            <a:off x="2838979" y="2180406"/>
            <a:ext cx="756745" cy="4285318"/>
          </a:xfrm>
          <a:prstGeom prst="flowChartOffpageConnector">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t" anchorCtr="0"/>
          <a:lstStyle/>
          <a:p>
            <a:pPr algn="ctr"/>
            <a:r>
              <a:rPr lang="ja-JP" altLang="en-US" dirty="0">
                <a:solidFill>
                  <a:schemeClr val="tx1">
                    <a:lumMod val="75000"/>
                  </a:schemeClr>
                </a:solidFill>
              </a:rPr>
              <a:t>サブ論点</a:t>
            </a:r>
            <a:endParaRPr lang="en-US" altLang="ja-JP" dirty="0">
              <a:solidFill>
                <a:schemeClr val="tx1">
                  <a:lumMod val="75000"/>
                </a:schemeClr>
              </a:solidFill>
            </a:endParaRPr>
          </a:p>
          <a:p>
            <a:pPr algn="ctr"/>
            <a:r>
              <a:rPr lang="ja-JP" altLang="en-US" dirty="0">
                <a:solidFill>
                  <a:schemeClr val="tx1">
                    <a:lumMod val="75000"/>
                  </a:schemeClr>
                </a:solidFill>
              </a:rPr>
              <a:t>②</a:t>
            </a:r>
          </a:p>
        </p:txBody>
      </p:sp>
      <p:sp>
        <p:nvSpPr>
          <p:cNvPr id="24" name="フローチャート: 他ページ結合子 23">
            <a:extLst>
              <a:ext uri="{FF2B5EF4-FFF2-40B4-BE49-F238E27FC236}">
                <a16:creationId xmlns:a16="http://schemas.microsoft.com/office/drawing/2014/main" id="{6FD05E6D-D534-5FEC-9B8A-4EAFD5E09FDB}"/>
              </a:ext>
            </a:extLst>
          </p:cNvPr>
          <p:cNvSpPr/>
          <p:nvPr/>
        </p:nvSpPr>
        <p:spPr>
          <a:xfrm rot="16200000">
            <a:off x="2838980" y="3138586"/>
            <a:ext cx="756745" cy="4285318"/>
          </a:xfrm>
          <a:prstGeom prst="flowChartOffpageConnector">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t" anchorCtr="0"/>
          <a:lstStyle/>
          <a:p>
            <a:pPr algn="ctr"/>
            <a:r>
              <a:rPr lang="ja-JP" altLang="en-US" dirty="0">
                <a:solidFill>
                  <a:schemeClr val="tx1">
                    <a:lumMod val="75000"/>
                  </a:schemeClr>
                </a:solidFill>
              </a:rPr>
              <a:t>サブ論点</a:t>
            </a:r>
            <a:endParaRPr lang="en-US" altLang="ja-JP" dirty="0">
              <a:solidFill>
                <a:schemeClr val="tx1">
                  <a:lumMod val="75000"/>
                </a:schemeClr>
              </a:solidFill>
            </a:endParaRPr>
          </a:p>
          <a:p>
            <a:pPr algn="ctr"/>
            <a:r>
              <a:rPr lang="ja-JP" altLang="en-US" dirty="0">
                <a:solidFill>
                  <a:schemeClr val="tx1">
                    <a:lumMod val="75000"/>
                  </a:schemeClr>
                </a:solidFill>
              </a:rPr>
              <a:t>③</a:t>
            </a:r>
          </a:p>
        </p:txBody>
      </p:sp>
      <p:sp>
        <p:nvSpPr>
          <p:cNvPr id="25" name="フローチャート: 他ページ結合子 24">
            <a:extLst>
              <a:ext uri="{FF2B5EF4-FFF2-40B4-BE49-F238E27FC236}">
                <a16:creationId xmlns:a16="http://schemas.microsoft.com/office/drawing/2014/main" id="{975925EA-7407-6B88-E4F5-227D490AD1EA}"/>
              </a:ext>
            </a:extLst>
          </p:cNvPr>
          <p:cNvSpPr/>
          <p:nvPr/>
        </p:nvSpPr>
        <p:spPr>
          <a:xfrm rot="16200000">
            <a:off x="2838981" y="4062676"/>
            <a:ext cx="756745" cy="4285318"/>
          </a:xfrm>
          <a:prstGeom prst="flowChartOffpageConnector">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t" anchorCtr="0"/>
          <a:lstStyle/>
          <a:p>
            <a:pPr algn="ctr"/>
            <a:r>
              <a:rPr lang="ja-JP" altLang="en-US" dirty="0">
                <a:solidFill>
                  <a:schemeClr val="tx1">
                    <a:lumMod val="75000"/>
                  </a:schemeClr>
                </a:solidFill>
              </a:rPr>
              <a:t>サブ論点</a:t>
            </a:r>
            <a:endParaRPr lang="en-US" altLang="ja-JP" dirty="0">
              <a:solidFill>
                <a:schemeClr val="tx1">
                  <a:lumMod val="75000"/>
                </a:schemeClr>
              </a:solidFill>
            </a:endParaRPr>
          </a:p>
          <a:p>
            <a:pPr algn="ctr"/>
            <a:r>
              <a:rPr lang="ja-JP" altLang="en-US" dirty="0">
                <a:solidFill>
                  <a:schemeClr val="tx1">
                    <a:lumMod val="75000"/>
                  </a:schemeClr>
                </a:solidFill>
              </a:rPr>
              <a:t>④</a:t>
            </a:r>
          </a:p>
        </p:txBody>
      </p:sp>
      <p:sp>
        <p:nvSpPr>
          <p:cNvPr id="26" name="テキスト ボックス 25">
            <a:extLst>
              <a:ext uri="{FF2B5EF4-FFF2-40B4-BE49-F238E27FC236}">
                <a16:creationId xmlns:a16="http://schemas.microsoft.com/office/drawing/2014/main" id="{DDCC0D48-17E9-1B47-81E4-D95E7E2D3A93}"/>
              </a:ext>
            </a:extLst>
          </p:cNvPr>
          <p:cNvSpPr txBox="1"/>
          <p:nvPr/>
        </p:nvSpPr>
        <p:spPr>
          <a:xfrm>
            <a:off x="6108329" y="3096927"/>
            <a:ext cx="5677765" cy="646331"/>
          </a:xfrm>
          <a:prstGeom prst="rect">
            <a:avLst/>
          </a:prstGeom>
          <a:noFill/>
        </p:spPr>
        <p:txBody>
          <a:bodyPr wrap="square" rtlCol="0">
            <a:spAutoFit/>
          </a:bodyPr>
          <a:lstStyle/>
          <a:p>
            <a:pPr marL="285750" indent="-285750">
              <a:buFont typeface="Arial" panose="020B0604020202020204" pitchFamily="34" charset="0"/>
              <a:buChar char="•"/>
            </a:pPr>
            <a:r>
              <a:rPr lang="ja-JP" altLang="en-US" dirty="0"/>
              <a:t>あああ</a:t>
            </a:r>
            <a:endParaRPr lang="en-US" altLang="ja-JP" dirty="0"/>
          </a:p>
          <a:p>
            <a:pPr marL="285750" indent="-285750">
              <a:buFont typeface="Arial" panose="020B0604020202020204" pitchFamily="34" charset="0"/>
              <a:buChar char="•"/>
            </a:pPr>
            <a:r>
              <a:rPr kumimoji="1" lang="ja-JP" altLang="en-US" dirty="0"/>
              <a:t>あああ</a:t>
            </a:r>
          </a:p>
        </p:txBody>
      </p:sp>
      <p:sp>
        <p:nvSpPr>
          <p:cNvPr id="27" name="テキスト ボックス 26">
            <a:extLst>
              <a:ext uri="{FF2B5EF4-FFF2-40B4-BE49-F238E27FC236}">
                <a16:creationId xmlns:a16="http://schemas.microsoft.com/office/drawing/2014/main" id="{AB620DCE-D482-1940-B7E3-2AB252C57451}"/>
              </a:ext>
            </a:extLst>
          </p:cNvPr>
          <p:cNvSpPr txBox="1"/>
          <p:nvPr/>
        </p:nvSpPr>
        <p:spPr>
          <a:xfrm>
            <a:off x="6108329" y="4055107"/>
            <a:ext cx="5677765" cy="646331"/>
          </a:xfrm>
          <a:prstGeom prst="rect">
            <a:avLst/>
          </a:prstGeom>
          <a:noFill/>
        </p:spPr>
        <p:txBody>
          <a:bodyPr wrap="square" rtlCol="0">
            <a:spAutoFit/>
          </a:bodyPr>
          <a:lstStyle/>
          <a:p>
            <a:pPr marL="285750" indent="-285750">
              <a:buFont typeface="Arial" panose="020B0604020202020204" pitchFamily="34" charset="0"/>
              <a:buChar char="•"/>
            </a:pPr>
            <a:r>
              <a:rPr lang="ja-JP" altLang="en-US" dirty="0"/>
              <a:t>あああ</a:t>
            </a:r>
            <a:endParaRPr lang="en-US" altLang="ja-JP" dirty="0"/>
          </a:p>
          <a:p>
            <a:pPr marL="285750" indent="-285750">
              <a:buFont typeface="Arial" panose="020B0604020202020204" pitchFamily="34" charset="0"/>
              <a:buChar char="•"/>
            </a:pPr>
            <a:r>
              <a:rPr kumimoji="1" lang="ja-JP" altLang="en-US" dirty="0"/>
              <a:t>あああ</a:t>
            </a:r>
          </a:p>
        </p:txBody>
      </p:sp>
      <p:sp>
        <p:nvSpPr>
          <p:cNvPr id="28" name="テキスト ボックス 27">
            <a:extLst>
              <a:ext uri="{FF2B5EF4-FFF2-40B4-BE49-F238E27FC236}">
                <a16:creationId xmlns:a16="http://schemas.microsoft.com/office/drawing/2014/main" id="{D19F06BC-6FD8-2450-D3EE-91DE0CEF2C51}"/>
              </a:ext>
            </a:extLst>
          </p:cNvPr>
          <p:cNvSpPr txBox="1"/>
          <p:nvPr/>
        </p:nvSpPr>
        <p:spPr>
          <a:xfrm>
            <a:off x="6108329" y="5013287"/>
            <a:ext cx="5677765" cy="646331"/>
          </a:xfrm>
          <a:prstGeom prst="rect">
            <a:avLst/>
          </a:prstGeom>
          <a:noFill/>
        </p:spPr>
        <p:txBody>
          <a:bodyPr wrap="square" rtlCol="0">
            <a:spAutoFit/>
          </a:bodyPr>
          <a:lstStyle/>
          <a:p>
            <a:pPr marL="285750" indent="-285750">
              <a:buFont typeface="Arial" panose="020B0604020202020204" pitchFamily="34" charset="0"/>
              <a:buChar char="•"/>
            </a:pPr>
            <a:r>
              <a:rPr lang="ja-JP" altLang="en-US" dirty="0"/>
              <a:t>あああ</a:t>
            </a:r>
            <a:endParaRPr lang="en-US" altLang="ja-JP" dirty="0"/>
          </a:p>
          <a:p>
            <a:pPr marL="285750" indent="-285750">
              <a:buFont typeface="Arial" panose="020B0604020202020204" pitchFamily="34" charset="0"/>
              <a:buChar char="•"/>
            </a:pPr>
            <a:r>
              <a:rPr kumimoji="1" lang="ja-JP" altLang="en-US" dirty="0"/>
              <a:t>あああ</a:t>
            </a:r>
          </a:p>
        </p:txBody>
      </p:sp>
      <p:sp>
        <p:nvSpPr>
          <p:cNvPr id="29" name="テキスト ボックス 28">
            <a:extLst>
              <a:ext uri="{FF2B5EF4-FFF2-40B4-BE49-F238E27FC236}">
                <a16:creationId xmlns:a16="http://schemas.microsoft.com/office/drawing/2014/main" id="{9C5AD6AA-528D-E340-D81B-0FDD29297C4A}"/>
              </a:ext>
            </a:extLst>
          </p:cNvPr>
          <p:cNvSpPr txBox="1"/>
          <p:nvPr/>
        </p:nvSpPr>
        <p:spPr>
          <a:xfrm>
            <a:off x="6108329" y="5826962"/>
            <a:ext cx="5677765" cy="646331"/>
          </a:xfrm>
          <a:prstGeom prst="rect">
            <a:avLst/>
          </a:prstGeom>
          <a:noFill/>
        </p:spPr>
        <p:txBody>
          <a:bodyPr wrap="square" rtlCol="0">
            <a:spAutoFit/>
          </a:bodyPr>
          <a:lstStyle/>
          <a:p>
            <a:pPr marL="285750" indent="-285750">
              <a:buFont typeface="Arial" panose="020B0604020202020204" pitchFamily="34" charset="0"/>
              <a:buChar char="•"/>
            </a:pPr>
            <a:r>
              <a:rPr lang="ja-JP" altLang="en-US" dirty="0"/>
              <a:t>あああ</a:t>
            </a:r>
            <a:endParaRPr lang="en-US" altLang="ja-JP" dirty="0"/>
          </a:p>
          <a:p>
            <a:pPr marL="285750" indent="-285750">
              <a:buFont typeface="Arial" panose="020B0604020202020204" pitchFamily="34" charset="0"/>
              <a:buChar char="•"/>
            </a:pPr>
            <a:r>
              <a:rPr kumimoji="1" lang="ja-JP" altLang="en-US" dirty="0"/>
              <a:t>あああ</a:t>
            </a:r>
          </a:p>
        </p:txBody>
      </p:sp>
    </p:spTree>
    <p:extLst>
      <p:ext uri="{BB962C8B-B14F-4D97-AF65-F5344CB8AC3E}">
        <p14:creationId xmlns:p14="http://schemas.microsoft.com/office/powerpoint/2010/main" val="5826093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48F37E-2720-C4C5-7191-8B7C83921BE6}"/>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68A2ECC0-C9A5-B5C2-049F-EEF29AFC25AF}"/>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36967CA4-7516-EDA2-13D9-297271F618F5}"/>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リード文</a:t>
            </a:r>
            <a:endParaRPr lang="en-US" altLang="ja-JP" sz="2800" dirty="0"/>
          </a:p>
          <a:p>
            <a:r>
              <a:rPr lang="en-US" altLang="ja-JP" sz="2800" dirty="0"/>
              <a:t>2</a:t>
            </a:r>
            <a:r>
              <a:rPr lang="ja-JP" altLang="en-US" sz="2800" dirty="0"/>
              <a:t>行に収まる程度で</a:t>
            </a:r>
            <a:endParaRPr lang="en-US" altLang="ja-JP" sz="2800" dirty="0"/>
          </a:p>
        </p:txBody>
      </p:sp>
      <p:sp>
        <p:nvSpPr>
          <p:cNvPr id="4" name="タイトル プレースホルダー 1">
            <a:extLst>
              <a:ext uri="{FF2B5EF4-FFF2-40B4-BE49-F238E27FC236}">
                <a16:creationId xmlns:a16="http://schemas.microsoft.com/office/drawing/2014/main" id="{2C10C011-E2C2-7503-9F86-8E7622580407}"/>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目次内のタイトル名そのまま　空・雨・傘</a:t>
            </a:r>
            <a:endParaRPr lang="en-US" altLang="ja-JP" dirty="0"/>
          </a:p>
        </p:txBody>
      </p:sp>
      <p:sp>
        <p:nvSpPr>
          <p:cNvPr id="6" name="正方形/長方形 5">
            <a:extLst>
              <a:ext uri="{FF2B5EF4-FFF2-40B4-BE49-F238E27FC236}">
                <a16:creationId xmlns:a16="http://schemas.microsoft.com/office/drawing/2014/main" id="{5DA94B41-54F8-7066-7603-CFB5E621A725}"/>
              </a:ext>
            </a:extLst>
          </p:cNvPr>
          <p:cNvSpPr/>
          <p:nvPr/>
        </p:nvSpPr>
        <p:spPr>
          <a:xfrm>
            <a:off x="342900" y="2184400"/>
            <a:ext cx="3589908" cy="43281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bg1"/>
                </a:solidFill>
              </a:rPr>
              <a:t>事実</a:t>
            </a:r>
          </a:p>
        </p:txBody>
      </p:sp>
      <p:sp>
        <p:nvSpPr>
          <p:cNvPr id="7" name="正方形/長方形 6">
            <a:extLst>
              <a:ext uri="{FF2B5EF4-FFF2-40B4-BE49-F238E27FC236}">
                <a16:creationId xmlns:a16="http://schemas.microsoft.com/office/drawing/2014/main" id="{6C880A56-9F1B-5AE5-F8D1-CC898276CF39}"/>
              </a:ext>
            </a:extLst>
          </p:cNvPr>
          <p:cNvSpPr/>
          <p:nvPr/>
        </p:nvSpPr>
        <p:spPr>
          <a:xfrm>
            <a:off x="4212086" y="2184400"/>
            <a:ext cx="3589908" cy="43281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rPr>
              <a:t>解釈</a:t>
            </a:r>
            <a:endParaRPr kumimoji="1" lang="ja-JP" altLang="en-US" sz="2400" b="1" dirty="0">
              <a:solidFill>
                <a:schemeClr val="bg1"/>
              </a:solidFill>
            </a:endParaRPr>
          </a:p>
        </p:txBody>
      </p:sp>
      <p:sp>
        <p:nvSpPr>
          <p:cNvPr id="8" name="正方形/長方形 7">
            <a:extLst>
              <a:ext uri="{FF2B5EF4-FFF2-40B4-BE49-F238E27FC236}">
                <a16:creationId xmlns:a16="http://schemas.microsoft.com/office/drawing/2014/main" id="{33F7F62A-2F29-FD7B-1D31-49C01CA9FED9}"/>
              </a:ext>
            </a:extLst>
          </p:cNvPr>
          <p:cNvSpPr/>
          <p:nvPr/>
        </p:nvSpPr>
        <p:spPr>
          <a:xfrm>
            <a:off x="8081272" y="2184400"/>
            <a:ext cx="3589908" cy="43281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rPr>
              <a:t>解決策</a:t>
            </a:r>
            <a:endParaRPr kumimoji="1" lang="ja-JP" altLang="en-US" sz="2400" b="1" dirty="0">
              <a:solidFill>
                <a:schemeClr val="bg1"/>
              </a:solidFill>
            </a:endParaRPr>
          </a:p>
        </p:txBody>
      </p:sp>
      <p:cxnSp>
        <p:nvCxnSpPr>
          <p:cNvPr id="10" name="直線コネクタ 9">
            <a:extLst>
              <a:ext uri="{FF2B5EF4-FFF2-40B4-BE49-F238E27FC236}">
                <a16:creationId xmlns:a16="http://schemas.microsoft.com/office/drawing/2014/main" id="{D211F325-7621-8182-AF6F-0CF7B433D28B}"/>
              </a:ext>
            </a:extLst>
          </p:cNvPr>
          <p:cNvCxnSpPr/>
          <p:nvPr/>
        </p:nvCxnSpPr>
        <p:spPr>
          <a:xfrm>
            <a:off x="4057095" y="2184400"/>
            <a:ext cx="0" cy="4527118"/>
          </a:xfrm>
          <a:prstGeom prst="line">
            <a:avLst/>
          </a:prstGeom>
          <a:ln>
            <a:solidFill>
              <a:schemeClr val="tx1">
                <a:lumMod val="75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11" name="直線コネクタ 10">
            <a:extLst>
              <a:ext uri="{FF2B5EF4-FFF2-40B4-BE49-F238E27FC236}">
                <a16:creationId xmlns:a16="http://schemas.microsoft.com/office/drawing/2014/main" id="{86E63EE5-9F40-7316-C246-1312271A9752}"/>
              </a:ext>
            </a:extLst>
          </p:cNvPr>
          <p:cNvCxnSpPr/>
          <p:nvPr/>
        </p:nvCxnSpPr>
        <p:spPr>
          <a:xfrm>
            <a:off x="7936637" y="2184400"/>
            <a:ext cx="0" cy="4527118"/>
          </a:xfrm>
          <a:prstGeom prst="line">
            <a:avLst/>
          </a:prstGeom>
          <a:ln>
            <a:solidFill>
              <a:schemeClr val="tx1">
                <a:lumMod val="75000"/>
              </a:schemeClr>
            </a:solidFill>
            <a:prstDash val="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330462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5C1BAE-D15C-577B-A658-01B0BA568A30}"/>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388649A5-27F5-A6D9-6E11-4436077A9990}"/>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91216054-3749-99D2-0943-4F019599D844}"/>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リード文</a:t>
            </a:r>
            <a:endParaRPr lang="en-US" altLang="ja-JP" sz="2800" dirty="0"/>
          </a:p>
          <a:p>
            <a:r>
              <a:rPr lang="en-US" altLang="ja-JP" sz="2800" dirty="0"/>
              <a:t>2</a:t>
            </a:r>
            <a:r>
              <a:rPr lang="ja-JP" altLang="en-US" sz="2800" dirty="0"/>
              <a:t>行に収まる程度で</a:t>
            </a:r>
            <a:endParaRPr lang="en-US" altLang="ja-JP" sz="2800" dirty="0"/>
          </a:p>
        </p:txBody>
      </p:sp>
      <p:sp>
        <p:nvSpPr>
          <p:cNvPr id="4" name="タイトル プレースホルダー 1">
            <a:extLst>
              <a:ext uri="{FF2B5EF4-FFF2-40B4-BE49-F238E27FC236}">
                <a16:creationId xmlns:a16="http://schemas.microsoft.com/office/drawing/2014/main" id="{F5C4EEB8-B15B-52B5-9E70-603A66EBDF6A}"/>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目次内のタイトル名そのまま</a:t>
            </a:r>
            <a:endParaRPr lang="en-US" altLang="ja-JP" dirty="0"/>
          </a:p>
        </p:txBody>
      </p:sp>
      <p:graphicFrame>
        <p:nvGraphicFramePr>
          <p:cNvPr id="7" name="表 6">
            <a:extLst>
              <a:ext uri="{FF2B5EF4-FFF2-40B4-BE49-F238E27FC236}">
                <a16:creationId xmlns:a16="http://schemas.microsoft.com/office/drawing/2014/main" id="{46A95763-EE41-6722-57F8-31BDF187C8F5}"/>
              </a:ext>
            </a:extLst>
          </p:cNvPr>
          <p:cNvGraphicFramePr>
            <a:graphicFrameLocks noGrp="1"/>
          </p:cNvGraphicFramePr>
          <p:nvPr>
            <p:extLst>
              <p:ext uri="{D42A27DB-BD31-4B8C-83A1-F6EECF244321}">
                <p14:modId xmlns:p14="http://schemas.microsoft.com/office/powerpoint/2010/main" val="2964305346"/>
              </p:ext>
            </p:extLst>
          </p:nvPr>
        </p:nvGraphicFramePr>
        <p:xfrm>
          <a:off x="330971" y="2451105"/>
          <a:ext cx="11529551" cy="3836918"/>
        </p:xfrm>
        <a:graphic>
          <a:graphicData uri="http://schemas.openxmlformats.org/drawingml/2006/table">
            <a:tbl>
              <a:tblPr firstRow="1" bandRow="1">
                <a:tableStyleId>{F5AB1C69-6EDB-4FF4-983F-18BD219EF322}</a:tableStyleId>
              </a:tblPr>
              <a:tblGrid>
                <a:gridCol w="735829">
                  <a:extLst>
                    <a:ext uri="{9D8B030D-6E8A-4147-A177-3AD203B41FA5}">
                      <a16:colId xmlns:a16="http://schemas.microsoft.com/office/drawing/2014/main" val="851819213"/>
                    </a:ext>
                  </a:extLst>
                </a:gridCol>
                <a:gridCol w="3204922">
                  <a:extLst>
                    <a:ext uri="{9D8B030D-6E8A-4147-A177-3AD203B41FA5}">
                      <a16:colId xmlns:a16="http://schemas.microsoft.com/office/drawing/2014/main" val="618744104"/>
                    </a:ext>
                  </a:extLst>
                </a:gridCol>
                <a:gridCol w="2804400">
                  <a:extLst>
                    <a:ext uri="{9D8B030D-6E8A-4147-A177-3AD203B41FA5}">
                      <a16:colId xmlns:a16="http://schemas.microsoft.com/office/drawing/2014/main" val="952234859"/>
                    </a:ext>
                  </a:extLst>
                </a:gridCol>
                <a:gridCol w="2804400">
                  <a:extLst>
                    <a:ext uri="{9D8B030D-6E8A-4147-A177-3AD203B41FA5}">
                      <a16:colId xmlns:a16="http://schemas.microsoft.com/office/drawing/2014/main" val="3887294553"/>
                    </a:ext>
                  </a:extLst>
                </a:gridCol>
                <a:gridCol w="1980000">
                  <a:extLst>
                    <a:ext uri="{9D8B030D-6E8A-4147-A177-3AD203B41FA5}">
                      <a16:colId xmlns:a16="http://schemas.microsoft.com/office/drawing/2014/main" val="2162630281"/>
                    </a:ext>
                  </a:extLst>
                </a:gridCol>
              </a:tblGrid>
              <a:tr h="473248">
                <a:tc>
                  <a:txBody>
                    <a:bodyPr/>
                    <a:lstStyle/>
                    <a:p>
                      <a:r>
                        <a:rPr kumimoji="1" lang="ja-JP" altLang="en-US" dirty="0"/>
                        <a:t>項番</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40000"/>
                        <a:lumOff val="60000"/>
                      </a:schemeClr>
                    </a:solidFill>
                  </a:tcPr>
                </a:tc>
                <a:tc>
                  <a:txBody>
                    <a:bodyPr/>
                    <a:lstStyle/>
                    <a:p>
                      <a:r>
                        <a:rPr kumimoji="1" lang="ja-JP" altLang="en-US" dirty="0"/>
                        <a:t>列名</a:t>
                      </a:r>
                      <a:r>
                        <a:rPr kumimoji="1" lang="en-US" altLang="ja-JP" dirty="0"/>
                        <a:t>1</a:t>
                      </a:r>
                      <a:endParaRPr kumimoji="1" lang="ja-JP" altLang="en-US"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40000"/>
                        <a:lumOff val="60000"/>
                      </a:schemeClr>
                    </a:solidFill>
                  </a:tcPr>
                </a:tc>
                <a:tc>
                  <a:txBody>
                    <a:bodyPr/>
                    <a:lstStyle/>
                    <a:p>
                      <a:r>
                        <a:rPr kumimoji="1" lang="ja-JP" altLang="en-US" dirty="0"/>
                        <a:t>列名</a:t>
                      </a:r>
                      <a:r>
                        <a:rPr kumimoji="1" lang="en-US" altLang="ja-JP" dirty="0"/>
                        <a:t>2</a:t>
                      </a:r>
                      <a:endParaRPr kumimoji="1" lang="ja-JP" altLang="en-US"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40000"/>
                        <a:lumOff val="60000"/>
                      </a:schemeClr>
                    </a:solidFill>
                  </a:tcPr>
                </a:tc>
                <a:tc>
                  <a:txBody>
                    <a:bodyPr/>
                    <a:lstStyle/>
                    <a:p>
                      <a:r>
                        <a:rPr kumimoji="1" lang="ja-JP" altLang="en-US" dirty="0"/>
                        <a:t>列名</a:t>
                      </a:r>
                      <a:r>
                        <a:rPr kumimoji="1" lang="en-US" altLang="ja-JP" dirty="0"/>
                        <a:t>3</a:t>
                      </a:r>
                      <a:endParaRPr kumimoji="1" lang="ja-JP" altLang="en-US"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40000"/>
                        <a:lumOff val="60000"/>
                      </a:schemeClr>
                    </a:solidFill>
                  </a:tcPr>
                </a:tc>
                <a:tc>
                  <a:txBody>
                    <a:bodyPr/>
                    <a:lstStyle/>
                    <a:p>
                      <a:r>
                        <a:rPr kumimoji="1" lang="ja-JP" altLang="en-US" dirty="0"/>
                        <a:t>備考</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40000"/>
                        <a:lumOff val="60000"/>
                      </a:schemeClr>
                    </a:solidFill>
                  </a:tcPr>
                </a:tc>
                <a:extLst>
                  <a:ext uri="{0D108BD9-81ED-4DB2-BD59-A6C34878D82A}">
                    <a16:rowId xmlns:a16="http://schemas.microsoft.com/office/drawing/2014/main" val="4021886788"/>
                  </a:ext>
                </a:extLst>
              </a:tr>
              <a:tr h="672734">
                <a:tc>
                  <a:txBody>
                    <a:bodyPr/>
                    <a:lstStyle/>
                    <a:p>
                      <a:r>
                        <a:rPr kumimoji="1" lang="en-US" altLang="ja-JP" sz="1400" dirty="0"/>
                        <a:t>1</a:t>
                      </a:r>
                    </a:p>
                    <a:p>
                      <a:endParaRPr kumimoji="1" lang="ja-JP" altLang="en-US" sz="1400"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995794718"/>
                  </a:ext>
                </a:extLst>
              </a:tr>
              <a:tr h="672734">
                <a:tc>
                  <a:txBody>
                    <a:bodyPr/>
                    <a:lstStyle/>
                    <a:p>
                      <a:r>
                        <a:rPr kumimoji="1" lang="en-US" altLang="ja-JP" sz="1400" dirty="0"/>
                        <a:t>2</a:t>
                      </a:r>
                    </a:p>
                    <a:p>
                      <a:endParaRPr kumimoji="1" lang="ja-JP" altLang="en-US" sz="14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1">
                        <a:lumMod val="40000"/>
                        <a:lumOff val="60000"/>
                      </a:schemeClr>
                    </a:solidFill>
                  </a:tcPr>
                </a:tc>
                <a:tc>
                  <a:txBody>
                    <a:bodyPr/>
                    <a:lstStyle/>
                    <a:p>
                      <a:r>
                        <a:rPr kumimoji="1" lang="ja-JP" altLang="en-US" sz="1400" dirty="0"/>
                        <a:t>強調したいので色付け。</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77024123"/>
                  </a:ext>
                </a:extLst>
              </a:tr>
              <a:tr h="672734">
                <a:tc>
                  <a:txBody>
                    <a:bodyPr/>
                    <a:lstStyle/>
                    <a:p>
                      <a:r>
                        <a:rPr kumimoji="1" lang="en-US" altLang="ja-JP" sz="1400" dirty="0"/>
                        <a:t>3</a:t>
                      </a:r>
                    </a:p>
                    <a:p>
                      <a:endParaRPr kumimoji="1" lang="ja-JP" altLang="en-US" sz="14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598956711"/>
                  </a:ext>
                </a:extLst>
              </a:tr>
              <a:tr h="672734">
                <a:tc>
                  <a:txBody>
                    <a:bodyPr/>
                    <a:lstStyle/>
                    <a:p>
                      <a:r>
                        <a:rPr kumimoji="1" lang="en-US" altLang="ja-JP" sz="1400" dirty="0"/>
                        <a:t>4</a:t>
                      </a:r>
                    </a:p>
                    <a:p>
                      <a:endParaRPr kumimoji="1" lang="ja-JP" altLang="en-US" sz="1400" dirty="0">
                        <a:highlight>
                          <a:srgbClr val="FFFF00"/>
                        </a:highlight>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dirty="0">
                        <a:highlight>
                          <a:srgbClr val="FFFF00"/>
                        </a:highlight>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dirty="0">
                        <a:highlight>
                          <a:srgbClr val="FFFF00"/>
                        </a:highlight>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dirty="0">
                        <a:highlight>
                          <a:srgbClr val="FFFF00"/>
                        </a:highlight>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dirty="0">
                        <a:highlight>
                          <a:srgbClr val="FFFF00"/>
                        </a:highlight>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692696075"/>
                  </a:ext>
                </a:extLst>
              </a:tr>
              <a:tr h="672734">
                <a:tc>
                  <a:txBody>
                    <a:bodyPr/>
                    <a:lstStyle/>
                    <a:p>
                      <a:r>
                        <a:rPr kumimoji="1" lang="en-US" altLang="ja-JP" sz="1400" dirty="0"/>
                        <a:t>5</a:t>
                      </a:r>
                      <a:endParaRPr kumimoji="1" lang="ja-JP" altLang="en-US" sz="14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02554559"/>
                  </a:ext>
                </a:extLst>
              </a:tr>
            </a:tbl>
          </a:graphicData>
        </a:graphic>
      </p:graphicFrame>
      <p:sp>
        <p:nvSpPr>
          <p:cNvPr id="8" name="タイトル プレースホルダー 1">
            <a:extLst>
              <a:ext uri="{FF2B5EF4-FFF2-40B4-BE49-F238E27FC236}">
                <a16:creationId xmlns:a16="http://schemas.microsoft.com/office/drawing/2014/main" id="{6EB5DB8C-CBEA-7EA7-B4A2-92AA72F31C6D}"/>
              </a:ext>
            </a:extLst>
          </p:cNvPr>
          <p:cNvSpPr txBox="1">
            <a:spLocks/>
          </p:cNvSpPr>
          <p:nvPr/>
        </p:nvSpPr>
        <p:spPr>
          <a:xfrm>
            <a:off x="355600" y="2066929"/>
            <a:ext cx="11506200" cy="311147"/>
          </a:xfrm>
          <a:prstGeom prst="rect">
            <a:avLst/>
          </a:prstGeom>
        </p:spPr>
        <p:txBody>
          <a:bodyPr vert="horz" lIns="91440" tIns="45720" rIns="91440" bIns="45720" rtlCol="0" anchor="t" anchorCtr="0">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pPr marL="285750" indent="-285750">
              <a:buFont typeface="Wingdings" panose="05000000000000000000" pitchFamily="2" charset="2"/>
              <a:buChar char="n"/>
            </a:pPr>
            <a:r>
              <a:rPr lang="ja-JP" altLang="en-US" sz="1800" dirty="0"/>
              <a:t>何についての表？</a:t>
            </a:r>
            <a:endParaRPr lang="en-US" altLang="ja-JP" sz="1800" dirty="0"/>
          </a:p>
        </p:txBody>
      </p:sp>
    </p:spTree>
    <p:extLst>
      <p:ext uri="{BB962C8B-B14F-4D97-AF65-F5344CB8AC3E}">
        <p14:creationId xmlns:p14="http://schemas.microsoft.com/office/powerpoint/2010/main" val="27889488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C330B-F9FC-588B-303F-B05C01D83676}"/>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FDAF130C-9B46-83CB-DDDB-0BBF61FDEB38}"/>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4B9737FD-6D7E-3FF2-3A82-303C44E51965}"/>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リード文</a:t>
            </a:r>
            <a:endParaRPr lang="en-US" altLang="ja-JP" sz="2800" dirty="0"/>
          </a:p>
          <a:p>
            <a:r>
              <a:rPr lang="en-US" altLang="ja-JP" sz="2800" dirty="0"/>
              <a:t>2</a:t>
            </a:r>
            <a:r>
              <a:rPr lang="ja-JP" altLang="en-US" sz="2800" dirty="0"/>
              <a:t>行に収まる程度で</a:t>
            </a:r>
            <a:endParaRPr lang="en-US" altLang="ja-JP" sz="2800" dirty="0"/>
          </a:p>
        </p:txBody>
      </p:sp>
      <p:sp>
        <p:nvSpPr>
          <p:cNvPr id="4" name="タイトル プレースホルダー 1">
            <a:extLst>
              <a:ext uri="{FF2B5EF4-FFF2-40B4-BE49-F238E27FC236}">
                <a16:creationId xmlns:a16="http://schemas.microsoft.com/office/drawing/2014/main" id="{ED49FECB-4576-4453-0B78-F2536A7C738F}"/>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en-US" altLang="ja-JP" dirty="0"/>
              <a:t>【</a:t>
            </a:r>
            <a:r>
              <a:rPr lang="ja-JP" altLang="en-US" dirty="0"/>
              <a:t>参考</a:t>
            </a:r>
            <a:r>
              <a:rPr lang="en-US" altLang="ja-JP" dirty="0"/>
              <a:t>】</a:t>
            </a:r>
            <a:r>
              <a:rPr lang="ja-JP" altLang="en-US" dirty="0"/>
              <a:t>図解はあくまで説明したいことの補助！よって参考と銘打っておきがち</a:t>
            </a:r>
            <a:endParaRPr lang="en-US" altLang="ja-JP" dirty="0"/>
          </a:p>
        </p:txBody>
      </p:sp>
      <p:sp>
        <p:nvSpPr>
          <p:cNvPr id="6" name="正方形/長方形 5">
            <a:extLst>
              <a:ext uri="{FF2B5EF4-FFF2-40B4-BE49-F238E27FC236}">
                <a16:creationId xmlns:a16="http://schemas.microsoft.com/office/drawing/2014/main" id="{9D0BF886-A5C0-D56C-E4D6-68F4B70192EF}"/>
              </a:ext>
            </a:extLst>
          </p:cNvPr>
          <p:cNvSpPr/>
          <p:nvPr/>
        </p:nvSpPr>
        <p:spPr>
          <a:xfrm>
            <a:off x="6972300" y="2184400"/>
            <a:ext cx="1458000" cy="593728"/>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コメント</a:t>
            </a:r>
          </a:p>
        </p:txBody>
      </p:sp>
      <p:sp>
        <p:nvSpPr>
          <p:cNvPr id="10" name="フローチャート: 定義済み処理 9">
            <a:extLst>
              <a:ext uri="{FF2B5EF4-FFF2-40B4-BE49-F238E27FC236}">
                <a16:creationId xmlns:a16="http://schemas.microsoft.com/office/drawing/2014/main" id="{5D94FD6B-8EB3-2CB5-14A8-8DAF9F57EBE5}"/>
              </a:ext>
            </a:extLst>
          </p:cNvPr>
          <p:cNvSpPr/>
          <p:nvPr/>
        </p:nvSpPr>
        <p:spPr>
          <a:xfrm>
            <a:off x="342900" y="2260600"/>
            <a:ext cx="1458000" cy="593728"/>
          </a:xfrm>
          <a:prstGeom prst="flowChartPredefinedProcess">
            <a:avLst/>
          </a:prstGeom>
          <a:solidFill>
            <a:schemeClr val="tx1">
              <a:lumMod val="20000"/>
              <a:lumOff val="80000"/>
            </a:schemeClr>
          </a:solidFill>
          <a:ln w="12700">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機能</a:t>
            </a:r>
          </a:p>
        </p:txBody>
      </p:sp>
      <p:sp>
        <p:nvSpPr>
          <p:cNvPr id="11" name="フローチャート: 磁気ディスク 10">
            <a:extLst>
              <a:ext uri="{FF2B5EF4-FFF2-40B4-BE49-F238E27FC236}">
                <a16:creationId xmlns:a16="http://schemas.microsoft.com/office/drawing/2014/main" id="{F78D8F0C-0CC6-8836-B1A8-9442580E3238}"/>
              </a:ext>
            </a:extLst>
          </p:cNvPr>
          <p:cNvSpPr/>
          <p:nvPr/>
        </p:nvSpPr>
        <p:spPr>
          <a:xfrm>
            <a:off x="342900" y="3378203"/>
            <a:ext cx="1458000" cy="698497"/>
          </a:xfrm>
          <a:prstGeom prst="flowChartMagneticDisk">
            <a:avLst/>
          </a:prstGeom>
          <a:solidFill>
            <a:srgbClr val="D9D9D9"/>
          </a:solidFill>
          <a:ln w="12700">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dirty="0">
                <a:solidFill>
                  <a:schemeClr val="tx1">
                    <a:lumMod val="75000"/>
                  </a:schemeClr>
                </a:solidFill>
              </a:rPr>
              <a:t>DB</a:t>
            </a:r>
            <a:endParaRPr lang="ja-JP" altLang="en-US" sz="1400" dirty="0">
              <a:solidFill>
                <a:schemeClr val="tx1">
                  <a:lumMod val="75000"/>
                </a:schemeClr>
              </a:solidFill>
            </a:endParaRPr>
          </a:p>
        </p:txBody>
      </p:sp>
      <p:cxnSp>
        <p:nvCxnSpPr>
          <p:cNvPr id="13" name="直線矢印コネクタ 12">
            <a:extLst>
              <a:ext uri="{FF2B5EF4-FFF2-40B4-BE49-F238E27FC236}">
                <a16:creationId xmlns:a16="http://schemas.microsoft.com/office/drawing/2014/main" id="{8C19057D-0BF7-11E4-DFA5-A6FE7B66BFCA}"/>
              </a:ext>
            </a:extLst>
          </p:cNvPr>
          <p:cNvCxnSpPr/>
          <p:nvPr/>
        </p:nvCxnSpPr>
        <p:spPr>
          <a:xfrm>
            <a:off x="342900" y="4457700"/>
            <a:ext cx="1458000" cy="0"/>
          </a:xfrm>
          <a:prstGeom prst="straightConnector1">
            <a:avLst/>
          </a:prstGeom>
          <a:ln>
            <a:solidFill>
              <a:schemeClr val="tx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4" name="直線矢印コネクタ 13">
            <a:extLst>
              <a:ext uri="{FF2B5EF4-FFF2-40B4-BE49-F238E27FC236}">
                <a16:creationId xmlns:a16="http://schemas.microsoft.com/office/drawing/2014/main" id="{C974024E-5244-785A-D24D-E0E9C768CFDD}"/>
              </a:ext>
            </a:extLst>
          </p:cNvPr>
          <p:cNvCxnSpPr>
            <a:cxnSpLocks/>
          </p:cNvCxnSpPr>
          <p:nvPr/>
        </p:nvCxnSpPr>
        <p:spPr>
          <a:xfrm flipH="1">
            <a:off x="342900" y="4889500"/>
            <a:ext cx="1445300" cy="0"/>
          </a:xfrm>
          <a:prstGeom prst="straightConnector1">
            <a:avLst/>
          </a:prstGeom>
          <a:ln>
            <a:solidFill>
              <a:schemeClr val="tx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8" name="スマイル 17">
            <a:extLst>
              <a:ext uri="{FF2B5EF4-FFF2-40B4-BE49-F238E27FC236}">
                <a16:creationId xmlns:a16="http://schemas.microsoft.com/office/drawing/2014/main" id="{17357A4B-65CF-C9D7-BBFC-73C09A3ECDDA}"/>
              </a:ext>
            </a:extLst>
          </p:cNvPr>
          <p:cNvSpPr/>
          <p:nvPr/>
        </p:nvSpPr>
        <p:spPr>
          <a:xfrm>
            <a:off x="761430" y="5280036"/>
            <a:ext cx="533969" cy="469888"/>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6359125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D34B9B-BB89-C322-0741-B027890847F4}"/>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932F799A-581F-36A4-9698-3D590F440734}"/>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7D864C74-200A-7A2E-B610-58C01AA12984}"/>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リード文</a:t>
            </a:r>
            <a:endParaRPr lang="en-US" altLang="ja-JP" sz="2800" dirty="0"/>
          </a:p>
          <a:p>
            <a:r>
              <a:rPr lang="en-US" altLang="ja-JP" sz="2800" dirty="0"/>
              <a:t>2</a:t>
            </a:r>
            <a:r>
              <a:rPr lang="ja-JP" altLang="en-US" sz="2800" dirty="0"/>
              <a:t>行に収まる程度で</a:t>
            </a:r>
            <a:endParaRPr lang="en-US" altLang="ja-JP" sz="2800" dirty="0"/>
          </a:p>
        </p:txBody>
      </p:sp>
      <p:sp>
        <p:nvSpPr>
          <p:cNvPr id="4" name="タイトル プレースホルダー 1">
            <a:extLst>
              <a:ext uri="{FF2B5EF4-FFF2-40B4-BE49-F238E27FC236}">
                <a16:creationId xmlns:a16="http://schemas.microsoft.com/office/drawing/2014/main" id="{8A571B44-D375-78C4-8C0A-C508C750CC4B}"/>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シンプルな箇条書き</a:t>
            </a:r>
            <a:endParaRPr lang="en-US" altLang="ja-JP" dirty="0"/>
          </a:p>
        </p:txBody>
      </p:sp>
      <p:graphicFrame>
        <p:nvGraphicFramePr>
          <p:cNvPr id="6" name="表 5">
            <a:extLst>
              <a:ext uri="{FF2B5EF4-FFF2-40B4-BE49-F238E27FC236}">
                <a16:creationId xmlns:a16="http://schemas.microsoft.com/office/drawing/2014/main" id="{12620074-ED3D-4E35-32C9-B98BFF930AB1}"/>
              </a:ext>
            </a:extLst>
          </p:cNvPr>
          <p:cNvGraphicFramePr>
            <a:graphicFrameLocks noGrp="1"/>
          </p:cNvGraphicFramePr>
          <p:nvPr>
            <p:extLst>
              <p:ext uri="{D42A27DB-BD31-4B8C-83A1-F6EECF244321}">
                <p14:modId xmlns:p14="http://schemas.microsoft.com/office/powerpoint/2010/main" val="1731260378"/>
              </p:ext>
            </p:extLst>
          </p:nvPr>
        </p:nvGraphicFramePr>
        <p:xfrm>
          <a:off x="355600" y="2217640"/>
          <a:ext cx="11506200" cy="3067618"/>
        </p:xfrm>
        <a:graphic>
          <a:graphicData uri="http://schemas.openxmlformats.org/drawingml/2006/table">
            <a:tbl>
              <a:tblPr firstRow="1" bandRow="1">
                <a:tableStyleId>{F5AB1C69-6EDB-4FF4-983F-18BD219EF322}</a:tableStyleId>
              </a:tblPr>
              <a:tblGrid>
                <a:gridCol w="988767">
                  <a:extLst>
                    <a:ext uri="{9D8B030D-6E8A-4147-A177-3AD203B41FA5}">
                      <a16:colId xmlns:a16="http://schemas.microsoft.com/office/drawing/2014/main" val="851819213"/>
                    </a:ext>
                  </a:extLst>
                </a:gridCol>
                <a:gridCol w="3227633">
                  <a:extLst>
                    <a:ext uri="{9D8B030D-6E8A-4147-A177-3AD203B41FA5}">
                      <a16:colId xmlns:a16="http://schemas.microsoft.com/office/drawing/2014/main" val="618744104"/>
                    </a:ext>
                  </a:extLst>
                </a:gridCol>
                <a:gridCol w="7289800">
                  <a:extLst>
                    <a:ext uri="{9D8B030D-6E8A-4147-A177-3AD203B41FA5}">
                      <a16:colId xmlns:a16="http://schemas.microsoft.com/office/drawing/2014/main" val="952234859"/>
                    </a:ext>
                  </a:extLst>
                </a:gridCol>
              </a:tblGrid>
              <a:tr h="507298">
                <a:tc>
                  <a:txBody>
                    <a:bodyPr/>
                    <a:lstStyle/>
                    <a:p>
                      <a:r>
                        <a:rPr kumimoji="1" lang="en-US" altLang="ja-JP" dirty="0"/>
                        <a:t>#</a:t>
                      </a:r>
                      <a:endParaRPr kumimoji="1" lang="ja-JP" altLang="en-US"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40000"/>
                        <a:lumOff val="60000"/>
                      </a:schemeClr>
                    </a:solidFill>
                  </a:tcPr>
                </a:tc>
                <a:tc>
                  <a:txBody>
                    <a:bodyPr/>
                    <a:lstStyle/>
                    <a:p>
                      <a:r>
                        <a:rPr kumimoji="1" lang="ja-JP" altLang="en-US" dirty="0"/>
                        <a:t>項目</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40000"/>
                        <a:lumOff val="60000"/>
                      </a:schemeClr>
                    </a:solidFill>
                  </a:tcPr>
                </a:tc>
                <a:tc>
                  <a:txBody>
                    <a:bodyPr/>
                    <a:lstStyle/>
                    <a:p>
                      <a:r>
                        <a:rPr kumimoji="1" lang="ja-JP" altLang="en-US" dirty="0"/>
                        <a:t>概要</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40000"/>
                        <a:lumOff val="60000"/>
                      </a:schemeClr>
                    </a:solidFill>
                  </a:tcPr>
                </a:tc>
                <a:extLst>
                  <a:ext uri="{0D108BD9-81ED-4DB2-BD59-A6C34878D82A}">
                    <a16:rowId xmlns:a16="http://schemas.microsoft.com/office/drawing/2014/main" val="4021886788"/>
                  </a:ext>
                </a:extLst>
              </a:tr>
              <a:tr h="507298">
                <a:tc>
                  <a:txBody>
                    <a:bodyPr/>
                    <a:lstStyle/>
                    <a:p>
                      <a:r>
                        <a:rPr kumimoji="1" lang="en-US" altLang="ja-JP" dirty="0"/>
                        <a:t>1</a:t>
                      </a:r>
                    </a:p>
                    <a:p>
                      <a:endParaRPr kumimoji="1" lang="ja-JP" altLang="en-US"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kumimoji="1" lang="ja-JP" altLang="en-US" dirty="0"/>
                        <a:t>大きな特徴</a:t>
                      </a:r>
                      <a:r>
                        <a:rPr kumimoji="1" lang="en-US" altLang="ja-JP" dirty="0"/>
                        <a:t>1</a:t>
                      </a:r>
                    </a:p>
                    <a:p>
                      <a:endParaRPr kumimoji="1" lang="en-US" altLang="ja-JP"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kumimoji="1" lang="ja-JP" altLang="en-US" sz="1400" dirty="0"/>
                        <a:t>内容をかっちり説明</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995794718"/>
                  </a:ext>
                </a:extLst>
              </a:tr>
              <a:tr h="507298">
                <a:tc>
                  <a:txBody>
                    <a:bodyPr/>
                    <a:lstStyle/>
                    <a:p>
                      <a:r>
                        <a:rPr kumimoji="1" lang="en-US" altLang="ja-JP" dirty="0"/>
                        <a:t>2</a:t>
                      </a:r>
                    </a:p>
                    <a:p>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kumimoji="1" lang="ja-JP" altLang="en-US" dirty="0"/>
                        <a:t>大きな特徴</a:t>
                      </a:r>
                      <a:r>
                        <a:rPr kumimoji="1" lang="en-US" altLang="ja-JP" dirty="0"/>
                        <a:t>2</a:t>
                      </a:r>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77024123"/>
                  </a:ext>
                </a:extLst>
              </a:tr>
              <a:tr h="507298">
                <a:tc>
                  <a:txBody>
                    <a:bodyPr/>
                    <a:lstStyle/>
                    <a:p>
                      <a:r>
                        <a:rPr kumimoji="1" lang="en-US" altLang="ja-JP" dirty="0"/>
                        <a:t>3</a:t>
                      </a:r>
                    </a:p>
                    <a:p>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kumimoji="1" lang="ja-JP" altLang="en-US" dirty="0"/>
                        <a:t>大きな特徴</a:t>
                      </a:r>
                      <a:r>
                        <a:rPr kumimoji="1" lang="en-US" altLang="ja-JP" dirty="0"/>
                        <a:t>3</a:t>
                      </a:r>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598956711"/>
                  </a:ext>
                </a:extLst>
              </a:tr>
              <a:tr h="507298">
                <a:tc>
                  <a:txBody>
                    <a:bodyPr/>
                    <a:lstStyle/>
                    <a:p>
                      <a:r>
                        <a:rPr kumimoji="1" lang="en-US" altLang="ja-JP" dirty="0"/>
                        <a:t>4</a:t>
                      </a:r>
                    </a:p>
                    <a:p>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692696075"/>
                  </a:ext>
                </a:extLst>
              </a:tr>
            </a:tbl>
          </a:graphicData>
        </a:graphic>
      </p:graphicFrame>
    </p:spTree>
    <p:extLst>
      <p:ext uri="{BB962C8B-B14F-4D97-AF65-F5344CB8AC3E}">
        <p14:creationId xmlns:p14="http://schemas.microsoft.com/office/powerpoint/2010/main" val="16573789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74126B-B92A-C90D-142A-AFCB35445EDD}"/>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D484BA1D-43DC-6453-7AC8-C61F450DC195}"/>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16AF8C78-DE0B-FB7C-7E86-049905FE0CFF}"/>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リード文</a:t>
            </a:r>
            <a:endParaRPr lang="en-US" altLang="ja-JP" sz="2800" dirty="0"/>
          </a:p>
          <a:p>
            <a:r>
              <a:rPr lang="en-US" altLang="ja-JP" sz="2800" dirty="0"/>
              <a:t>2</a:t>
            </a:r>
            <a:r>
              <a:rPr lang="ja-JP" altLang="en-US" sz="2800" dirty="0"/>
              <a:t>行に収まる程度で</a:t>
            </a:r>
            <a:endParaRPr lang="en-US" altLang="ja-JP" sz="2800" dirty="0"/>
          </a:p>
        </p:txBody>
      </p:sp>
      <p:sp>
        <p:nvSpPr>
          <p:cNvPr id="4" name="タイトル プレースホルダー 1">
            <a:extLst>
              <a:ext uri="{FF2B5EF4-FFF2-40B4-BE49-F238E27FC236}">
                <a16:creationId xmlns:a16="http://schemas.microsoft.com/office/drawing/2014/main" id="{5C5ECAB3-281C-C73B-2171-1532BF0062D0}"/>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イメージも使いつつおしゃれな箇条書き</a:t>
            </a:r>
            <a:endParaRPr lang="en-US" altLang="ja-JP" dirty="0"/>
          </a:p>
        </p:txBody>
      </p:sp>
      <p:sp>
        <p:nvSpPr>
          <p:cNvPr id="5" name="タイトル プレースホルダー 1">
            <a:extLst>
              <a:ext uri="{FF2B5EF4-FFF2-40B4-BE49-F238E27FC236}">
                <a16:creationId xmlns:a16="http://schemas.microsoft.com/office/drawing/2014/main" id="{5D8B55F6-A2C2-FCF8-66A7-E60FA851C604}"/>
              </a:ext>
            </a:extLst>
          </p:cNvPr>
          <p:cNvSpPr txBox="1">
            <a:spLocks/>
          </p:cNvSpPr>
          <p:nvPr/>
        </p:nvSpPr>
        <p:spPr>
          <a:xfrm>
            <a:off x="355600" y="2146304"/>
            <a:ext cx="2609542" cy="4165584"/>
          </a:xfrm>
          <a:prstGeom prst="rect">
            <a:avLst/>
          </a:prstGeom>
        </p:spPr>
        <p:txBody>
          <a:bodyPr vert="horz" lIns="91440" tIns="45720" rIns="91440" bIns="45720" rtlCol="0" anchor="t" anchorCtr="0">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1800" b="1" dirty="0"/>
              <a:t>説明したいもの</a:t>
            </a:r>
            <a:endParaRPr lang="en-US" altLang="ja-JP" sz="1800" b="1" dirty="0"/>
          </a:p>
          <a:p>
            <a:r>
              <a:rPr lang="ja-JP" altLang="en-US" sz="1800" b="1" dirty="0"/>
              <a:t>について</a:t>
            </a:r>
            <a:endParaRPr lang="en-US" altLang="ja-JP" sz="1800" b="1" dirty="0"/>
          </a:p>
          <a:p>
            <a:endParaRPr lang="en-US" altLang="ja-JP" sz="1800" b="1" dirty="0"/>
          </a:p>
          <a:p>
            <a:pPr marL="285750" indent="-285750">
              <a:buFont typeface="Arial" panose="020B0604020202020204" pitchFamily="34" charset="0"/>
              <a:buChar char="•"/>
            </a:pPr>
            <a:r>
              <a:rPr lang="ja-JP" altLang="en-US" sz="1800" b="1" dirty="0"/>
              <a:t>大きい特徴</a:t>
            </a:r>
            <a:r>
              <a:rPr lang="en-US" altLang="ja-JP" sz="1800" b="1" dirty="0"/>
              <a:t>1</a:t>
            </a:r>
          </a:p>
          <a:p>
            <a:pPr marL="285750" indent="-285750">
              <a:buFont typeface="Arial" panose="020B0604020202020204" pitchFamily="34" charset="0"/>
              <a:buChar char="•"/>
            </a:pPr>
            <a:r>
              <a:rPr lang="ja-JP" altLang="en-US" sz="1800" b="1" dirty="0"/>
              <a:t>大きい特徴</a:t>
            </a:r>
            <a:r>
              <a:rPr lang="en-US" altLang="ja-JP" sz="1800" b="1" dirty="0"/>
              <a:t>2</a:t>
            </a:r>
          </a:p>
          <a:p>
            <a:pPr marL="285750" indent="-285750">
              <a:buFont typeface="Arial" panose="020B0604020202020204" pitchFamily="34" charset="0"/>
              <a:buChar char="•"/>
            </a:pPr>
            <a:r>
              <a:rPr lang="ja-JP" altLang="en-US" sz="1800" b="1" dirty="0"/>
              <a:t>大きい特徴</a:t>
            </a:r>
            <a:r>
              <a:rPr lang="en-US" altLang="ja-JP" sz="1800" b="1" dirty="0"/>
              <a:t>3</a:t>
            </a:r>
          </a:p>
          <a:p>
            <a:endParaRPr lang="en-US" altLang="ja-JP" sz="1800" dirty="0"/>
          </a:p>
          <a:p>
            <a:endParaRPr lang="en-US" altLang="ja-JP" sz="1800" dirty="0"/>
          </a:p>
          <a:p>
            <a:endParaRPr lang="en-US" altLang="ja-JP" sz="1800" dirty="0"/>
          </a:p>
          <a:p>
            <a:endParaRPr lang="en-US" altLang="ja-JP" sz="1800" dirty="0"/>
          </a:p>
          <a:p>
            <a:endParaRPr lang="en-US" altLang="ja-JP" sz="1800" dirty="0"/>
          </a:p>
        </p:txBody>
      </p:sp>
      <p:sp>
        <p:nvSpPr>
          <p:cNvPr id="6" name="正方形/長方形 5">
            <a:extLst>
              <a:ext uri="{FF2B5EF4-FFF2-40B4-BE49-F238E27FC236}">
                <a16:creationId xmlns:a16="http://schemas.microsoft.com/office/drawing/2014/main" id="{CF9CE61D-9D86-FDD3-D5B8-969AC5366612}"/>
              </a:ext>
            </a:extLst>
          </p:cNvPr>
          <p:cNvSpPr/>
          <p:nvPr/>
        </p:nvSpPr>
        <p:spPr>
          <a:xfrm>
            <a:off x="3231472" y="2146304"/>
            <a:ext cx="2864528" cy="146258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t>イメージ</a:t>
            </a:r>
            <a:endParaRPr kumimoji="1" lang="ja-JP" altLang="en-US" dirty="0"/>
          </a:p>
        </p:txBody>
      </p:sp>
      <p:sp>
        <p:nvSpPr>
          <p:cNvPr id="7" name="正方形/長方形 6">
            <a:extLst>
              <a:ext uri="{FF2B5EF4-FFF2-40B4-BE49-F238E27FC236}">
                <a16:creationId xmlns:a16="http://schemas.microsoft.com/office/drawing/2014/main" id="{7EE94637-2744-B99B-C902-582030123518}"/>
              </a:ext>
            </a:extLst>
          </p:cNvPr>
          <p:cNvSpPr/>
          <p:nvPr/>
        </p:nvSpPr>
        <p:spPr>
          <a:xfrm>
            <a:off x="3231472" y="3724081"/>
            <a:ext cx="2864528" cy="146258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t>イメージ</a:t>
            </a:r>
            <a:endParaRPr lang="ja-JP" altLang="en-US" dirty="0"/>
          </a:p>
        </p:txBody>
      </p:sp>
      <p:sp>
        <p:nvSpPr>
          <p:cNvPr id="8" name="正方形/長方形 7">
            <a:extLst>
              <a:ext uri="{FF2B5EF4-FFF2-40B4-BE49-F238E27FC236}">
                <a16:creationId xmlns:a16="http://schemas.microsoft.com/office/drawing/2014/main" id="{11593A89-73DF-789B-294B-52AF5E55C33C}"/>
              </a:ext>
            </a:extLst>
          </p:cNvPr>
          <p:cNvSpPr/>
          <p:nvPr/>
        </p:nvSpPr>
        <p:spPr>
          <a:xfrm>
            <a:off x="3231472" y="5301858"/>
            <a:ext cx="2864528" cy="146258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t>イメージ</a:t>
            </a:r>
            <a:endParaRPr lang="ja-JP" altLang="en-US" dirty="0"/>
          </a:p>
        </p:txBody>
      </p:sp>
      <p:sp>
        <p:nvSpPr>
          <p:cNvPr id="9" name="テキスト ボックス 8">
            <a:extLst>
              <a:ext uri="{FF2B5EF4-FFF2-40B4-BE49-F238E27FC236}">
                <a16:creationId xmlns:a16="http://schemas.microsoft.com/office/drawing/2014/main" id="{99F73615-037B-EC74-7A90-632A4430E67B}"/>
              </a:ext>
            </a:extLst>
          </p:cNvPr>
          <p:cNvSpPr txBox="1"/>
          <p:nvPr/>
        </p:nvSpPr>
        <p:spPr>
          <a:xfrm>
            <a:off x="6197600" y="2146304"/>
            <a:ext cx="5562600" cy="369332"/>
          </a:xfrm>
          <a:prstGeom prst="rect">
            <a:avLst/>
          </a:prstGeom>
          <a:noFill/>
        </p:spPr>
        <p:txBody>
          <a:bodyPr wrap="square" rtlCol="0">
            <a:spAutoFit/>
          </a:bodyPr>
          <a:lstStyle/>
          <a:p>
            <a:r>
              <a:rPr kumimoji="1" lang="ja-JP" altLang="en-US" dirty="0"/>
              <a:t>大きい特徴</a:t>
            </a:r>
            <a:r>
              <a:rPr kumimoji="1" lang="en-US" altLang="ja-JP" dirty="0"/>
              <a:t>1</a:t>
            </a:r>
            <a:endParaRPr kumimoji="1" lang="ja-JP" altLang="en-US" dirty="0"/>
          </a:p>
        </p:txBody>
      </p:sp>
      <p:cxnSp>
        <p:nvCxnSpPr>
          <p:cNvPr id="11" name="直線コネクタ 10">
            <a:extLst>
              <a:ext uri="{FF2B5EF4-FFF2-40B4-BE49-F238E27FC236}">
                <a16:creationId xmlns:a16="http://schemas.microsoft.com/office/drawing/2014/main" id="{8639F152-13AE-1980-A231-3B8B1053C218}"/>
              </a:ext>
            </a:extLst>
          </p:cNvPr>
          <p:cNvCxnSpPr/>
          <p:nvPr/>
        </p:nvCxnSpPr>
        <p:spPr>
          <a:xfrm>
            <a:off x="6248396" y="2472263"/>
            <a:ext cx="5418667" cy="0"/>
          </a:xfrm>
          <a:prstGeom prst="line">
            <a:avLst/>
          </a:prstGeom>
        </p:spPr>
        <p:style>
          <a:lnRef idx="2">
            <a:schemeClr val="accent1"/>
          </a:lnRef>
          <a:fillRef idx="0">
            <a:schemeClr val="accent1"/>
          </a:fillRef>
          <a:effectRef idx="1">
            <a:schemeClr val="accent1"/>
          </a:effectRef>
          <a:fontRef idx="minor">
            <a:schemeClr val="tx1"/>
          </a:fontRef>
        </p:style>
      </p:cxnSp>
      <p:sp>
        <p:nvSpPr>
          <p:cNvPr id="12" name="テキスト ボックス 11">
            <a:extLst>
              <a:ext uri="{FF2B5EF4-FFF2-40B4-BE49-F238E27FC236}">
                <a16:creationId xmlns:a16="http://schemas.microsoft.com/office/drawing/2014/main" id="{A591E279-201F-EE33-68EF-9D8E8A3F1C90}"/>
              </a:ext>
            </a:extLst>
          </p:cNvPr>
          <p:cNvSpPr txBox="1"/>
          <p:nvPr/>
        </p:nvSpPr>
        <p:spPr>
          <a:xfrm>
            <a:off x="6197600" y="2515636"/>
            <a:ext cx="5562600" cy="954107"/>
          </a:xfrm>
          <a:prstGeom prst="rect">
            <a:avLst/>
          </a:prstGeom>
          <a:noFill/>
        </p:spPr>
        <p:txBody>
          <a:bodyPr wrap="square" rtlCol="0">
            <a:spAutoFit/>
          </a:bodyPr>
          <a:lstStyle/>
          <a:p>
            <a:pPr marL="285750" indent="-285750">
              <a:buFont typeface="Wingdings" panose="05000000000000000000" pitchFamily="2" charset="2"/>
              <a:buChar char="l"/>
            </a:pPr>
            <a:r>
              <a:rPr lang="en-US" altLang="ja-JP" sz="1400" dirty="0"/>
              <a:t>A</a:t>
            </a:r>
            <a:r>
              <a:rPr lang="ja-JP" altLang="en-US" sz="1400" dirty="0"/>
              <a:t>詳細</a:t>
            </a:r>
            <a:endParaRPr lang="en-US" altLang="ja-JP" sz="1400" dirty="0"/>
          </a:p>
          <a:p>
            <a:pPr marL="285750" indent="-285750">
              <a:buFont typeface="Wingdings" panose="05000000000000000000" pitchFamily="2" charset="2"/>
              <a:buChar char="l"/>
            </a:pPr>
            <a:r>
              <a:rPr kumimoji="1" lang="en-US" altLang="ja-JP" sz="1400" dirty="0"/>
              <a:t>B</a:t>
            </a:r>
            <a:r>
              <a:rPr kumimoji="1" lang="ja-JP" altLang="en-US" sz="1400" dirty="0"/>
              <a:t>詳細</a:t>
            </a:r>
            <a:endParaRPr kumimoji="1" lang="en-US" altLang="ja-JP" sz="1400" dirty="0"/>
          </a:p>
          <a:p>
            <a:pPr marL="285750" indent="-285750">
              <a:buFont typeface="Wingdings" panose="05000000000000000000" pitchFamily="2" charset="2"/>
              <a:buChar char="l"/>
            </a:pPr>
            <a:r>
              <a:rPr lang="en-US" altLang="ja-JP" sz="1400" dirty="0"/>
              <a:t>C</a:t>
            </a:r>
            <a:r>
              <a:rPr lang="ja-JP" altLang="en-US" sz="1400" dirty="0"/>
              <a:t>詳細</a:t>
            </a:r>
            <a:endParaRPr lang="en-US" altLang="ja-JP" sz="1400" dirty="0"/>
          </a:p>
          <a:p>
            <a:pPr marL="285750" indent="-285750">
              <a:buFont typeface="Wingdings" panose="05000000000000000000" pitchFamily="2" charset="2"/>
              <a:buChar char="l"/>
            </a:pPr>
            <a:r>
              <a:rPr kumimoji="1" lang="en-US" altLang="ja-JP" sz="1400" dirty="0"/>
              <a:t>D</a:t>
            </a:r>
            <a:r>
              <a:rPr kumimoji="1" lang="ja-JP" altLang="en-US" sz="1400" dirty="0"/>
              <a:t>詳細</a:t>
            </a:r>
            <a:endParaRPr kumimoji="1" lang="en-US" altLang="ja-JP" sz="1400" dirty="0"/>
          </a:p>
        </p:txBody>
      </p:sp>
      <p:sp>
        <p:nvSpPr>
          <p:cNvPr id="13" name="テキスト ボックス 12">
            <a:extLst>
              <a:ext uri="{FF2B5EF4-FFF2-40B4-BE49-F238E27FC236}">
                <a16:creationId xmlns:a16="http://schemas.microsoft.com/office/drawing/2014/main" id="{4857B1C8-1897-5EF7-AE24-D4149474D263}"/>
              </a:ext>
            </a:extLst>
          </p:cNvPr>
          <p:cNvSpPr txBox="1"/>
          <p:nvPr/>
        </p:nvSpPr>
        <p:spPr>
          <a:xfrm>
            <a:off x="6197600" y="3718261"/>
            <a:ext cx="5562600" cy="369332"/>
          </a:xfrm>
          <a:prstGeom prst="rect">
            <a:avLst/>
          </a:prstGeom>
          <a:noFill/>
        </p:spPr>
        <p:txBody>
          <a:bodyPr wrap="square" rtlCol="0">
            <a:spAutoFit/>
          </a:bodyPr>
          <a:lstStyle/>
          <a:p>
            <a:r>
              <a:rPr kumimoji="1" lang="ja-JP" altLang="en-US" dirty="0"/>
              <a:t>大きい特徴</a:t>
            </a:r>
            <a:r>
              <a:rPr kumimoji="1" lang="en-US" altLang="ja-JP" dirty="0"/>
              <a:t>2</a:t>
            </a:r>
            <a:endParaRPr kumimoji="1" lang="ja-JP" altLang="en-US" dirty="0"/>
          </a:p>
        </p:txBody>
      </p:sp>
      <p:cxnSp>
        <p:nvCxnSpPr>
          <p:cNvPr id="14" name="直線コネクタ 13">
            <a:extLst>
              <a:ext uri="{FF2B5EF4-FFF2-40B4-BE49-F238E27FC236}">
                <a16:creationId xmlns:a16="http://schemas.microsoft.com/office/drawing/2014/main" id="{F4330CC1-25E0-0D1A-43B7-58116425140D}"/>
              </a:ext>
            </a:extLst>
          </p:cNvPr>
          <p:cNvCxnSpPr/>
          <p:nvPr/>
        </p:nvCxnSpPr>
        <p:spPr>
          <a:xfrm>
            <a:off x="6248396" y="4044220"/>
            <a:ext cx="5418667" cy="0"/>
          </a:xfrm>
          <a:prstGeom prst="line">
            <a:avLst/>
          </a:prstGeom>
        </p:spPr>
        <p:style>
          <a:lnRef idx="2">
            <a:schemeClr val="accent1"/>
          </a:lnRef>
          <a:fillRef idx="0">
            <a:schemeClr val="accent1"/>
          </a:fillRef>
          <a:effectRef idx="1">
            <a:schemeClr val="accent1"/>
          </a:effectRef>
          <a:fontRef idx="minor">
            <a:schemeClr val="tx1"/>
          </a:fontRef>
        </p:style>
      </p:cxnSp>
      <p:sp>
        <p:nvSpPr>
          <p:cNvPr id="15" name="テキスト ボックス 14">
            <a:extLst>
              <a:ext uri="{FF2B5EF4-FFF2-40B4-BE49-F238E27FC236}">
                <a16:creationId xmlns:a16="http://schemas.microsoft.com/office/drawing/2014/main" id="{B1C433CC-4904-A33A-CC35-666D2332EFB9}"/>
              </a:ext>
            </a:extLst>
          </p:cNvPr>
          <p:cNvSpPr txBox="1"/>
          <p:nvPr/>
        </p:nvSpPr>
        <p:spPr>
          <a:xfrm>
            <a:off x="6197600" y="4087593"/>
            <a:ext cx="5562600" cy="954107"/>
          </a:xfrm>
          <a:prstGeom prst="rect">
            <a:avLst/>
          </a:prstGeom>
          <a:noFill/>
        </p:spPr>
        <p:txBody>
          <a:bodyPr wrap="square" rtlCol="0">
            <a:spAutoFit/>
          </a:bodyPr>
          <a:lstStyle/>
          <a:p>
            <a:pPr marL="285750" indent="-285750">
              <a:buFont typeface="Wingdings" panose="05000000000000000000" pitchFamily="2" charset="2"/>
              <a:buChar char="l"/>
            </a:pPr>
            <a:r>
              <a:rPr lang="en-US" altLang="ja-JP" sz="1400" dirty="0"/>
              <a:t>A</a:t>
            </a:r>
          </a:p>
          <a:p>
            <a:pPr marL="285750" indent="-285750">
              <a:buFont typeface="Wingdings" panose="05000000000000000000" pitchFamily="2" charset="2"/>
              <a:buChar char="l"/>
            </a:pPr>
            <a:r>
              <a:rPr kumimoji="1" lang="en-US" altLang="ja-JP" sz="1400" dirty="0"/>
              <a:t>B</a:t>
            </a:r>
          </a:p>
          <a:p>
            <a:pPr marL="285750" indent="-285750">
              <a:buFont typeface="Wingdings" panose="05000000000000000000" pitchFamily="2" charset="2"/>
              <a:buChar char="l"/>
            </a:pPr>
            <a:r>
              <a:rPr lang="en-US" altLang="ja-JP" sz="1400" dirty="0"/>
              <a:t>C</a:t>
            </a:r>
          </a:p>
          <a:p>
            <a:pPr marL="285750" indent="-285750">
              <a:buFont typeface="Wingdings" panose="05000000000000000000" pitchFamily="2" charset="2"/>
              <a:buChar char="l"/>
            </a:pPr>
            <a:r>
              <a:rPr kumimoji="1" lang="en-US" altLang="ja-JP" sz="1400" dirty="0"/>
              <a:t>D</a:t>
            </a:r>
          </a:p>
        </p:txBody>
      </p:sp>
      <p:sp>
        <p:nvSpPr>
          <p:cNvPr id="16" name="テキスト ボックス 15">
            <a:extLst>
              <a:ext uri="{FF2B5EF4-FFF2-40B4-BE49-F238E27FC236}">
                <a16:creationId xmlns:a16="http://schemas.microsoft.com/office/drawing/2014/main" id="{ED170B57-5790-9C7F-A197-85874927D3DC}"/>
              </a:ext>
            </a:extLst>
          </p:cNvPr>
          <p:cNvSpPr txBox="1"/>
          <p:nvPr/>
        </p:nvSpPr>
        <p:spPr>
          <a:xfrm>
            <a:off x="6197600" y="5297425"/>
            <a:ext cx="5562600" cy="369332"/>
          </a:xfrm>
          <a:prstGeom prst="rect">
            <a:avLst/>
          </a:prstGeom>
          <a:noFill/>
        </p:spPr>
        <p:txBody>
          <a:bodyPr wrap="square" rtlCol="0">
            <a:spAutoFit/>
          </a:bodyPr>
          <a:lstStyle/>
          <a:p>
            <a:r>
              <a:rPr kumimoji="1" lang="ja-JP" altLang="en-US" dirty="0"/>
              <a:t>大きい特徴</a:t>
            </a:r>
            <a:r>
              <a:rPr lang="en-US" altLang="ja-JP" dirty="0"/>
              <a:t>3</a:t>
            </a:r>
            <a:endParaRPr kumimoji="1" lang="ja-JP" altLang="en-US" dirty="0"/>
          </a:p>
        </p:txBody>
      </p:sp>
      <p:cxnSp>
        <p:nvCxnSpPr>
          <p:cNvPr id="17" name="直線コネクタ 16">
            <a:extLst>
              <a:ext uri="{FF2B5EF4-FFF2-40B4-BE49-F238E27FC236}">
                <a16:creationId xmlns:a16="http://schemas.microsoft.com/office/drawing/2014/main" id="{FFE01D81-F897-665A-748F-AFEF2D4A537C}"/>
              </a:ext>
            </a:extLst>
          </p:cNvPr>
          <p:cNvCxnSpPr/>
          <p:nvPr/>
        </p:nvCxnSpPr>
        <p:spPr>
          <a:xfrm>
            <a:off x="6248396" y="5623384"/>
            <a:ext cx="5418667" cy="0"/>
          </a:xfrm>
          <a:prstGeom prst="line">
            <a:avLst/>
          </a:prstGeom>
        </p:spPr>
        <p:style>
          <a:lnRef idx="2">
            <a:schemeClr val="accent1"/>
          </a:lnRef>
          <a:fillRef idx="0">
            <a:schemeClr val="accent1"/>
          </a:fillRef>
          <a:effectRef idx="1">
            <a:schemeClr val="accent1"/>
          </a:effectRef>
          <a:fontRef idx="minor">
            <a:schemeClr val="tx1"/>
          </a:fontRef>
        </p:style>
      </p:cxnSp>
      <p:sp>
        <p:nvSpPr>
          <p:cNvPr id="18" name="テキスト ボックス 17">
            <a:extLst>
              <a:ext uri="{FF2B5EF4-FFF2-40B4-BE49-F238E27FC236}">
                <a16:creationId xmlns:a16="http://schemas.microsoft.com/office/drawing/2014/main" id="{B4E5C92C-33A0-F2F6-25E5-DB0B450CF0C0}"/>
              </a:ext>
            </a:extLst>
          </p:cNvPr>
          <p:cNvSpPr txBox="1"/>
          <p:nvPr/>
        </p:nvSpPr>
        <p:spPr>
          <a:xfrm>
            <a:off x="6197600" y="5666757"/>
            <a:ext cx="5562600" cy="954107"/>
          </a:xfrm>
          <a:prstGeom prst="rect">
            <a:avLst/>
          </a:prstGeom>
          <a:noFill/>
        </p:spPr>
        <p:txBody>
          <a:bodyPr wrap="square" rtlCol="0">
            <a:spAutoFit/>
          </a:bodyPr>
          <a:lstStyle/>
          <a:p>
            <a:pPr marL="285750" indent="-285750">
              <a:buFont typeface="Wingdings" panose="05000000000000000000" pitchFamily="2" charset="2"/>
              <a:buChar char="l"/>
            </a:pPr>
            <a:r>
              <a:rPr lang="en-US" altLang="ja-JP" sz="1400" dirty="0"/>
              <a:t>A</a:t>
            </a:r>
          </a:p>
          <a:p>
            <a:pPr marL="285750" indent="-285750">
              <a:buFont typeface="Wingdings" panose="05000000000000000000" pitchFamily="2" charset="2"/>
              <a:buChar char="l"/>
            </a:pPr>
            <a:r>
              <a:rPr kumimoji="1" lang="en-US" altLang="ja-JP" sz="1400" dirty="0"/>
              <a:t>B</a:t>
            </a:r>
          </a:p>
          <a:p>
            <a:pPr marL="285750" indent="-285750">
              <a:buFont typeface="Wingdings" panose="05000000000000000000" pitchFamily="2" charset="2"/>
              <a:buChar char="l"/>
            </a:pPr>
            <a:r>
              <a:rPr lang="en-US" altLang="ja-JP" sz="1400" dirty="0"/>
              <a:t>C</a:t>
            </a:r>
          </a:p>
          <a:p>
            <a:pPr marL="285750" indent="-285750">
              <a:buFont typeface="Wingdings" panose="05000000000000000000" pitchFamily="2" charset="2"/>
              <a:buChar char="l"/>
            </a:pPr>
            <a:r>
              <a:rPr kumimoji="1" lang="en-US" altLang="ja-JP" sz="1400" dirty="0"/>
              <a:t>D</a:t>
            </a:r>
          </a:p>
        </p:txBody>
      </p:sp>
    </p:spTree>
    <p:extLst>
      <p:ext uri="{BB962C8B-B14F-4D97-AF65-F5344CB8AC3E}">
        <p14:creationId xmlns:p14="http://schemas.microsoft.com/office/powerpoint/2010/main" val="41945651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585827-0CBA-5C00-8DD5-064044992320}"/>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24862859-1043-D3FF-BD05-4B83BEE8E8B7}"/>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03EC2628-F3CA-6BA0-3B54-ABFCC7593F28}"/>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リード文</a:t>
            </a:r>
            <a:endParaRPr lang="en-US" altLang="ja-JP" sz="2800" dirty="0"/>
          </a:p>
          <a:p>
            <a:r>
              <a:rPr lang="en-US" altLang="ja-JP" sz="2800" dirty="0"/>
              <a:t>2</a:t>
            </a:r>
            <a:r>
              <a:rPr lang="ja-JP" altLang="en-US" sz="2800" dirty="0"/>
              <a:t>行に収まる程度で</a:t>
            </a:r>
            <a:endParaRPr lang="en-US" altLang="ja-JP" sz="2800" dirty="0"/>
          </a:p>
        </p:txBody>
      </p:sp>
      <p:sp>
        <p:nvSpPr>
          <p:cNvPr id="4" name="タイトル プレースホルダー 1">
            <a:extLst>
              <a:ext uri="{FF2B5EF4-FFF2-40B4-BE49-F238E27FC236}">
                <a16:creationId xmlns:a16="http://schemas.microsoft.com/office/drawing/2014/main" id="{EB8DE72A-5D56-A0CF-055C-71C9B4758029}"/>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目次内のタイトル名そのまま　複数概念の説明をする</a:t>
            </a:r>
            <a:endParaRPr lang="en-US" altLang="ja-JP" dirty="0"/>
          </a:p>
        </p:txBody>
      </p:sp>
      <p:sp>
        <p:nvSpPr>
          <p:cNvPr id="11" name="正方形/長方形 10">
            <a:extLst>
              <a:ext uri="{FF2B5EF4-FFF2-40B4-BE49-F238E27FC236}">
                <a16:creationId xmlns:a16="http://schemas.microsoft.com/office/drawing/2014/main" id="{B91DB15E-5863-A831-09BA-16FDD63736B4}"/>
              </a:ext>
            </a:extLst>
          </p:cNvPr>
          <p:cNvSpPr/>
          <p:nvPr/>
        </p:nvSpPr>
        <p:spPr>
          <a:xfrm>
            <a:off x="355600" y="2279652"/>
            <a:ext cx="1149346" cy="1149346"/>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t>ああ</a:t>
            </a:r>
          </a:p>
        </p:txBody>
      </p:sp>
      <p:sp>
        <p:nvSpPr>
          <p:cNvPr id="12" name="正方形/長方形 11">
            <a:extLst>
              <a:ext uri="{FF2B5EF4-FFF2-40B4-BE49-F238E27FC236}">
                <a16:creationId xmlns:a16="http://schemas.microsoft.com/office/drawing/2014/main" id="{8182A741-A4C7-1E32-86DE-927EB2E1A28B}"/>
              </a:ext>
            </a:extLst>
          </p:cNvPr>
          <p:cNvSpPr/>
          <p:nvPr/>
        </p:nvSpPr>
        <p:spPr>
          <a:xfrm>
            <a:off x="355600" y="3714749"/>
            <a:ext cx="1149346" cy="1149346"/>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t>いい</a:t>
            </a:r>
          </a:p>
        </p:txBody>
      </p:sp>
      <p:sp>
        <p:nvSpPr>
          <p:cNvPr id="13" name="正方形/長方形 12">
            <a:extLst>
              <a:ext uri="{FF2B5EF4-FFF2-40B4-BE49-F238E27FC236}">
                <a16:creationId xmlns:a16="http://schemas.microsoft.com/office/drawing/2014/main" id="{8C41F1C0-087D-C777-BC24-261F5C00824D}"/>
              </a:ext>
            </a:extLst>
          </p:cNvPr>
          <p:cNvSpPr/>
          <p:nvPr/>
        </p:nvSpPr>
        <p:spPr>
          <a:xfrm>
            <a:off x="355600" y="5149846"/>
            <a:ext cx="1149346" cy="1149346"/>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t>うう</a:t>
            </a:r>
          </a:p>
        </p:txBody>
      </p:sp>
      <p:cxnSp>
        <p:nvCxnSpPr>
          <p:cNvPr id="16" name="直線コネクタ 15">
            <a:extLst>
              <a:ext uri="{FF2B5EF4-FFF2-40B4-BE49-F238E27FC236}">
                <a16:creationId xmlns:a16="http://schemas.microsoft.com/office/drawing/2014/main" id="{A78DD1FB-6AAB-5E29-F612-BA6708D21C1F}"/>
              </a:ext>
            </a:extLst>
          </p:cNvPr>
          <p:cNvCxnSpPr>
            <a:cxnSpLocks/>
          </p:cNvCxnSpPr>
          <p:nvPr/>
        </p:nvCxnSpPr>
        <p:spPr>
          <a:xfrm>
            <a:off x="355600" y="3568700"/>
            <a:ext cx="11506200" cy="0"/>
          </a:xfrm>
          <a:prstGeom prst="line">
            <a:avLst/>
          </a:prstGeom>
          <a:ln w="19050">
            <a:solidFill>
              <a:schemeClr val="tx1">
                <a:lumMod val="60000"/>
                <a:lumOff val="4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18" name="直線コネクタ 17">
            <a:extLst>
              <a:ext uri="{FF2B5EF4-FFF2-40B4-BE49-F238E27FC236}">
                <a16:creationId xmlns:a16="http://schemas.microsoft.com/office/drawing/2014/main" id="{1DC66B67-0C2A-AA2C-876D-E0F419C335B4}"/>
              </a:ext>
            </a:extLst>
          </p:cNvPr>
          <p:cNvCxnSpPr>
            <a:cxnSpLocks/>
          </p:cNvCxnSpPr>
          <p:nvPr/>
        </p:nvCxnSpPr>
        <p:spPr>
          <a:xfrm>
            <a:off x="355600" y="5003800"/>
            <a:ext cx="11506200" cy="0"/>
          </a:xfrm>
          <a:prstGeom prst="line">
            <a:avLst/>
          </a:prstGeom>
          <a:ln w="19050">
            <a:solidFill>
              <a:schemeClr val="tx1">
                <a:lumMod val="60000"/>
                <a:lumOff val="40000"/>
              </a:schemeClr>
            </a:solidFill>
            <a:prstDash val="dash"/>
          </a:ln>
        </p:spPr>
        <p:style>
          <a:lnRef idx="2">
            <a:schemeClr val="accent1"/>
          </a:lnRef>
          <a:fillRef idx="0">
            <a:schemeClr val="accent1"/>
          </a:fillRef>
          <a:effectRef idx="1">
            <a:schemeClr val="accent1"/>
          </a:effectRef>
          <a:fontRef idx="minor">
            <a:schemeClr val="tx1"/>
          </a:fontRef>
        </p:style>
      </p:cxnSp>
      <p:sp>
        <p:nvSpPr>
          <p:cNvPr id="21" name="テキスト ボックス 20">
            <a:extLst>
              <a:ext uri="{FF2B5EF4-FFF2-40B4-BE49-F238E27FC236}">
                <a16:creationId xmlns:a16="http://schemas.microsoft.com/office/drawing/2014/main" id="{5C910094-A8FE-5A9F-CED1-CE526034CC54}"/>
              </a:ext>
            </a:extLst>
          </p:cNvPr>
          <p:cNvSpPr txBox="1"/>
          <p:nvPr/>
        </p:nvSpPr>
        <p:spPr>
          <a:xfrm>
            <a:off x="1752600" y="2279652"/>
            <a:ext cx="10109200" cy="954107"/>
          </a:xfrm>
          <a:prstGeom prst="rect">
            <a:avLst/>
          </a:prstGeom>
          <a:noFill/>
        </p:spPr>
        <p:txBody>
          <a:bodyPr wrap="square" rtlCol="0">
            <a:spAutoFit/>
          </a:bodyPr>
          <a:lstStyle/>
          <a:p>
            <a:r>
              <a:rPr kumimoji="1" lang="ja-JP" altLang="en-US" sz="1400" dirty="0"/>
              <a:t>あ</a:t>
            </a:r>
            <a:endParaRPr kumimoji="1" lang="en-US" altLang="ja-JP" sz="1400" dirty="0"/>
          </a:p>
          <a:p>
            <a:endParaRPr kumimoji="1" lang="en-US" altLang="ja-JP" sz="1400" dirty="0"/>
          </a:p>
          <a:p>
            <a:endParaRPr lang="en-US" altLang="ja-JP" sz="1400" dirty="0"/>
          </a:p>
          <a:p>
            <a:endParaRPr kumimoji="1" lang="en-US" altLang="ja-JP" sz="1400" dirty="0"/>
          </a:p>
        </p:txBody>
      </p:sp>
      <p:sp>
        <p:nvSpPr>
          <p:cNvPr id="23" name="テキスト ボックス 22">
            <a:extLst>
              <a:ext uri="{FF2B5EF4-FFF2-40B4-BE49-F238E27FC236}">
                <a16:creationId xmlns:a16="http://schemas.microsoft.com/office/drawing/2014/main" id="{833383A7-ADE2-840E-6291-1ED5315064E7}"/>
              </a:ext>
            </a:extLst>
          </p:cNvPr>
          <p:cNvSpPr txBox="1"/>
          <p:nvPr/>
        </p:nvSpPr>
        <p:spPr>
          <a:xfrm>
            <a:off x="1752600" y="3714749"/>
            <a:ext cx="10109200" cy="954107"/>
          </a:xfrm>
          <a:prstGeom prst="rect">
            <a:avLst/>
          </a:prstGeom>
          <a:noFill/>
        </p:spPr>
        <p:txBody>
          <a:bodyPr wrap="square" rtlCol="0">
            <a:spAutoFit/>
          </a:bodyPr>
          <a:lstStyle/>
          <a:p>
            <a:r>
              <a:rPr kumimoji="1" lang="ja-JP" altLang="en-US" sz="1400" dirty="0"/>
              <a:t>あ</a:t>
            </a:r>
            <a:endParaRPr kumimoji="1" lang="en-US" altLang="ja-JP" sz="1400" dirty="0"/>
          </a:p>
          <a:p>
            <a:endParaRPr kumimoji="1" lang="en-US" altLang="ja-JP" sz="1400" dirty="0"/>
          </a:p>
          <a:p>
            <a:endParaRPr lang="en-US" altLang="ja-JP" sz="1400" dirty="0"/>
          </a:p>
          <a:p>
            <a:endParaRPr kumimoji="1" lang="en-US" altLang="ja-JP" sz="1400" dirty="0"/>
          </a:p>
        </p:txBody>
      </p:sp>
      <p:sp>
        <p:nvSpPr>
          <p:cNvPr id="24" name="テキスト ボックス 23">
            <a:extLst>
              <a:ext uri="{FF2B5EF4-FFF2-40B4-BE49-F238E27FC236}">
                <a16:creationId xmlns:a16="http://schemas.microsoft.com/office/drawing/2014/main" id="{3E1F5D7B-545E-FA6B-83D6-FBC2DAC73397}"/>
              </a:ext>
            </a:extLst>
          </p:cNvPr>
          <p:cNvSpPr txBox="1"/>
          <p:nvPr/>
        </p:nvSpPr>
        <p:spPr>
          <a:xfrm>
            <a:off x="1752600" y="5149846"/>
            <a:ext cx="10109200" cy="954107"/>
          </a:xfrm>
          <a:prstGeom prst="rect">
            <a:avLst/>
          </a:prstGeom>
          <a:noFill/>
        </p:spPr>
        <p:txBody>
          <a:bodyPr wrap="square" rtlCol="0">
            <a:spAutoFit/>
          </a:bodyPr>
          <a:lstStyle/>
          <a:p>
            <a:r>
              <a:rPr kumimoji="1" lang="ja-JP" altLang="en-US" sz="1400" dirty="0"/>
              <a:t>あ</a:t>
            </a:r>
            <a:endParaRPr kumimoji="1" lang="en-US" altLang="ja-JP" sz="1400" dirty="0"/>
          </a:p>
          <a:p>
            <a:endParaRPr kumimoji="1" lang="en-US" altLang="ja-JP" sz="1400" dirty="0"/>
          </a:p>
          <a:p>
            <a:endParaRPr lang="en-US" altLang="ja-JP" sz="1400" dirty="0"/>
          </a:p>
          <a:p>
            <a:endParaRPr kumimoji="1" lang="en-US" altLang="ja-JP" sz="1400" dirty="0"/>
          </a:p>
        </p:txBody>
      </p:sp>
    </p:spTree>
    <p:extLst>
      <p:ext uri="{BB962C8B-B14F-4D97-AF65-F5344CB8AC3E}">
        <p14:creationId xmlns:p14="http://schemas.microsoft.com/office/powerpoint/2010/main" val="11550846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BDF32A-D3EE-4ED4-C8A8-96BE9F9863EF}"/>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8D983B16-5F4F-75CE-3266-3067313572C4}"/>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F23457F6-6102-AE36-8337-65DB91D42569}"/>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リード文</a:t>
            </a:r>
            <a:endParaRPr lang="en-US" altLang="ja-JP" sz="2800" dirty="0"/>
          </a:p>
          <a:p>
            <a:r>
              <a:rPr lang="en-US" altLang="ja-JP" sz="2800" dirty="0"/>
              <a:t>2</a:t>
            </a:r>
            <a:r>
              <a:rPr lang="ja-JP" altLang="en-US" sz="2800" dirty="0"/>
              <a:t>行に収まる程度で</a:t>
            </a:r>
            <a:endParaRPr lang="en-US" altLang="ja-JP" sz="2800" dirty="0"/>
          </a:p>
        </p:txBody>
      </p:sp>
      <p:sp>
        <p:nvSpPr>
          <p:cNvPr id="4" name="タイトル プレースホルダー 1">
            <a:extLst>
              <a:ext uri="{FF2B5EF4-FFF2-40B4-BE49-F238E27FC236}">
                <a16:creationId xmlns:a16="http://schemas.microsoft.com/office/drawing/2014/main" id="{0FDBCE1D-31E9-0332-4904-671FB573ABDB}"/>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目次内のタイトル名そのまま</a:t>
            </a:r>
            <a:endParaRPr lang="en-US" altLang="ja-JP" dirty="0"/>
          </a:p>
        </p:txBody>
      </p:sp>
      <p:sp>
        <p:nvSpPr>
          <p:cNvPr id="8" name="正方形/長方形 7">
            <a:extLst>
              <a:ext uri="{FF2B5EF4-FFF2-40B4-BE49-F238E27FC236}">
                <a16:creationId xmlns:a16="http://schemas.microsoft.com/office/drawing/2014/main" id="{5D8CE1ED-9AEF-00EA-B35A-1DB0B4FEDD6F}"/>
              </a:ext>
            </a:extLst>
          </p:cNvPr>
          <p:cNvSpPr/>
          <p:nvPr/>
        </p:nvSpPr>
        <p:spPr>
          <a:xfrm>
            <a:off x="371800" y="2457442"/>
            <a:ext cx="5546400" cy="1771658"/>
          </a:xfrm>
          <a:prstGeom prst="rect">
            <a:avLst/>
          </a:prstGeom>
          <a:solidFill>
            <a:schemeClr val="bg1"/>
          </a:solidFill>
          <a:ln w="12700">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kumimoji="1" lang="ja-JP" altLang="en-US"/>
          </a:p>
        </p:txBody>
      </p:sp>
      <p:sp>
        <p:nvSpPr>
          <p:cNvPr id="6" name="正方形/長方形 5">
            <a:extLst>
              <a:ext uri="{FF2B5EF4-FFF2-40B4-BE49-F238E27FC236}">
                <a16:creationId xmlns:a16="http://schemas.microsoft.com/office/drawing/2014/main" id="{530B7CFD-2B24-743C-E1E3-8C932E01CAF8}"/>
              </a:ext>
            </a:extLst>
          </p:cNvPr>
          <p:cNvSpPr/>
          <p:nvPr/>
        </p:nvSpPr>
        <p:spPr>
          <a:xfrm>
            <a:off x="355600" y="2159001"/>
            <a:ext cx="5582416" cy="30159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75000"/>
                  </a:schemeClr>
                </a:solidFill>
              </a:rPr>
              <a:t>A</a:t>
            </a:r>
            <a:endParaRPr kumimoji="1" lang="ja-JP" altLang="en-US" dirty="0">
              <a:solidFill>
                <a:schemeClr val="tx1">
                  <a:lumMod val="75000"/>
                </a:schemeClr>
              </a:solidFill>
            </a:endParaRPr>
          </a:p>
        </p:txBody>
      </p:sp>
      <p:sp>
        <p:nvSpPr>
          <p:cNvPr id="9" name="正方形/長方形 8">
            <a:extLst>
              <a:ext uri="{FF2B5EF4-FFF2-40B4-BE49-F238E27FC236}">
                <a16:creationId xmlns:a16="http://schemas.microsoft.com/office/drawing/2014/main" id="{F74551BA-7C54-8597-74DC-8ACC5D994FAF}"/>
              </a:ext>
            </a:extLst>
          </p:cNvPr>
          <p:cNvSpPr/>
          <p:nvPr/>
        </p:nvSpPr>
        <p:spPr>
          <a:xfrm>
            <a:off x="371800" y="4825982"/>
            <a:ext cx="5546400" cy="1771658"/>
          </a:xfrm>
          <a:prstGeom prst="rect">
            <a:avLst/>
          </a:prstGeom>
          <a:solidFill>
            <a:schemeClr val="bg1"/>
          </a:solidFill>
          <a:ln w="12700">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kumimoji="1" lang="ja-JP" altLang="en-US"/>
          </a:p>
        </p:txBody>
      </p:sp>
      <p:sp>
        <p:nvSpPr>
          <p:cNvPr id="10" name="正方形/長方形 9">
            <a:extLst>
              <a:ext uri="{FF2B5EF4-FFF2-40B4-BE49-F238E27FC236}">
                <a16:creationId xmlns:a16="http://schemas.microsoft.com/office/drawing/2014/main" id="{27A8DA5C-2519-379C-09FD-16DE8DA18FF3}"/>
              </a:ext>
            </a:extLst>
          </p:cNvPr>
          <p:cNvSpPr/>
          <p:nvPr/>
        </p:nvSpPr>
        <p:spPr>
          <a:xfrm>
            <a:off x="355600" y="4527541"/>
            <a:ext cx="5582416" cy="30159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lumMod val="75000"/>
                  </a:schemeClr>
                </a:solidFill>
              </a:rPr>
              <a:t>B</a:t>
            </a:r>
            <a:endParaRPr kumimoji="1" lang="ja-JP" altLang="en-US" dirty="0">
              <a:solidFill>
                <a:schemeClr val="tx1">
                  <a:lumMod val="75000"/>
                </a:schemeClr>
              </a:solidFill>
            </a:endParaRPr>
          </a:p>
        </p:txBody>
      </p:sp>
      <p:sp>
        <p:nvSpPr>
          <p:cNvPr id="11" name="正方形/長方形 10">
            <a:extLst>
              <a:ext uri="{FF2B5EF4-FFF2-40B4-BE49-F238E27FC236}">
                <a16:creationId xmlns:a16="http://schemas.microsoft.com/office/drawing/2014/main" id="{16BD3C59-EDFD-F7E1-7F79-49C3738BB4E1}"/>
              </a:ext>
            </a:extLst>
          </p:cNvPr>
          <p:cNvSpPr/>
          <p:nvPr/>
        </p:nvSpPr>
        <p:spPr>
          <a:xfrm>
            <a:off x="6295584" y="4825982"/>
            <a:ext cx="5546400" cy="1771658"/>
          </a:xfrm>
          <a:prstGeom prst="rect">
            <a:avLst/>
          </a:prstGeom>
          <a:solidFill>
            <a:schemeClr val="bg1"/>
          </a:solidFill>
          <a:ln w="12700">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kumimoji="1" lang="ja-JP" altLang="en-US"/>
          </a:p>
        </p:txBody>
      </p:sp>
      <p:sp>
        <p:nvSpPr>
          <p:cNvPr id="12" name="正方形/長方形 11">
            <a:extLst>
              <a:ext uri="{FF2B5EF4-FFF2-40B4-BE49-F238E27FC236}">
                <a16:creationId xmlns:a16="http://schemas.microsoft.com/office/drawing/2014/main" id="{8F33359A-5AD4-1402-E636-562D036FC009}"/>
              </a:ext>
            </a:extLst>
          </p:cNvPr>
          <p:cNvSpPr/>
          <p:nvPr/>
        </p:nvSpPr>
        <p:spPr>
          <a:xfrm>
            <a:off x="6279384" y="4527541"/>
            <a:ext cx="5582416" cy="30159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lumMod val="75000"/>
                  </a:schemeClr>
                </a:solidFill>
              </a:rPr>
              <a:t>D</a:t>
            </a:r>
            <a:endParaRPr kumimoji="1" lang="ja-JP" altLang="en-US" dirty="0">
              <a:solidFill>
                <a:schemeClr val="tx1">
                  <a:lumMod val="75000"/>
                </a:schemeClr>
              </a:solidFill>
            </a:endParaRPr>
          </a:p>
        </p:txBody>
      </p:sp>
      <p:sp>
        <p:nvSpPr>
          <p:cNvPr id="13" name="正方形/長方形 12">
            <a:extLst>
              <a:ext uri="{FF2B5EF4-FFF2-40B4-BE49-F238E27FC236}">
                <a16:creationId xmlns:a16="http://schemas.microsoft.com/office/drawing/2014/main" id="{02FE350C-2066-BCBF-8BE5-C00B86DECC1C}"/>
              </a:ext>
            </a:extLst>
          </p:cNvPr>
          <p:cNvSpPr/>
          <p:nvPr/>
        </p:nvSpPr>
        <p:spPr>
          <a:xfrm>
            <a:off x="6295584" y="2478100"/>
            <a:ext cx="5546400" cy="1771658"/>
          </a:xfrm>
          <a:prstGeom prst="rect">
            <a:avLst/>
          </a:prstGeom>
          <a:solidFill>
            <a:schemeClr val="bg1"/>
          </a:solidFill>
          <a:ln w="12700">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kumimoji="1" lang="ja-JP" altLang="en-US"/>
          </a:p>
        </p:txBody>
      </p:sp>
      <p:sp>
        <p:nvSpPr>
          <p:cNvPr id="14" name="正方形/長方形 13">
            <a:extLst>
              <a:ext uri="{FF2B5EF4-FFF2-40B4-BE49-F238E27FC236}">
                <a16:creationId xmlns:a16="http://schemas.microsoft.com/office/drawing/2014/main" id="{867519F8-B1FC-A730-E5C1-01A8C6017141}"/>
              </a:ext>
            </a:extLst>
          </p:cNvPr>
          <p:cNvSpPr/>
          <p:nvPr/>
        </p:nvSpPr>
        <p:spPr>
          <a:xfrm>
            <a:off x="6279384" y="2179659"/>
            <a:ext cx="5582416" cy="30159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lumMod val="75000"/>
                  </a:schemeClr>
                </a:solidFill>
              </a:rPr>
              <a:t>C</a:t>
            </a:r>
            <a:endParaRPr kumimoji="1" lang="ja-JP" altLang="en-US" dirty="0">
              <a:solidFill>
                <a:schemeClr val="tx1">
                  <a:lumMod val="75000"/>
                </a:schemeClr>
              </a:solidFill>
            </a:endParaRPr>
          </a:p>
        </p:txBody>
      </p:sp>
      <p:sp>
        <p:nvSpPr>
          <p:cNvPr id="15" name="楕円 14">
            <a:extLst>
              <a:ext uri="{FF2B5EF4-FFF2-40B4-BE49-F238E27FC236}">
                <a16:creationId xmlns:a16="http://schemas.microsoft.com/office/drawing/2014/main" id="{B3D7A379-A8F3-A935-E402-A7B1E524F242}"/>
              </a:ext>
            </a:extLst>
          </p:cNvPr>
          <p:cNvSpPr/>
          <p:nvPr/>
        </p:nvSpPr>
        <p:spPr>
          <a:xfrm>
            <a:off x="5237984" y="3616313"/>
            <a:ext cx="1625600" cy="1625600"/>
          </a:xfrm>
          <a:prstGeom prst="ellipse">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75000"/>
                  </a:schemeClr>
                </a:solidFill>
              </a:rPr>
              <a:t>なにに</a:t>
            </a:r>
            <a:endParaRPr lang="en-US" altLang="ja-JP" dirty="0">
              <a:solidFill>
                <a:schemeClr val="tx1">
                  <a:lumMod val="75000"/>
                </a:schemeClr>
              </a:solidFill>
            </a:endParaRPr>
          </a:p>
          <a:p>
            <a:pPr algn="ctr"/>
            <a:r>
              <a:rPr lang="ja-JP" altLang="en-US" dirty="0">
                <a:solidFill>
                  <a:schemeClr val="tx1">
                    <a:lumMod val="75000"/>
                  </a:schemeClr>
                </a:solidFill>
              </a:rPr>
              <a:t>ついての</a:t>
            </a:r>
            <a:endParaRPr lang="en-US" altLang="ja-JP" dirty="0">
              <a:solidFill>
                <a:schemeClr val="tx1">
                  <a:lumMod val="75000"/>
                </a:schemeClr>
              </a:solidFill>
            </a:endParaRPr>
          </a:p>
          <a:p>
            <a:pPr algn="ctr"/>
            <a:r>
              <a:rPr kumimoji="1" lang="ja-JP" altLang="en-US" dirty="0">
                <a:solidFill>
                  <a:schemeClr val="tx1">
                    <a:lumMod val="75000"/>
                  </a:schemeClr>
                </a:solidFill>
              </a:rPr>
              <a:t>分割？</a:t>
            </a:r>
          </a:p>
        </p:txBody>
      </p:sp>
    </p:spTree>
    <p:extLst>
      <p:ext uri="{BB962C8B-B14F-4D97-AF65-F5344CB8AC3E}">
        <p14:creationId xmlns:p14="http://schemas.microsoft.com/office/powerpoint/2010/main" val="37147388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577BA-2D60-D6EB-32E0-C3BBCB0228F9}"/>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A111E20A-D56F-CC97-2496-C398D8AB7AB5}"/>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BA9946CA-FED8-9568-3AD1-3A10EDD5BED1}"/>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洞察のプロセス</a:t>
            </a:r>
            <a:endParaRPr lang="en-US" altLang="ja-JP" sz="2800" dirty="0"/>
          </a:p>
        </p:txBody>
      </p:sp>
      <p:sp>
        <p:nvSpPr>
          <p:cNvPr id="4" name="タイトル プレースホルダー 1">
            <a:extLst>
              <a:ext uri="{FF2B5EF4-FFF2-40B4-BE49-F238E27FC236}">
                <a16:creationId xmlns:a16="http://schemas.microsoft.com/office/drawing/2014/main" id="{5D47A94B-E5AE-3CB9-5AED-3000070C4F3C}"/>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目次内のタイトル名そのまま</a:t>
            </a:r>
            <a:endParaRPr lang="en-US" altLang="ja-JP" dirty="0"/>
          </a:p>
        </p:txBody>
      </p:sp>
      <p:sp>
        <p:nvSpPr>
          <p:cNvPr id="8" name="正方形/長方形 7">
            <a:extLst>
              <a:ext uri="{FF2B5EF4-FFF2-40B4-BE49-F238E27FC236}">
                <a16:creationId xmlns:a16="http://schemas.microsoft.com/office/drawing/2014/main" id="{B09E6ED9-C4F4-17FA-E179-8AAA42DCBBB1}"/>
              </a:ext>
            </a:extLst>
          </p:cNvPr>
          <p:cNvSpPr/>
          <p:nvPr/>
        </p:nvSpPr>
        <p:spPr>
          <a:xfrm>
            <a:off x="433792" y="2891065"/>
            <a:ext cx="465108" cy="3416735"/>
          </a:xfrm>
          <a:prstGeom prst="rect">
            <a:avLst/>
          </a:prstGeom>
          <a:solidFill>
            <a:schemeClr val="accent1">
              <a:lumMod val="20000"/>
              <a:lumOff val="80000"/>
            </a:schemeClr>
          </a:solidFill>
          <a:ln w="12700">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kumimoji="1" lang="ja-JP" altLang="en-US" dirty="0">
                <a:solidFill>
                  <a:schemeClr val="tx1">
                    <a:lumMod val="75000"/>
                  </a:schemeClr>
                </a:solidFill>
              </a:rPr>
              <a:t>洞察</a:t>
            </a:r>
            <a:endParaRPr kumimoji="1" lang="ja-JP" altLang="en-US" dirty="0"/>
          </a:p>
        </p:txBody>
      </p:sp>
      <p:sp>
        <p:nvSpPr>
          <p:cNvPr id="14" name="正方形/長方形 13">
            <a:extLst>
              <a:ext uri="{FF2B5EF4-FFF2-40B4-BE49-F238E27FC236}">
                <a16:creationId xmlns:a16="http://schemas.microsoft.com/office/drawing/2014/main" id="{E67DA372-9D93-00A1-7A23-29A0FAF2CFC0}"/>
              </a:ext>
            </a:extLst>
          </p:cNvPr>
          <p:cNvSpPr/>
          <p:nvPr/>
        </p:nvSpPr>
        <p:spPr>
          <a:xfrm>
            <a:off x="436524" y="2520619"/>
            <a:ext cx="1841725" cy="304327"/>
          </a:xfrm>
          <a:prstGeom prst="rect">
            <a:avLst/>
          </a:prstGeom>
          <a:noFill/>
          <a:ln>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75000"/>
                  </a:schemeClr>
                </a:solidFill>
              </a:rPr>
              <a:t>Input</a:t>
            </a:r>
            <a:endParaRPr kumimoji="1" lang="ja-JP" altLang="en-US" dirty="0">
              <a:solidFill>
                <a:schemeClr val="tx1">
                  <a:lumMod val="75000"/>
                </a:schemeClr>
              </a:solidFill>
            </a:endParaRPr>
          </a:p>
        </p:txBody>
      </p:sp>
      <p:sp>
        <p:nvSpPr>
          <p:cNvPr id="5" name="正方形/長方形 4">
            <a:extLst>
              <a:ext uri="{FF2B5EF4-FFF2-40B4-BE49-F238E27FC236}">
                <a16:creationId xmlns:a16="http://schemas.microsoft.com/office/drawing/2014/main" id="{BDDFAE33-7064-E978-BDE5-8B0A5A613C59}"/>
              </a:ext>
            </a:extLst>
          </p:cNvPr>
          <p:cNvSpPr/>
          <p:nvPr/>
        </p:nvSpPr>
        <p:spPr>
          <a:xfrm>
            <a:off x="436525" y="6373896"/>
            <a:ext cx="1841724" cy="304326"/>
          </a:xfrm>
          <a:prstGeom prst="rect">
            <a:avLst/>
          </a:prstGeom>
          <a:noFill/>
          <a:ln>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lumMod val="75000"/>
                  </a:schemeClr>
                </a:solidFill>
              </a:rPr>
              <a:t>Out</a:t>
            </a:r>
            <a:r>
              <a:rPr kumimoji="1" lang="en-US" altLang="ja-JP" dirty="0">
                <a:solidFill>
                  <a:schemeClr val="tx1">
                    <a:lumMod val="75000"/>
                  </a:schemeClr>
                </a:solidFill>
              </a:rPr>
              <a:t>put</a:t>
            </a:r>
            <a:endParaRPr kumimoji="1" lang="ja-JP" altLang="en-US" dirty="0">
              <a:solidFill>
                <a:schemeClr val="tx1">
                  <a:lumMod val="75000"/>
                </a:schemeClr>
              </a:solidFill>
            </a:endParaRPr>
          </a:p>
        </p:txBody>
      </p:sp>
      <p:sp>
        <p:nvSpPr>
          <p:cNvPr id="7" name="正方形/長方形 6">
            <a:extLst>
              <a:ext uri="{FF2B5EF4-FFF2-40B4-BE49-F238E27FC236}">
                <a16:creationId xmlns:a16="http://schemas.microsoft.com/office/drawing/2014/main" id="{D59428F2-7D30-91B9-0216-4582EEE1A01C}"/>
              </a:ext>
            </a:extLst>
          </p:cNvPr>
          <p:cNvSpPr/>
          <p:nvPr/>
        </p:nvSpPr>
        <p:spPr>
          <a:xfrm>
            <a:off x="1131375" y="2891064"/>
            <a:ext cx="1146874" cy="952516"/>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75000"/>
                  </a:schemeClr>
                </a:solidFill>
              </a:rPr>
              <a:t>整理整頓</a:t>
            </a:r>
          </a:p>
        </p:txBody>
      </p:sp>
      <p:sp>
        <p:nvSpPr>
          <p:cNvPr id="16" name="正方形/長方形 15">
            <a:extLst>
              <a:ext uri="{FF2B5EF4-FFF2-40B4-BE49-F238E27FC236}">
                <a16:creationId xmlns:a16="http://schemas.microsoft.com/office/drawing/2014/main" id="{50F46E8A-8156-E4C6-99E2-CAF97CC54475}"/>
              </a:ext>
            </a:extLst>
          </p:cNvPr>
          <p:cNvSpPr/>
          <p:nvPr/>
        </p:nvSpPr>
        <p:spPr>
          <a:xfrm>
            <a:off x="1131375" y="4123163"/>
            <a:ext cx="1146874" cy="952516"/>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75000"/>
                  </a:schemeClr>
                </a:solidFill>
              </a:rPr>
              <a:t>抽出</a:t>
            </a:r>
          </a:p>
        </p:txBody>
      </p:sp>
      <p:sp>
        <p:nvSpPr>
          <p:cNvPr id="17" name="正方形/長方形 16">
            <a:extLst>
              <a:ext uri="{FF2B5EF4-FFF2-40B4-BE49-F238E27FC236}">
                <a16:creationId xmlns:a16="http://schemas.microsoft.com/office/drawing/2014/main" id="{7C742F23-8601-ACD2-F335-E3A5F91CD28B}"/>
              </a:ext>
            </a:extLst>
          </p:cNvPr>
          <p:cNvSpPr/>
          <p:nvPr/>
        </p:nvSpPr>
        <p:spPr>
          <a:xfrm>
            <a:off x="1131375" y="5355262"/>
            <a:ext cx="1146874" cy="952516"/>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75000"/>
                  </a:schemeClr>
                </a:solidFill>
              </a:rPr>
              <a:t>示唆化</a:t>
            </a:r>
          </a:p>
        </p:txBody>
      </p:sp>
      <p:sp>
        <p:nvSpPr>
          <p:cNvPr id="18" name="フローチャート: 他ページ結合子 17">
            <a:extLst>
              <a:ext uri="{FF2B5EF4-FFF2-40B4-BE49-F238E27FC236}">
                <a16:creationId xmlns:a16="http://schemas.microsoft.com/office/drawing/2014/main" id="{ABABD34D-D65B-8DE5-0476-92F06D74B0E2}"/>
              </a:ext>
            </a:extLst>
          </p:cNvPr>
          <p:cNvSpPr/>
          <p:nvPr/>
        </p:nvSpPr>
        <p:spPr>
          <a:xfrm rot="16200000">
            <a:off x="3841306" y="844498"/>
            <a:ext cx="304326" cy="2861874"/>
          </a:xfrm>
          <a:prstGeom prst="flowChartOffpageConnector">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nchorCtr="1"/>
          <a:lstStyle/>
          <a:p>
            <a:pPr algn="ctr"/>
            <a:r>
              <a:rPr lang="en-US" altLang="ja-JP" sz="1400" dirty="0">
                <a:solidFill>
                  <a:schemeClr val="tx1">
                    <a:lumMod val="75000"/>
                  </a:schemeClr>
                </a:solidFill>
              </a:rPr>
              <a:t>Ⅰ.</a:t>
            </a:r>
            <a:r>
              <a:rPr lang="ja-JP" altLang="en-US" sz="1400" dirty="0">
                <a:solidFill>
                  <a:schemeClr val="tx1">
                    <a:lumMod val="75000"/>
                  </a:schemeClr>
                </a:solidFill>
              </a:rPr>
              <a:t>現状の把握</a:t>
            </a:r>
            <a:endParaRPr lang="en-US" altLang="ja-JP" sz="1400" dirty="0">
              <a:solidFill>
                <a:schemeClr val="tx1">
                  <a:lumMod val="75000"/>
                </a:schemeClr>
              </a:solidFill>
            </a:endParaRPr>
          </a:p>
        </p:txBody>
      </p:sp>
      <p:sp>
        <p:nvSpPr>
          <p:cNvPr id="19" name="フローチャート: 他ページ結合子 18">
            <a:extLst>
              <a:ext uri="{FF2B5EF4-FFF2-40B4-BE49-F238E27FC236}">
                <a16:creationId xmlns:a16="http://schemas.microsoft.com/office/drawing/2014/main" id="{822F2098-6DEA-561E-2E42-FE979A777ED9}"/>
              </a:ext>
            </a:extLst>
          </p:cNvPr>
          <p:cNvSpPr/>
          <p:nvPr/>
        </p:nvSpPr>
        <p:spPr>
          <a:xfrm rot="16200000">
            <a:off x="6987463" y="844498"/>
            <a:ext cx="304326" cy="2861874"/>
          </a:xfrm>
          <a:prstGeom prst="flowChartOffpageConnector">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nchorCtr="1"/>
          <a:lstStyle/>
          <a:p>
            <a:pPr algn="ctr"/>
            <a:r>
              <a:rPr lang="en-US" altLang="ja-JP" sz="1400" dirty="0">
                <a:solidFill>
                  <a:schemeClr val="tx1">
                    <a:lumMod val="75000"/>
                  </a:schemeClr>
                </a:solidFill>
              </a:rPr>
              <a:t>Ⅱ.</a:t>
            </a:r>
            <a:r>
              <a:rPr lang="ja-JP" altLang="en-US" sz="1400" dirty="0">
                <a:solidFill>
                  <a:schemeClr val="tx1">
                    <a:lumMod val="75000"/>
                  </a:schemeClr>
                </a:solidFill>
              </a:rPr>
              <a:t>実現したい状態の</a:t>
            </a:r>
            <a:endParaRPr lang="en-US" altLang="ja-JP" sz="1400" dirty="0">
              <a:solidFill>
                <a:schemeClr val="tx1">
                  <a:lumMod val="75000"/>
                </a:schemeClr>
              </a:solidFill>
            </a:endParaRPr>
          </a:p>
          <a:p>
            <a:pPr algn="ctr"/>
            <a:r>
              <a:rPr lang="ja-JP" altLang="en-US" sz="1400" dirty="0">
                <a:solidFill>
                  <a:schemeClr val="tx1">
                    <a:lumMod val="75000"/>
                  </a:schemeClr>
                </a:solidFill>
              </a:rPr>
              <a:t>明確化</a:t>
            </a:r>
            <a:endParaRPr lang="en-US" altLang="ja-JP" sz="1400" dirty="0">
              <a:solidFill>
                <a:schemeClr val="tx1">
                  <a:lumMod val="75000"/>
                </a:schemeClr>
              </a:solidFill>
            </a:endParaRPr>
          </a:p>
        </p:txBody>
      </p:sp>
      <p:sp>
        <p:nvSpPr>
          <p:cNvPr id="20" name="フローチャート: 他ページ結合子 19">
            <a:extLst>
              <a:ext uri="{FF2B5EF4-FFF2-40B4-BE49-F238E27FC236}">
                <a16:creationId xmlns:a16="http://schemas.microsoft.com/office/drawing/2014/main" id="{DD88FA71-992B-7D55-835F-A369119D2A71}"/>
              </a:ext>
            </a:extLst>
          </p:cNvPr>
          <p:cNvSpPr/>
          <p:nvPr/>
        </p:nvSpPr>
        <p:spPr>
          <a:xfrm rot="16200000">
            <a:off x="10133621" y="844497"/>
            <a:ext cx="304324" cy="2861874"/>
          </a:xfrm>
          <a:prstGeom prst="flowChartOffpageConnector">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nchorCtr="1"/>
          <a:lstStyle/>
          <a:p>
            <a:pPr algn="ctr"/>
            <a:r>
              <a:rPr lang="en-US" altLang="ja-JP" sz="1400" dirty="0">
                <a:solidFill>
                  <a:schemeClr val="tx1">
                    <a:lumMod val="75000"/>
                  </a:schemeClr>
                </a:solidFill>
              </a:rPr>
              <a:t>Ⅲ.</a:t>
            </a:r>
            <a:r>
              <a:rPr lang="ja-JP" altLang="en-US" sz="1400" dirty="0">
                <a:solidFill>
                  <a:schemeClr val="tx1">
                    <a:lumMod val="75000"/>
                  </a:schemeClr>
                </a:solidFill>
              </a:rPr>
              <a:t>打ち手の策定</a:t>
            </a:r>
            <a:endParaRPr lang="en-US" altLang="ja-JP" sz="1400" dirty="0">
              <a:solidFill>
                <a:schemeClr val="tx1">
                  <a:lumMod val="75000"/>
                </a:schemeClr>
              </a:solidFill>
            </a:endParaRPr>
          </a:p>
        </p:txBody>
      </p:sp>
      <p:sp>
        <p:nvSpPr>
          <p:cNvPr id="21" name="正方形/長方形 20">
            <a:extLst>
              <a:ext uri="{FF2B5EF4-FFF2-40B4-BE49-F238E27FC236}">
                <a16:creationId xmlns:a16="http://schemas.microsoft.com/office/drawing/2014/main" id="{51060E12-0AA4-641B-C18A-859BADCC9E3F}"/>
              </a:ext>
            </a:extLst>
          </p:cNvPr>
          <p:cNvSpPr/>
          <p:nvPr/>
        </p:nvSpPr>
        <p:spPr>
          <a:xfrm>
            <a:off x="2562532" y="2891064"/>
            <a:ext cx="2861874" cy="952516"/>
          </a:xfrm>
          <a:prstGeom prst="rect">
            <a:avLst/>
          </a:prstGeom>
          <a:noFill/>
          <a:ln>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marL="285750" indent="-285750">
              <a:buFont typeface="Wingdings" panose="05000000000000000000" pitchFamily="2" charset="2"/>
              <a:buChar char="ü"/>
            </a:pPr>
            <a:r>
              <a:rPr lang="en-US" altLang="ja-JP" dirty="0">
                <a:solidFill>
                  <a:schemeClr val="tx1">
                    <a:lumMod val="75000"/>
                  </a:schemeClr>
                </a:solidFill>
              </a:rPr>
              <a:t>Input</a:t>
            </a:r>
            <a:r>
              <a:rPr lang="ja-JP" altLang="en-US" dirty="0">
                <a:solidFill>
                  <a:schemeClr val="tx1">
                    <a:lumMod val="75000"/>
                  </a:schemeClr>
                </a:solidFill>
              </a:rPr>
              <a:t>情報の整理</a:t>
            </a:r>
            <a:endParaRPr lang="en-US" altLang="ja-JP" dirty="0">
              <a:solidFill>
                <a:schemeClr val="tx1">
                  <a:lumMod val="75000"/>
                </a:schemeClr>
              </a:solidFill>
            </a:endParaRPr>
          </a:p>
          <a:p>
            <a:pPr marL="285750" indent="-285750">
              <a:buFont typeface="Wingdings" panose="05000000000000000000" pitchFamily="2" charset="2"/>
              <a:buChar char="ü"/>
            </a:pPr>
            <a:r>
              <a:rPr kumimoji="1" lang="ja-JP" altLang="en-US" dirty="0">
                <a:solidFill>
                  <a:schemeClr val="tx1">
                    <a:lumMod val="75000"/>
                  </a:schemeClr>
                </a:solidFill>
              </a:rPr>
              <a:t>疑わしきは捨てる</a:t>
            </a:r>
            <a:endParaRPr kumimoji="1" lang="en-US" altLang="ja-JP" dirty="0">
              <a:solidFill>
                <a:schemeClr val="tx1">
                  <a:lumMod val="75000"/>
                </a:schemeClr>
              </a:solidFill>
            </a:endParaRPr>
          </a:p>
          <a:p>
            <a:pPr marL="285750" indent="-285750">
              <a:buFont typeface="Wingdings" panose="05000000000000000000" pitchFamily="2" charset="2"/>
              <a:buChar char="ü"/>
            </a:pPr>
            <a:r>
              <a:rPr lang="ja-JP" altLang="en-US" dirty="0">
                <a:solidFill>
                  <a:schemeClr val="tx1">
                    <a:lumMod val="75000"/>
                  </a:schemeClr>
                </a:solidFill>
              </a:rPr>
              <a:t>不足を補う</a:t>
            </a:r>
            <a:r>
              <a:rPr lang="en-US" altLang="ja-JP" dirty="0">
                <a:solidFill>
                  <a:schemeClr val="tx1">
                    <a:lumMod val="75000"/>
                  </a:schemeClr>
                </a:solidFill>
              </a:rPr>
              <a:t>/</a:t>
            </a:r>
            <a:r>
              <a:rPr lang="ja-JP" altLang="en-US" dirty="0">
                <a:solidFill>
                  <a:schemeClr val="tx1">
                    <a:lumMod val="75000"/>
                  </a:schemeClr>
                </a:solidFill>
              </a:rPr>
              <a:t>類推する</a:t>
            </a:r>
            <a:endParaRPr kumimoji="1" lang="ja-JP" altLang="en-US" dirty="0">
              <a:solidFill>
                <a:schemeClr val="tx1">
                  <a:lumMod val="75000"/>
                </a:schemeClr>
              </a:solidFill>
            </a:endParaRPr>
          </a:p>
        </p:txBody>
      </p:sp>
      <p:sp>
        <p:nvSpPr>
          <p:cNvPr id="22" name="正方形/長方形 21">
            <a:extLst>
              <a:ext uri="{FF2B5EF4-FFF2-40B4-BE49-F238E27FC236}">
                <a16:creationId xmlns:a16="http://schemas.microsoft.com/office/drawing/2014/main" id="{D78E396F-6C59-B388-1301-A13C2CB69551}"/>
              </a:ext>
            </a:extLst>
          </p:cNvPr>
          <p:cNvSpPr/>
          <p:nvPr/>
        </p:nvSpPr>
        <p:spPr>
          <a:xfrm>
            <a:off x="2562532" y="4123163"/>
            <a:ext cx="2861874" cy="952516"/>
          </a:xfrm>
          <a:prstGeom prst="rect">
            <a:avLst/>
          </a:prstGeom>
          <a:noFill/>
          <a:ln>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marL="285750" indent="-285750">
              <a:buFont typeface="Wingdings" panose="05000000000000000000" pitchFamily="2" charset="2"/>
              <a:buChar char="ü"/>
            </a:pPr>
            <a:r>
              <a:rPr lang="ja-JP" altLang="en-US" dirty="0">
                <a:solidFill>
                  <a:schemeClr val="tx1">
                    <a:lumMod val="75000"/>
                  </a:schemeClr>
                </a:solidFill>
              </a:rPr>
              <a:t>情報をもとに本質を抽出</a:t>
            </a:r>
            <a:endParaRPr kumimoji="1" lang="ja-JP" altLang="en-US" dirty="0">
              <a:solidFill>
                <a:schemeClr val="tx1">
                  <a:lumMod val="75000"/>
                </a:schemeClr>
              </a:solidFill>
            </a:endParaRPr>
          </a:p>
        </p:txBody>
      </p:sp>
      <p:sp>
        <p:nvSpPr>
          <p:cNvPr id="23" name="正方形/長方形 22">
            <a:extLst>
              <a:ext uri="{FF2B5EF4-FFF2-40B4-BE49-F238E27FC236}">
                <a16:creationId xmlns:a16="http://schemas.microsoft.com/office/drawing/2014/main" id="{A87CF794-258E-A1A1-6D51-3B0090157DB8}"/>
              </a:ext>
            </a:extLst>
          </p:cNvPr>
          <p:cNvSpPr/>
          <p:nvPr/>
        </p:nvSpPr>
        <p:spPr>
          <a:xfrm>
            <a:off x="2562532" y="5355262"/>
            <a:ext cx="2861874" cy="952516"/>
          </a:xfrm>
          <a:prstGeom prst="rect">
            <a:avLst/>
          </a:prstGeom>
          <a:noFill/>
          <a:ln>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marL="285750" indent="-285750">
              <a:buFont typeface="Wingdings" panose="05000000000000000000" pitchFamily="2" charset="2"/>
              <a:buChar char="ü"/>
            </a:pPr>
            <a:r>
              <a:rPr lang="ja-JP" altLang="en-US" dirty="0">
                <a:solidFill>
                  <a:schemeClr val="tx1">
                    <a:lumMod val="75000"/>
                  </a:schemeClr>
                </a:solidFill>
              </a:rPr>
              <a:t>本質から「主体にとっての意味」を導出</a:t>
            </a:r>
            <a:endParaRPr kumimoji="1" lang="ja-JP" altLang="en-US" dirty="0">
              <a:solidFill>
                <a:schemeClr val="tx1">
                  <a:lumMod val="75000"/>
                </a:schemeClr>
              </a:solidFill>
            </a:endParaRPr>
          </a:p>
        </p:txBody>
      </p:sp>
      <p:sp>
        <p:nvSpPr>
          <p:cNvPr id="27" name="正方形/長方形 26">
            <a:extLst>
              <a:ext uri="{FF2B5EF4-FFF2-40B4-BE49-F238E27FC236}">
                <a16:creationId xmlns:a16="http://schemas.microsoft.com/office/drawing/2014/main" id="{F075CE55-A7AD-B36B-E7AB-8DC2D026D211}"/>
              </a:ext>
            </a:extLst>
          </p:cNvPr>
          <p:cNvSpPr/>
          <p:nvPr/>
        </p:nvSpPr>
        <p:spPr>
          <a:xfrm>
            <a:off x="5708689" y="2891064"/>
            <a:ext cx="2861874" cy="952516"/>
          </a:xfrm>
          <a:prstGeom prst="rect">
            <a:avLst/>
          </a:prstGeom>
          <a:noFill/>
          <a:ln>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marL="285750" indent="-285750">
              <a:buFont typeface="Wingdings" panose="05000000000000000000" pitchFamily="2" charset="2"/>
              <a:buChar char="ü"/>
            </a:pPr>
            <a:r>
              <a:rPr lang="ja-JP" altLang="en-US" dirty="0">
                <a:solidFill>
                  <a:schemeClr val="tx1">
                    <a:lumMod val="75000"/>
                  </a:schemeClr>
                </a:solidFill>
              </a:rPr>
              <a:t>客観情報の整理</a:t>
            </a:r>
            <a:endParaRPr lang="en-US" altLang="ja-JP" dirty="0">
              <a:solidFill>
                <a:schemeClr val="tx1">
                  <a:lumMod val="75000"/>
                </a:schemeClr>
              </a:solidFill>
            </a:endParaRPr>
          </a:p>
          <a:p>
            <a:pPr marL="285750" indent="-285750">
              <a:buFont typeface="Wingdings" panose="05000000000000000000" pitchFamily="2" charset="2"/>
              <a:buChar char="ü"/>
            </a:pPr>
            <a:r>
              <a:rPr kumimoji="1" lang="ja-JP" altLang="en-US" dirty="0">
                <a:solidFill>
                  <a:schemeClr val="tx1">
                    <a:lumMod val="75000"/>
                  </a:schemeClr>
                </a:solidFill>
              </a:rPr>
              <a:t>主観情報の優先順位付け</a:t>
            </a:r>
          </a:p>
        </p:txBody>
      </p:sp>
      <p:sp>
        <p:nvSpPr>
          <p:cNvPr id="28" name="正方形/長方形 27">
            <a:extLst>
              <a:ext uri="{FF2B5EF4-FFF2-40B4-BE49-F238E27FC236}">
                <a16:creationId xmlns:a16="http://schemas.microsoft.com/office/drawing/2014/main" id="{C72096DA-7549-92E8-616F-1E72F34C76EF}"/>
              </a:ext>
            </a:extLst>
          </p:cNvPr>
          <p:cNvSpPr/>
          <p:nvPr/>
        </p:nvSpPr>
        <p:spPr>
          <a:xfrm>
            <a:off x="5708689" y="4123163"/>
            <a:ext cx="2861874" cy="952516"/>
          </a:xfrm>
          <a:prstGeom prst="rect">
            <a:avLst/>
          </a:prstGeom>
          <a:noFill/>
          <a:ln>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marL="285750" indent="-285750">
              <a:buFont typeface="Wingdings" panose="05000000000000000000" pitchFamily="2" charset="2"/>
              <a:buChar char="ü"/>
            </a:pPr>
            <a:r>
              <a:rPr lang="ja-JP" altLang="en-US" dirty="0">
                <a:solidFill>
                  <a:schemeClr val="tx1">
                    <a:lumMod val="75000"/>
                  </a:schemeClr>
                </a:solidFill>
              </a:rPr>
              <a:t>客観情報を用いて、仮説的構造を抽出</a:t>
            </a:r>
            <a:endParaRPr kumimoji="1" lang="ja-JP" altLang="en-US" dirty="0">
              <a:solidFill>
                <a:schemeClr val="tx1">
                  <a:lumMod val="75000"/>
                </a:schemeClr>
              </a:solidFill>
            </a:endParaRPr>
          </a:p>
        </p:txBody>
      </p:sp>
      <p:sp>
        <p:nvSpPr>
          <p:cNvPr id="29" name="正方形/長方形 28">
            <a:extLst>
              <a:ext uri="{FF2B5EF4-FFF2-40B4-BE49-F238E27FC236}">
                <a16:creationId xmlns:a16="http://schemas.microsoft.com/office/drawing/2014/main" id="{A04816CA-60DB-5C68-179E-286AE194D8DC}"/>
              </a:ext>
            </a:extLst>
          </p:cNvPr>
          <p:cNvSpPr/>
          <p:nvPr/>
        </p:nvSpPr>
        <p:spPr>
          <a:xfrm>
            <a:off x="5708689" y="5355262"/>
            <a:ext cx="2861874" cy="952516"/>
          </a:xfrm>
          <a:prstGeom prst="rect">
            <a:avLst/>
          </a:prstGeom>
          <a:noFill/>
          <a:ln>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marL="285750" indent="-285750">
              <a:buFont typeface="Wingdings" panose="05000000000000000000" pitchFamily="2" charset="2"/>
              <a:buChar char="ü"/>
            </a:pPr>
            <a:r>
              <a:rPr lang="ja-JP" altLang="en-US" dirty="0">
                <a:solidFill>
                  <a:schemeClr val="tx1">
                    <a:lumMod val="75000"/>
                  </a:schemeClr>
                </a:solidFill>
              </a:rPr>
              <a:t>主観的情報と仮説的構造を組み合わせる</a:t>
            </a:r>
            <a:endParaRPr kumimoji="1" lang="ja-JP" altLang="en-US" dirty="0">
              <a:solidFill>
                <a:schemeClr val="tx1">
                  <a:lumMod val="75000"/>
                </a:schemeClr>
              </a:solidFill>
            </a:endParaRPr>
          </a:p>
        </p:txBody>
      </p:sp>
      <p:sp>
        <p:nvSpPr>
          <p:cNvPr id="30" name="正方形/長方形 29">
            <a:extLst>
              <a:ext uri="{FF2B5EF4-FFF2-40B4-BE49-F238E27FC236}">
                <a16:creationId xmlns:a16="http://schemas.microsoft.com/office/drawing/2014/main" id="{CD3C1337-0A38-FE77-FCB6-D2806BB3051F}"/>
              </a:ext>
            </a:extLst>
          </p:cNvPr>
          <p:cNvSpPr/>
          <p:nvPr/>
        </p:nvSpPr>
        <p:spPr>
          <a:xfrm>
            <a:off x="8854846" y="2891064"/>
            <a:ext cx="2861874" cy="952516"/>
          </a:xfrm>
          <a:prstGeom prst="rect">
            <a:avLst/>
          </a:prstGeom>
          <a:noFill/>
          <a:ln>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marL="285750" indent="-285750">
              <a:buFont typeface="Wingdings" panose="05000000000000000000" pitchFamily="2" charset="2"/>
              <a:buChar char="ü"/>
            </a:pPr>
            <a:r>
              <a:rPr lang="ja-JP" altLang="en-US" dirty="0">
                <a:solidFill>
                  <a:schemeClr val="tx1">
                    <a:lumMod val="75000"/>
                  </a:schemeClr>
                </a:solidFill>
              </a:rPr>
              <a:t>打ち手オプションの</a:t>
            </a:r>
            <a:br>
              <a:rPr lang="en-US" altLang="ja-JP" dirty="0">
                <a:solidFill>
                  <a:schemeClr val="tx1">
                    <a:lumMod val="75000"/>
                  </a:schemeClr>
                </a:solidFill>
              </a:rPr>
            </a:br>
            <a:r>
              <a:rPr lang="ja-JP" altLang="en-US" dirty="0">
                <a:solidFill>
                  <a:schemeClr val="tx1">
                    <a:lumMod val="75000"/>
                  </a:schemeClr>
                </a:solidFill>
              </a:rPr>
              <a:t>洗い出しと整理</a:t>
            </a:r>
            <a:endParaRPr kumimoji="1" lang="ja-JP" altLang="en-US" dirty="0">
              <a:solidFill>
                <a:schemeClr val="tx1">
                  <a:lumMod val="75000"/>
                </a:schemeClr>
              </a:solidFill>
            </a:endParaRPr>
          </a:p>
        </p:txBody>
      </p:sp>
      <p:sp>
        <p:nvSpPr>
          <p:cNvPr id="31" name="正方形/長方形 30">
            <a:extLst>
              <a:ext uri="{FF2B5EF4-FFF2-40B4-BE49-F238E27FC236}">
                <a16:creationId xmlns:a16="http://schemas.microsoft.com/office/drawing/2014/main" id="{3E9BD067-5CE9-8668-C114-362EA88C0EC0}"/>
              </a:ext>
            </a:extLst>
          </p:cNvPr>
          <p:cNvSpPr/>
          <p:nvPr/>
        </p:nvSpPr>
        <p:spPr>
          <a:xfrm>
            <a:off x="8854846" y="4123163"/>
            <a:ext cx="2861874" cy="952516"/>
          </a:xfrm>
          <a:prstGeom prst="rect">
            <a:avLst/>
          </a:prstGeom>
          <a:noFill/>
          <a:ln>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marL="285750" indent="-285750">
              <a:buFont typeface="Wingdings" panose="05000000000000000000" pitchFamily="2" charset="2"/>
              <a:buChar char="ü"/>
            </a:pPr>
            <a:r>
              <a:rPr lang="ja-JP" altLang="en-US" dirty="0">
                <a:solidFill>
                  <a:schemeClr val="tx1">
                    <a:lumMod val="75000"/>
                  </a:schemeClr>
                </a:solidFill>
              </a:rPr>
              <a:t>真の制約条件抽出</a:t>
            </a:r>
            <a:endParaRPr kumimoji="1" lang="ja-JP" altLang="en-US" dirty="0">
              <a:solidFill>
                <a:schemeClr val="tx1">
                  <a:lumMod val="75000"/>
                </a:schemeClr>
              </a:solidFill>
            </a:endParaRPr>
          </a:p>
        </p:txBody>
      </p:sp>
      <p:sp>
        <p:nvSpPr>
          <p:cNvPr id="32" name="正方形/長方形 31">
            <a:extLst>
              <a:ext uri="{FF2B5EF4-FFF2-40B4-BE49-F238E27FC236}">
                <a16:creationId xmlns:a16="http://schemas.microsoft.com/office/drawing/2014/main" id="{49B2A18B-1A12-170A-770C-1CA1AA3189A0}"/>
              </a:ext>
            </a:extLst>
          </p:cNvPr>
          <p:cNvSpPr/>
          <p:nvPr/>
        </p:nvSpPr>
        <p:spPr>
          <a:xfrm>
            <a:off x="8854846" y="5355262"/>
            <a:ext cx="2861874" cy="952516"/>
          </a:xfrm>
          <a:prstGeom prst="rect">
            <a:avLst/>
          </a:prstGeom>
          <a:noFill/>
          <a:ln>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marL="285750" indent="-285750">
              <a:buFont typeface="Wingdings" panose="05000000000000000000" pitchFamily="2" charset="2"/>
              <a:buChar char="ü"/>
            </a:pPr>
            <a:r>
              <a:rPr lang="ja-JP" altLang="en-US" dirty="0">
                <a:solidFill>
                  <a:schemeClr val="tx1">
                    <a:lumMod val="75000"/>
                  </a:schemeClr>
                </a:solidFill>
              </a:rPr>
              <a:t>主観的情報を交えたオプション評価</a:t>
            </a:r>
            <a:endParaRPr kumimoji="1" lang="ja-JP" altLang="en-US" dirty="0">
              <a:solidFill>
                <a:schemeClr val="tx1">
                  <a:lumMod val="75000"/>
                </a:schemeClr>
              </a:solidFill>
            </a:endParaRPr>
          </a:p>
        </p:txBody>
      </p:sp>
      <p:sp>
        <p:nvSpPr>
          <p:cNvPr id="34" name="正方形/長方形 33">
            <a:extLst>
              <a:ext uri="{FF2B5EF4-FFF2-40B4-BE49-F238E27FC236}">
                <a16:creationId xmlns:a16="http://schemas.microsoft.com/office/drawing/2014/main" id="{584AEA9A-0390-CC7E-E101-D2B666DF5B38}"/>
              </a:ext>
            </a:extLst>
          </p:cNvPr>
          <p:cNvSpPr/>
          <p:nvPr/>
        </p:nvSpPr>
        <p:spPr>
          <a:xfrm>
            <a:off x="2562532" y="2520619"/>
            <a:ext cx="2861874" cy="304327"/>
          </a:xfrm>
          <a:prstGeom prst="rect">
            <a:avLst/>
          </a:prstGeom>
          <a:noFill/>
          <a:ln>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lgn="ctr">
              <a:buFont typeface="Wingdings" panose="05000000000000000000" pitchFamily="2" charset="2"/>
              <a:buChar char="ü"/>
            </a:pPr>
            <a:r>
              <a:rPr kumimoji="1" lang="ja-JP" altLang="en-US" dirty="0">
                <a:solidFill>
                  <a:schemeClr val="tx1">
                    <a:lumMod val="75000"/>
                  </a:schemeClr>
                </a:solidFill>
              </a:rPr>
              <a:t>客観情報</a:t>
            </a:r>
          </a:p>
        </p:txBody>
      </p:sp>
      <p:sp>
        <p:nvSpPr>
          <p:cNvPr id="35" name="正方形/長方形 34">
            <a:extLst>
              <a:ext uri="{FF2B5EF4-FFF2-40B4-BE49-F238E27FC236}">
                <a16:creationId xmlns:a16="http://schemas.microsoft.com/office/drawing/2014/main" id="{1C50A700-36C2-CBF3-1481-3A7EA6894C67}"/>
              </a:ext>
            </a:extLst>
          </p:cNvPr>
          <p:cNvSpPr/>
          <p:nvPr/>
        </p:nvSpPr>
        <p:spPr>
          <a:xfrm>
            <a:off x="5708689" y="2520619"/>
            <a:ext cx="2861874" cy="304327"/>
          </a:xfrm>
          <a:prstGeom prst="rect">
            <a:avLst/>
          </a:prstGeom>
          <a:noFill/>
          <a:ln>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lgn="ctr">
              <a:buFont typeface="Wingdings" panose="05000000000000000000" pitchFamily="2" charset="2"/>
              <a:buChar char="ü"/>
            </a:pPr>
            <a:r>
              <a:rPr lang="ja-JP" altLang="en-US" dirty="0">
                <a:solidFill>
                  <a:schemeClr val="tx1">
                    <a:lumMod val="75000"/>
                  </a:schemeClr>
                </a:solidFill>
              </a:rPr>
              <a:t>客観情報</a:t>
            </a:r>
            <a:r>
              <a:rPr lang="en-US" altLang="ja-JP" dirty="0">
                <a:solidFill>
                  <a:schemeClr val="tx1">
                    <a:lumMod val="75000"/>
                  </a:schemeClr>
                </a:solidFill>
              </a:rPr>
              <a:t>/</a:t>
            </a:r>
            <a:r>
              <a:rPr lang="ja-JP" altLang="en-US" dirty="0">
                <a:solidFill>
                  <a:schemeClr val="tx1">
                    <a:lumMod val="75000"/>
                  </a:schemeClr>
                </a:solidFill>
              </a:rPr>
              <a:t>主観情報</a:t>
            </a:r>
            <a:endParaRPr kumimoji="1" lang="ja-JP" altLang="en-US" dirty="0">
              <a:solidFill>
                <a:schemeClr val="tx1">
                  <a:lumMod val="75000"/>
                </a:schemeClr>
              </a:solidFill>
            </a:endParaRPr>
          </a:p>
        </p:txBody>
      </p:sp>
      <p:sp>
        <p:nvSpPr>
          <p:cNvPr id="36" name="正方形/長方形 35">
            <a:extLst>
              <a:ext uri="{FF2B5EF4-FFF2-40B4-BE49-F238E27FC236}">
                <a16:creationId xmlns:a16="http://schemas.microsoft.com/office/drawing/2014/main" id="{2E8EF2A6-5A8C-8158-0174-D125F6A1BD9A}"/>
              </a:ext>
            </a:extLst>
          </p:cNvPr>
          <p:cNvSpPr/>
          <p:nvPr/>
        </p:nvSpPr>
        <p:spPr>
          <a:xfrm>
            <a:off x="8854846" y="2520619"/>
            <a:ext cx="2861874" cy="304327"/>
          </a:xfrm>
          <a:prstGeom prst="rect">
            <a:avLst/>
          </a:prstGeom>
          <a:noFill/>
          <a:ln>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lgn="ctr">
              <a:buFont typeface="Wingdings" panose="05000000000000000000" pitchFamily="2" charset="2"/>
              <a:buChar char="ü"/>
            </a:pPr>
            <a:r>
              <a:rPr lang="ja-JP" altLang="en-US" dirty="0">
                <a:solidFill>
                  <a:schemeClr val="tx1">
                    <a:lumMod val="75000"/>
                  </a:schemeClr>
                </a:solidFill>
              </a:rPr>
              <a:t>課題</a:t>
            </a:r>
            <a:r>
              <a:rPr lang="en-US" altLang="ja-JP" dirty="0">
                <a:solidFill>
                  <a:schemeClr val="tx1">
                    <a:lumMod val="75000"/>
                  </a:schemeClr>
                </a:solidFill>
              </a:rPr>
              <a:t>/</a:t>
            </a:r>
            <a:r>
              <a:rPr lang="ja-JP" altLang="en-US" dirty="0">
                <a:solidFill>
                  <a:schemeClr val="tx1">
                    <a:lumMod val="75000"/>
                  </a:schemeClr>
                </a:solidFill>
              </a:rPr>
              <a:t>制約</a:t>
            </a:r>
            <a:endParaRPr kumimoji="1" lang="ja-JP" altLang="en-US" dirty="0">
              <a:solidFill>
                <a:schemeClr val="tx1">
                  <a:lumMod val="75000"/>
                </a:schemeClr>
              </a:solidFill>
            </a:endParaRPr>
          </a:p>
        </p:txBody>
      </p:sp>
      <p:sp>
        <p:nvSpPr>
          <p:cNvPr id="37" name="正方形/長方形 36">
            <a:extLst>
              <a:ext uri="{FF2B5EF4-FFF2-40B4-BE49-F238E27FC236}">
                <a16:creationId xmlns:a16="http://schemas.microsoft.com/office/drawing/2014/main" id="{673C0BB2-3D5E-A9F4-BBFA-4294C61B8B2B}"/>
              </a:ext>
            </a:extLst>
          </p:cNvPr>
          <p:cNvSpPr/>
          <p:nvPr/>
        </p:nvSpPr>
        <p:spPr>
          <a:xfrm>
            <a:off x="8854846" y="6373896"/>
            <a:ext cx="2861874" cy="304327"/>
          </a:xfrm>
          <a:prstGeom prst="rect">
            <a:avLst/>
          </a:prstGeom>
          <a:noFill/>
          <a:ln>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lgn="ctr">
              <a:buFont typeface="Wingdings" panose="05000000000000000000" pitchFamily="2" charset="2"/>
              <a:buChar char="ü"/>
            </a:pPr>
            <a:r>
              <a:rPr kumimoji="1" lang="ja-JP" altLang="en-US" dirty="0">
                <a:solidFill>
                  <a:schemeClr val="tx1">
                    <a:lumMod val="75000"/>
                  </a:schemeClr>
                </a:solidFill>
              </a:rPr>
              <a:t>課題解決のための行動</a:t>
            </a:r>
          </a:p>
        </p:txBody>
      </p:sp>
      <p:sp>
        <p:nvSpPr>
          <p:cNvPr id="38" name="正方形/長方形 37">
            <a:extLst>
              <a:ext uri="{FF2B5EF4-FFF2-40B4-BE49-F238E27FC236}">
                <a16:creationId xmlns:a16="http://schemas.microsoft.com/office/drawing/2014/main" id="{7FD9EF35-D8DF-A1C9-8FA9-24E1C9D7C236}"/>
              </a:ext>
            </a:extLst>
          </p:cNvPr>
          <p:cNvSpPr/>
          <p:nvPr/>
        </p:nvSpPr>
        <p:spPr>
          <a:xfrm>
            <a:off x="5708689" y="6373896"/>
            <a:ext cx="2861874" cy="304327"/>
          </a:xfrm>
          <a:prstGeom prst="rect">
            <a:avLst/>
          </a:prstGeom>
          <a:noFill/>
          <a:ln>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lgn="ctr">
              <a:buFont typeface="Wingdings" panose="05000000000000000000" pitchFamily="2" charset="2"/>
              <a:buChar char="ü"/>
            </a:pPr>
            <a:r>
              <a:rPr lang="ja-JP" altLang="en-US" dirty="0">
                <a:solidFill>
                  <a:schemeClr val="tx1">
                    <a:lumMod val="75000"/>
                  </a:schemeClr>
                </a:solidFill>
              </a:rPr>
              <a:t>実現したい状態</a:t>
            </a:r>
            <a:endParaRPr kumimoji="1" lang="ja-JP" altLang="en-US" dirty="0">
              <a:solidFill>
                <a:schemeClr val="tx1">
                  <a:lumMod val="75000"/>
                </a:schemeClr>
              </a:solidFill>
            </a:endParaRPr>
          </a:p>
        </p:txBody>
      </p:sp>
      <p:sp>
        <p:nvSpPr>
          <p:cNvPr id="39" name="正方形/長方形 38">
            <a:extLst>
              <a:ext uri="{FF2B5EF4-FFF2-40B4-BE49-F238E27FC236}">
                <a16:creationId xmlns:a16="http://schemas.microsoft.com/office/drawing/2014/main" id="{513C1AF8-7A9B-BA41-2AA0-DBA869146019}"/>
              </a:ext>
            </a:extLst>
          </p:cNvPr>
          <p:cNvSpPr/>
          <p:nvPr/>
        </p:nvSpPr>
        <p:spPr>
          <a:xfrm>
            <a:off x="2562532" y="6373896"/>
            <a:ext cx="2861874" cy="304327"/>
          </a:xfrm>
          <a:prstGeom prst="rect">
            <a:avLst/>
          </a:prstGeom>
          <a:noFill/>
          <a:ln>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lgn="ctr">
              <a:buFont typeface="Wingdings" panose="05000000000000000000" pitchFamily="2" charset="2"/>
              <a:buChar char="ü"/>
            </a:pPr>
            <a:r>
              <a:rPr kumimoji="1" lang="ja-JP" altLang="en-US" dirty="0">
                <a:solidFill>
                  <a:schemeClr val="tx1">
                    <a:lumMod val="75000"/>
                  </a:schemeClr>
                </a:solidFill>
              </a:rPr>
              <a:t>現状の解釈</a:t>
            </a:r>
          </a:p>
        </p:txBody>
      </p:sp>
    </p:spTree>
    <p:extLst>
      <p:ext uri="{BB962C8B-B14F-4D97-AF65-F5344CB8AC3E}">
        <p14:creationId xmlns:p14="http://schemas.microsoft.com/office/powerpoint/2010/main" val="37581134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A26451-EDAF-F374-F32C-667DD3F5BF56}"/>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D8FA9EAF-83FD-807E-AB80-24F97FED9F20}"/>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F1118C2A-E9FE-756E-4BD5-609B9D3D8215}"/>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リード文</a:t>
            </a:r>
            <a:endParaRPr lang="en-US" altLang="ja-JP" sz="2800" dirty="0"/>
          </a:p>
          <a:p>
            <a:r>
              <a:rPr lang="en-US" altLang="ja-JP" sz="2800" dirty="0"/>
              <a:t>2</a:t>
            </a:r>
            <a:r>
              <a:rPr lang="ja-JP" altLang="en-US" sz="2800" dirty="0"/>
              <a:t>行に収まる程度で</a:t>
            </a:r>
            <a:endParaRPr lang="en-US" altLang="ja-JP" sz="2800" dirty="0"/>
          </a:p>
        </p:txBody>
      </p:sp>
      <p:sp>
        <p:nvSpPr>
          <p:cNvPr id="4" name="タイトル プレースホルダー 1">
            <a:extLst>
              <a:ext uri="{FF2B5EF4-FFF2-40B4-BE49-F238E27FC236}">
                <a16:creationId xmlns:a16="http://schemas.microsoft.com/office/drawing/2014/main" id="{189A4DE8-4BA7-6ED8-4438-AE0E65FEBFE8}"/>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目次内のタイトル名そのまま</a:t>
            </a:r>
            <a:endParaRPr lang="en-US" altLang="ja-JP" dirty="0"/>
          </a:p>
        </p:txBody>
      </p:sp>
      <p:sp>
        <p:nvSpPr>
          <p:cNvPr id="5" name="タイトル プレースホルダー 1">
            <a:extLst>
              <a:ext uri="{FF2B5EF4-FFF2-40B4-BE49-F238E27FC236}">
                <a16:creationId xmlns:a16="http://schemas.microsoft.com/office/drawing/2014/main" id="{00414942-EA7E-20B4-4E80-9EA4B4C14FB1}"/>
              </a:ext>
            </a:extLst>
          </p:cNvPr>
          <p:cNvSpPr txBox="1">
            <a:spLocks/>
          </p:cNvSpPr>
          <p:nvPr/>
        </p:nvSpPr>
        <p:spPr>
          <a:xfrm>
            <a:off x="355600" y="2146304"/>
            <a:ext cx="11506200" cy="952494"/>
          </a:xfrm>
          <a:prstGeom prst="rect">
            <a:avLst/>
          </a:prstGeom>
        </p:spPr>
        <p:txBody>
          <a:bodyPr vert="horz" lIns="91440" tIns="45720" rIns="91440" bIns="45720" rtlCol="0" anchor="t" anchorCtr="0">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1800" dirty="0"/>
              <a:t>これこれがこうなんだよね</a:t>
            </a:r>
            <a:endParaRPr lang="en-US" altLang="ja-JP" sz="1800" dirty="0"/>
          </a:p>
          <a:p>
            <a:endParaRPr lang="en-US" altLang="ja-JP" sz="1800" dirty="0"/>
          </a:p>
          <a:p>
            <a:endParaRPr lang="en-US" altLang="ja-JP" sz="1800" dirty="0"/>
          </a:p>
          <a:p>
            <a:endParaRPr lang="en-US" altLang="ja-JP" sz="1800" dirty="0"/>
          </a:p>
          <a:p>
            <a:endParaRPr lang="en-US" altLang="ja-JP" sz="1800" dirty="0"/>
          </a:p>
          <a:p>
            <a:endParaRPr lang="en-US" altLang="ja-JP" sz="1800" dirty="0"/>
          </a:p>
        </p:txBody>
      </p:sp>
      <p:sp>
        <p:nvSpPr>
          <p:cNvPr id="6" name="タイトル プレースホルダー 1">
            <a:extLst>
              <a:ext uri="{FF2B5EF4-FFF2-40B4-BE49-F238E27FC236}">
                <a16:creationId xmlns:a16="http://schemas.microsoft.com/office/drawing/2014/main" id="{8CE29458-AC63-C6D3-2469-50548A659503}"/>
              </a:ext>
            </a:extLst>
          </p:cNvPr>
          <p:cNvSpPr txBox="1">
            <a:spLocks/>
          </p:cNvSpPr>
          <p:nvPr/>
        </p:nvSpPr>
        <p:spPr>
          <a:xfrm>
            <a:off x="355600" y="4025904"/>
            <a:ext cx="11506200" cy="952494"/>
          </a:xfrm>
          <a:prstGeom prst="rect">
            <a:avLst/>
          </a:prstGeom>
        </p:spPr>
        <p:txBody>
          <a:bodyPr vert="horz" lIns="91440" tIns="45720" rIns="91440" bIns="45720" rtlCol="0" anchor="t" anchorCtr="0">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1800" dirty="0"/>
              <a:t>ということは論理的に考えると</a:t>
            </a:r>
            <a:endParaRPr lang="en-US" altLang="ja-JP" sz="1800" dirty="0"/>
          </a:p>
          <a:p>
            <a:r>
              <a:rPr lang="ja-JP" altLang="en-US" sz="1800" dirty="0"/>
              <a:t>こんなことが言えるわけですわな。</a:t>
            </a:r>
            <a:endParaRPr lang="en-US" altLang="ja-JP" sz="1800" dirty="0"/>
          </a:p>
          <a:p>
            <a:endParaRPr lang="en-US" altLang="ja-JP" sz="1800" dirty="0"/>
          </a:p>
          <a:p>
            <a:endParaRPr lang="en-US" altLang="ja-JP" sz="1800" dirty="0"/>
          </a:p>
          <a:p>
            <a:endParaRPr lang="en-US" altLang="ja-JP" sz="1800" dirty="0"/>
          </a:p>
          <a:p>
            <a:endParaRPr lang="en-US" altLang="ja-JP" sz="1800" dirty="0"/>
          </a:p>
          <a:p>
            <a:endParaRPr lang="en-US" altLang="ja-JP" sz="1800" dirty="0"/>
          </a:p>
        </p:txBody>
      </p:sp>
      <p:sp>
        <p:nvSpPr>
          <p:cNvPr id="7" name="二等辺三角形 6">
            <a:extLst>
              <a:ext uri="{FF2B5EF4-FFF2-40B4-BE49-F238E27FC236}">
                <a16:creationId xmlns:a16="http://schemas.microsoft.com/office/drawing/2014/main" id="{C9F4CE65-EF53-2660-444B-8822EC113482}"/>
              </a:ext>
            </a:extLst>
          </p:cNvPr>
          <p:cNvSpPr/>
          <p:nvPr/>
        </p:nvSpPr>
        <p:spPr>
          <a:xfrm rot="10800000">
            <a:off x="4495801" y="3429000"/>
            <a:ext cx="3200400" cy="444500"/>
          </a:xfrm>
          <a:prstGeom prst="triangl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2805322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8DE28A-372F-1D12-7E20-3F13964FA2A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C8BD411-B7DA-E9CD-7399-E9349FB830F6}"/>
              </a:ext>
            </a:extLst>
          </p:cNvPr>
          <p:cNvSpPr>
            <a:spLocks noGrp="1"/>
          </p:cNvSpPr>
          <p:nvPr>
            <p:ph type="title" idx="4294967295"/>
          </p:nvPr>
        </p:nvSpPr>
        <p:spPr>
          <a:xfrm>
            <a:off x="336389" y="3128963"/>
            <a:ext cx="11517355" cy="600075"/>
          </a:xfrm>
        </p:spPr>
        <p:txBody>
          <a:bodyPr anchor="t" anchorCtr="0">
            <a:noAutofit/>
          </a:bodyPr>
          <a:lstStyle/>
          <a:p>
            <a:r>
              <a:rPr kumimoji="1" lang="en-US" altLang="ja-JP" sz="6000" b="1" dirty="0">
                <a:solidFill>
                  <a:schemeClr val="bg1">
                    <a:lumMod val="65000"/>
                  </a:schemeClr>
                </a:solidFill>
              </a:rPr>
              <a:t>Appendix</a:t>
            </a:r>
            <a:endParaRPr kumimoji="1" lang="ja-JP" altLang="en-US" sz="6000" b="1" dirty="0">
              <a:solidFill>
                <a:schemeClr val="bg1">
                  <a:lumMod val="65000"/>
                </a:schemeClr>
              </a:solidFill>
            </a:endParaRPr>
          </a:p>
        </p:txBody>
      </p:sp>
    </p:spTree>
    <p:extLst>
      <p:ext uri="{BB962C8B-B14F-4D97-AF65-F5344CB8AC3E}">
        <p14:creationId xmlns:p14="http://schemas.microsoft.com/office/powerpoint/2010/main" val="27523871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08F94-27D5-CE2C-F6D8-CEBAA4B9EA03}"/>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83ACA2B1-5364-3922-A54A-0B5F1F3AE89C}"/>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73DACE96-E04C-213A-78F9-58BAF99EFE17}"/>
              </a:ext>
            </a:extLst>
          </p:cNvPr>
          <p:cNvSpPr txBox="1">
            <a:spLocks/>
          </p:cNvSpPr>
          <p:nvPr/>
        </p:nvSpPr>
        <p:spPr>
          <a:xfrm>
            <a:off x="355600" y="112924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スライドの目的はメッセージを伝えることであり、その実現のために</a:t>
            </a:r>
            <a:r>
              <a:rPr lang="en-US" altLang="ja-JP" sz="2800" dirty="0"/>
              <a:t>4</a:t>
            </a:r>
            <a:r>
              <a:rPr lang="ja-JP" altLang="en-US" sz="2800" dirty="0"/>
              <a:t>つの要素を満たす必要がある。</a:t>
            </a:r>
            <a:endParaRPr lang="en-US" altLang="ja-JP" sz="2800" dirty="0"/>
          </a:p>
        </p:txBody>
      </p:sp>
      <p:sp>
        <p:nvSpPr>
          <p:cNvPr id="4" name="タイトル プレースホルダー 1">
            <a:extLst>
              <a:ext uri="{FF2B5EF4-FFF2-40B4-BE49-F238E27FC236}">
                <a16:creationId xmlns:a16="http://schemas.microsoft.com/office/drawing/2014/main" id="{6EEDFE02-635C-B9DC-E4B1-D8B051EB3276}"/>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スライド作成の目的</a:t>
            </a:r>
            <a:endParaRPr lang="en-US" altLang="ja-JP" dirty="0"/>
          </a:p>
        </p:txBody>
      </p:sp>
      <p:cxnSp>
        <p:nvCxnSpPr>
          <p:cNvPr id="10" name="直線コネクタ 9">
            <a:extLst>
              <a:ext uri="{FF2B5EF4-FFF2-40B4-BE49-F238E27FC236}">
                <a16:creationId xmlns:a16="http://schemas.microsoft.com/office/drawing/2014/main" id="{8DE7D110-0E97-61B7-C6A8-7078AAB1C84A}"/>
              </a:ext>
            </a:extLst>
          </p:cNvPr>
          <p:cNvCxnSpPr>
            <a:cxnSpLocks/>
          </p:cNvCxnSpPr>
          <p:nvPr/>
        </p:nvCxnSpPr>
        <p:spPr>
          <a:xfrm>
            <a:off x="6108329" y="2716567"/>
            <a:ext cx="5690094" cy="0"/>
          </a:xfrm>
          <a:prstGeom prst="line">
            <a:avLst/>
          </a:prstGeom>
          <a:ln>
            <a:solidFill>
              <a:schemeClr val="tx1">
                <a:lumMod val="60000"/>
                <a:lumOff val="40000"/>
              </a:schemeClr>
            </a:solidFill>
          </a:ln>
        </p:spPr>
        <p:style>
          <a:lnRef idx="2">
            <a:schemeClr val="accent1"/>
          </a:lnRef>
          <a:fillRef idx="0">
            <a:schemeClr val="accent1"/>
          </a:fillRef>
          <a:effectRef idx="1">
            <a:schemeClr val="accent1"/>
          </a:effectRef>
          <a:fontRef idx="minor">
            <a:schemeClr val="tx1"/>
          </a:fontRef>
        </p:style>
      </p:cxnSp>
      <p:cxnSp>
        <p:nvCxnSpPr>
          <p:cNvPr id="11" name="直線コネクタ 10">
            <a:extLst>
              <a:ext uri="{FF2B5EF4-FFF2-40B4-BE49-F238E27FC236}">
                <a16:creationId xmlns:a16="http://schemas.microsoft.com/office/drawing/2014/main" id="{E1E3D3A1-6550-41CC-40BA-06C575A3B907}"/>
              </a:ext>
            </a:extLst>
          </p:cNvPr>
          <p:cNvCxnSpPr>
            <a:cxnSpLocks/>
          </p:cNvCxnSpPr>
          <p:nvPr/>
        </p:nvCxnSpPr>
        <p:spPr>
          <a:xfrm>
            <a:off x="1074693" y="2716567"/>
            <a:ext cx="4285318" cy="0"/>
          </a:xfrm>
          <a:prstGeom prst="line">
            <a:avLst/>
          </a:prstGeom>
          <a:ln>
            <a:solidFill>
              <a:schemeClr val="tx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15" name="テキスト ボックス 14">
            <a:extLst>
              <a:ext uri="{FF2B5EF4-FFF2-40B4-BE49-F238E27FC236}">
                <a16:creationId xmlns:a16="http://schemas.microsoft.com/office/drawing/2014/main" id="{5A8D4A3B-19DD-365B-7E5E-A11998064498}"/>
              </a:ext>
            </a:extLst>
          </p:cNvPr>
          <p:cNvSpPr txBox="1"/>
          <p:nvPr/>
        </p:nvSpPr>
        <p:spPr>
          <a:xfrm>
            <a:off x="1074693" y="2330597"/>
            <a:ext cx="4285318" cy="369332"/>
          </a:xfrm>
          <a:prstGeom prst="rect">
            <a:avLst/>
          </a:prstGeom>
          <a:noFill/>
        </p:spPr>
        <p:txBody>
          <a:bodyPr wrap="square" rtlCol="0">
            <a:spAutoFit/>
          </a:bodyPr>
          <a:lstStyle/>
          <a:p>
            <a:pPr algn="ctr"/>
            <a:r>
              <a:rPr kumimoji="1" lang="ja-JP" altLang="en-US" dirty="0"/>
              <a:t>大きな論点を分解した論点たち</a:t>
            </a:r>
          </a:p>
        </p:txBody>
      </p:sp>
      <p:sp>
        <p:nvSpPr>
          <p:cNvPr id="18" name="テキスト ボックス 17">
            <a:extLst>
              <a:ext uri="{FF2B5EF4-FFF2-40B4-BE49-F238E27FC236}">
                <a16:creationId xmlns:a16="http://schemas.microsoft.com/office/drawing/2014/main" id="{FCA33E71-2F08-4916-4345-D24557B31AF2}"/>
              </a:ext>
            </a:extLst>
          </p:cNvPr>
          <p:cNvSpPr txBox="1"/>
          <p:nvPr/>
        </p:nvSpPr>
        <p:spPr>
          <a:xfrm>
            <a:off x="6096000" y="2330597"/>
            <a:ext cx="5690094" cy="369332"/>
          </a:xfrm>
          <a:prstGeom prst="rect">
            <a:avLst/>
          </a:prstGeom>
          <a:noFill/>
        </p:spPr>
        <p:txBody>
          <a:bodyPr wrap="square" rtlCol="0">
            <a:spAutoFit/>
          </a:bodyPr>
          <a:lstStyle/>
          <a:p>
            <a:pPr algn="ctr"/>
            <a:r>
              <a:rPr lang="ja-JP" altLang="en-US" dirty="0"/>
              <a:t>各論点概要</a:t>
            </a:r>
            <a:endParaRPr kumimoji="1" lang="ja-JP" altLang="en-US" dirty="0"/>
          </a:p>
        </p:txBody>
      </p:sp>
      <p:sp>
        <p:nvSpPr>
          <p:cNvPr id="19" name="正方形/長方形 18">
            <a:extLst>
              <a:ext uri="{FF2B5EF4-FFF2-40B4-BE49-F238E27FC236}">
                <a16:creationId xmlns:a16="http://schemas.microsoft.com/office/drawing/2014/main" id="{431AE5A5-5539-2A28-4B5A-D274001EC8B6}"/>
              </a:ext>
            </a:extLst>
          </p:cNvPr>
          <p:cNvSpPr/>
          <p:nvPr/>
        </p:nvSpPr>
        <p:spPr>
          <a:xfrm>
            <a:off x="345090" y="2699929"/>
            <a:ext cx="487779" cy="386714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t" anchorCtr="0"/>
          <a:lstStyle/>
          <a:p>
            <a:pPr algn="ctr"/>
            <a:r>
              <a:rPr kumimoji="1" lang="ja-JP" altLang="en-US" dirty="0">
                <a:solidFill>
                  <a:schemeClr val="tx1">
                    <a:lumMod val="75000"/>
                  </a:schemeClr>
                </a:solidFill>
              </a:rPr>
              <a:t>メッセージを伝える</a:t>
            </a:r>
          </a:p>
        </p:txBody>
      </p:sp>
      <p:sp>
        <p:nvSpPr>
          <p:cNvPr id="22" name="フローチャート: 他ページ結合子 21">
            <a:extLst>
              <a:ext uri="{FF2B5EF4-FFF2-40B4-BE49-F238E27FC236}">
                <a16:creationId xmlns:a16="http://schemas.microsoft.com/office/drawing/2014/main" id="{21177038-C8E9-DD18-9B18-CC97562EA383}"/>
              </a:ext>
            </a:extLst>
          </p:cNvPr>
          <p:cNvSpPr/>
          <p:nvPr/>
        </p:nvSpPr>
        <p:spPr>
          <a:xfrm rot="16200000">
            <a:off x="2838979" y="1205588"/>
            <a:ext cx="756745" cy="4285318"/>
          </a:xfrm>
          <a:prstGeom prst="flowChartOffpageConnector">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nchorCtr="1"/>
          <a:lstStyle/>
          <a:p>
            <a:pPr algn="ctr"/>
            <a:r>
              <a:rPr lang="ja-JP" altLang="en-US" dirty="0">
                <a:solidFill>
                  <a:schemeClr val="tx1">
                    <a:lumMod val="75000"/>
                  </a:schemeClr>
                </a:solidFill>
              </a:rPr>
              <a:t>事実を共有する</a:t>
            </a:r>
            <a:endParaRPr lang="en-US" altLang="ja-JP" dirty="0">
              <a:solidFill>
                <a:schemeClr val="tx1">
                  <a:lumMod val="75000"/>
                </a:schemeClr>
              </a:solidFill>
            </a:endParaRPr>
          </a:p>
        </p:txBody>
      </p:sp>
      <p:sp>
        <p:nvSpPr>
          <p:cNvPr id="23" name="フローチャート: 他ページ結合子 22">
            <a:extLst>
              <a:ext uri="{FF2B5EF4-FFF2-40B4-BE49-F238E27FC236}">
                <a16:creationId xmlns:a16="http://schemas.microsoft.com/office/drawing/2014/main" id="{6B536E70-6A27-E7FF-C8EE-1859A6B4F20A}"/>
              </a:ext>
            </a:extLst>
          </p:cNvPr>
          <p:cNvSpPr/>
          <p:nvPr/>
        </p:nvSpPr>
        <p:spPr>
          <a:xfrm rot="16200000">
            <a:off x="2838979" y="2163768"/>
            <a:ext cx="756745" cy="4285318"/>
          </a:xfrm>
          <a:prstGeom prst="flowChartOffpageConnector">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nchorCtr="1"/>
          <a:lstStyle/>
          <a:p>
            <a:pPr algn="ctr"/>
            <a:r>
              <a:rPr lang="ja-JP" altLang="en-US" dirty="0">
                <a:solidFill>
                  <a:schemeClr val="tx1">
                    <a:lumMod val="75000"/>
                  </a:schemeClr>
                </a:solidFill>
              </a:rPr>
              <a:t>示唆をあぶり出す</a:t>
            </a:r>
            <a:endParaRPr lang="en-US" altLang="ja-JP" dirty="0">
              <a:solidFill>
                <a:schemeClr val="tx1">
                  <a:lumMod val="75000"/>
                </a:schemeClr>
              </a:solidFill>
            </a:endParaRPr>
          </a:p>
        </p:txBody>
      </p:sp>
      <p:sp>
        <p:nvSpPr>
          <p:cNvPr id="24" name="フローチャート: 他ページ結合子 23">
            <a:extLst>
              <a:ext uri="{FF2B5EF4-FFF2-40B4-BE49-F238E27FC236}">
                <a16:creationId xmlns:a16="http://schemas.microsoft.com/office/drawing/2014/main" id="{4E00551E-9102-8B86-9992-A4565CC1A560}"/>
              </a:ext>
            </a:extLst>
          </p:cNvPr>
          <p:cNvSpPr/>
          <p:nvPr/>
        </p:nvSpPr>
        <p:spPr>
          <a:xfrm rot="16200000">
            <a:off x="2838980" y="3121948"/>
            <a:ext cx="756745" cy="4285318"/>
          </a:xfrm>
          <a:prstGeom prst="flowChartOffpageConnector">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nchorCtr="1"/>
          <a:lstStyle/>
          <a:p>
            <a:pPr algn="ctr"/>
            <a:r>
              <a:rPr lang="ja-JP" altLang="en-US" dirty="0">
                <a:solidFill>
                  <a:schemeClr val="tx1">
                    <a:lumMod val="75000"/>
                  </a:schemeClr>
                </a:solidFill>
              </a:rPr>
              <a:t>やるべきことを明示する</a:t>
            </a:r>
            <a:endParaRPr lang="en-US" altLang="ja-JP" dirty="0">
              <a:solidFill>
                <a:schemeClr val="tx1">
                  <a:lumMod val="75000"/>
                </a:schemeClr>
              </a:solidFill>
            </a:endParaRPr>
          </a:p>
        </p:txBody>
      </p:sp>
      <p:sp>
        <p:nvSpPr>
          <p:cNvPr id="25" name="フローチャート: 他ページ結合子 24">
            <a:extLst>
              <a:ext uri="{FF2B5EF4-FFF2-40B4-BE49-F238E27FC236}">
                <a16:creationId xmlns:a16="http://schemas.microsoft.com/office/drawing/2014/main" id="{A388FC36-C461-BE4C-275E-7F2CA2B9704E}"/>
              </a:ext>
            </a:extLst>
          </p:cNvPr>
          <p:cNvSpPr/>
          <p:nvPr/>
        </p:nvSpPr>
        <p:spPr>
          <a:xfrm rot="16200000">
            <a:off x="2838980" y="4046038"/>
            <a:ext cx="756745" cy="4285318"/>
          </a:xfrm>
          <a:prstGeom prst="flowChartOffpageConnector">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nchorCtr="1"/>
          <a:lstStyle/>
          <a:p>
            <a:pPr algn="ctr"/>
            <a:r>
              <a:rPr lang="ja-JP" altLang="en-US" dirty="0">
                <a:solidFill>
                  <a:schemeClr val="tx1">
                    <a:lumMod val="75000"/>
                  </a:schemeClr>
                </a:solidFill>
              </a:rPr>
              <a:t>判断、承認を促す</a:t>
            </a:r>
            <a:endParaRPr lang="en-US" altLang="ja-JP" dirty="0">
              <a:solidFill>
                <a:schemeClr val="tx1">
                  <a:lumMod val="75000"/>
                </a:schemeClr>
              </a:solidFill>
            </a:endParaRPr>
          </a:p>
        </p:txBody>
      </p:sp>
      <p:sp>
        <p:nvSpPr>
          <p:cNvPr id="26" name="テキスト ボックス 25">
            <a:extLst>
              <a:ext uri="{FF2B5EF4-FFF2-40B4-BE49-F238E27FC236}">
                <a16:creationId xmlns:a16="http://schemas.microsoft.com/office/drawing/2014/main" id="{A9E35A7C-54CA-0BE7-9B21-11F52B6DDBAB}"/>
              </a:ext>
            </a:extLst>
          </p:cNvPr>
          <p:cNvSpPr txBox="1"/>
          <p:nvPr/>
        </p:nvSpPr>
        <p:spPr>
          <a:xfrm>
            <a:off x="6108329" y="3096927"/>
            <a:ext cx="5677765" cy="646331"/>
          </a:xfrm>
          <a:prstGeom prst="rect">
            <a:avLst/>
          </a:prstGeom>
          <a:noFill/>
        </p:spPr>
        <p:txBody>
          <a:bodyPr wrap="square" rtlCol="0">
            <a:spAutoFit/>
          </a:bodyPr>
          <a:lstStyle/>
          <a:p>
            <a:pPr marL="285750" indent="-285750">
              <a:buFont typeface="Arial" panose="020B0604020202020204" pitchFamily="34" charset="0"/>
              <a:buChar char="•"/>
            </a:pPr>
            <a:r>
              <a:rPr lang="ja-JP" altLang="en-US" dirty="0"/>
              <a:t>データ・リサーチ、ヒアリングなどからその場に会った伝えるべき</a:t>
            </a:r>
            <a:r>
              <a:rPr lang="en-US" altLang="ja-JP" dirty="0"/>
              <a:t>FACT</a:t>
            </a:r>
            <a:r>
              <a:rPr lang="ja-JP" altLang="en-US" dirty="0"/>
              <a:t>を厳選して伝える</a:t>
            </a:r>
            <a:endParaRPr lang="en-US" altLang="ja-JP" dirty="0"/>
          </a:p>
        </p:txBody>
      </p:sp>
      <p:sp>
        <p:nvSpPr>
          <p:cNvPr id="27" name="テキスト ボックス 26">
            <a:extLst>
              <a:ext uri="{FF2B5EF4-FFF2-40B4-BE49-F238E27FC236}">
                <a16:creationId xmlns:a16="http://schemas.microsoft.com/office/drawing/2014/main" id="{7A7A7D72-13C9-5600-BB87-7113E5FD008E}"/>
              </a:ext>
            </a:extLst>
          </p:cNvPr>
          <p:cNvSpPr txBox="1"/>
          <p:nvPr/>
        </p:nvSpPr>
        <p:spPr>
          <a:xfrm>
            <a:off x="6108329" y="4055107"/>
            <a:ext cx="5677765" cy="646331"/>
          </a:xfrm>
          <a:prstGeom prst="rect">
            <a:avLst/>
          </a:prstGeom>
          <a:noFill/>
        </p:spPr>
        <p:txBody>
          <a:bodyPr wrap="square" rtlCol="0">
            <a:spAutoFit/>
          </a:bodyPr>
          <a:lstStyle/>
          <a:p>
            <a:pPr marL="285750" indent="-285750">
              <a:buFont typeface="Arial" panose="020B0604020202020204" pitchFamily="34" charset="0"/>
              <a:buChar char="•"/>
            </a:pPr>
            <a:r>
              <a:rPr lang="ja-JP" altLang="en-US" dirty="0"/>
              <a:t>事実を組み合わせてそこからなにが言えるのか、踏み込んだ主張をする（示唆・インサイトは何か）</a:t>
            </a:r>
            <a:endParaRPr lang="en-US" altLang="ja-JP" dirty="0"/>
          </a:p>
        </p:txBody>
      </p:sp>
      <p:sp>
        <p:nvSpPr>
          <p:cNvPr id="28" name="テキスト ボックス 27">
            <a:extLst>
              <a:ext uri="{FF2B5EF4-FFF2-40B4-BE49-F238E27FC236}">
                <a16:creationId xmlns:a16="http://schemas.microsoft.com/office/drawing/2014/main" id="{7FBE8620-AE13-0937-67C0-F2EEE7F51400}"/>
              </a:ext>
            </a:extLst>
          </p:cNvPr>
          <p:cNvSpPr txBox="1"/>
          <p:nvPr/>
        </p:nvSpPr>
        <p:spPr>
          <a:xfrm>
            <a:off x="6108329" y="5013287"/>
            <a:ext cx="5677765" cy="646331"/>
          </a:xfrm>
          <a:prstGeom prst="rect">
            <a:avLst/>
          </a:prstGeom>
          <a:noFill/>
        </p:spPr>
        <p:txBody>
          <a:bodyPr wrap="square" rtlCol="0">
            <a:spAutoFit/>
          </a:bodyPr>
          <a:lstStyle/>
          <a:p>
            <a:pPr marL="285750" indent="-285750">
              <a:buFont typeface="Arial" panose="020B0604020202020204" pitchFamily="34" charset="0"/>
              <a:buChar char="•"/>
            </a:pPr>
            <a:r>
              <a:rPr lang="ja-JP" altLang="en-US" dirty="0"/>
              <a:t>目指すべき姿や改善施策などの形で相手が次に何をすべき明らかにする（次のアクションはなに？）</a:t>
            </a:r>
            <a:endParaRPr lang="en-US" altLang="ja-JP" dirty="0"/>
          </a:p>
        </p:txBody>
      </p:sp>
      <p:sp>
        <p:nvSpPr>
          <p:cNvPr id="29" name="テキスト ボックス 28">
            <a:extLst>
              <a:ext uri="{FF2B5EF4-FFF2-40B4-BE49-F238E27FC236}">
                <a16:creationId xmlns:a16="http://schemas.microsoft.com/office/drawing/2014/main" id="{F7A782F5-F0DE-60D3-93A5-A4FEDF262949}"/>
              </a:ext>
            </a:extLst>
          </p:cNvPr>
          <p:cNvSpPr txBox="1"/>
          <p:nvPr/>
        </p:nvSpPr>
        <p:spPr>
          <a:xfrm>
            <a:off x="6108329" y="5826962"/>
            <a:ext cx="5677765" cy="646331"/>
          </a:xfrm>
          <a:prstGeom prst="rect">
            <a:avLst/>
          </a:prstGeom>
          <a:noFill/>
        </p:spPr>
        <p:txBody>
          <a:bodyPr wrap="square" rtlCol="0">
            <a:spAutoFit/>
          </a:bodyPr>
          <a:lstStyle/>
          <a:p>
            <a:pPr marL="285750" indent="-285750">
              <a:buFont typeface="Arial" panose="020B0604020202020204" pitchFamily="34" charset="0"/>
              <a:buChar char="•"/>
            </a:pPr>
            <a:r>
              <a:rPr lang="ja-JP" altLang="en-US" dirty="0"/>
              <a:t>大きな変革の方向性を問う（ロードマップの提示）</a:t>
            </a:r>
            <a:endParaRPr lang="en-US" altLang="ja-JP" dirty="0"/>
          </a:p>
          <a:p>
            <a:pPr marL="285750" indent="-285750">
              <a:buFont typeface="Arial" panose="020B0604020202020204" pitchFamily="34" charset="0"/>
              <a:buChar char="•"/>
            </a:pPr>
            <a:r>
              <a:rPr lang="ja-JP" altLang="en-US" dirty="0"/>
              <a:t>投資対効果を示し、施策の実施是非を決断・承認させる</a:t>
            </a:r>
            <a:endParaRPr kumimoji="1" lang="ja-JP" altLang="en-US" dirty="0"/>
          </a:p>
        </p:txBody>
      </p:sp>
    </p:spTree>
    <p:extLst>
      <p:ext uri="{BB962C8B-B14F-4D97-AF65-F5344CB8AC3E}">
        <p14:creationId xmlns:p14="http://schemas.microsoft.com/office/powerpoint/2010/main" val="36005938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5A7E9-4920-8842-B617-91CF7D8153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E22CEBB-BB4E-2706-E846-5F2EF1226059}"/>
              </a:ext>
            </a:extLst>
          </p:cNvPr>
          <p:cNvSpPr>
            <a:spLocks noGrp="1"/>
          </p:cNvSpPr>
          <p:nvPr>
            <p:ph type="title" idx="4294967295"/>
          </p:nvPr>
        </p:nvSpPr>
        <p:spPr>
          <a:xfrm>
            <a:off x="336389" y="3128963"/>
            <a:ext cx="11517355" cy="600075"/>
          </a:xfrm>
        </p:spPr>
        <p:txBody>
          <a:bodyPr anchor="t" anchorCtr="0">
            <a:noAutofit/>
          </a:bodyPr>
          <a:lstStyle/>
          <a:p>
            <a:r>
              <a:rPr kumimoji="1" lang="ja-JP" altLang="en-US" sz="6000" b="1" dirty="0">
                <a:solidFill>
                  <a:schemeClr val="bg1">
                    <a:lumMod val="65000"/>
                  </a:schemeClr>
                </a:solidFill>
              </a:rPr>
              <a:t>参考文献</a:t>
            </a:r>
          </a:p>
        </p:txBody>
      </p:sp>
    </p:spTree>
    <p:extLst>
      <p:ext uri="{BB962C8B-B14F-4D97-AF65-F5344CB8AC3E}">
        <p14:creationId xmlns:p14="http://schemas.microsoft.com/office/powerpoint/2010/main" val="2781909537"/>
      </p:ext>
    </p:extLst>
  </p:cSld>
  <p:clrMapOvr>
    <a:masterClrMapping/>
  </p:clrMapOvr>
</p:sld>
</file>

<file path=ppt/theme/theme1.xml><?xml version="1.0" encoding="utf-8"?>
<a:theme xmlns:a="http://schemas.openxmlformats.org/drawingml/2006/main" name="Office テーマ">
  <a:themeElements>
    <a:clrScheme name="ユーザー定義 1">
      <a:dk1>
        <a:srgbClr val="3F3F3F"/>
      </a:dk1>
      <a:lt1>
        <a:sysClr val="window" lastClr="FFFFFF"/>
      </a:lt1>
      <a:dk2>
        <a:srgbClr val="3F3F3F"/>
      </a:dk2>
      <a:lt2>
        <a:srgbClr val="E8E8E8"/>
      </a:lt2>
      <a:accent1>
        <a:srgbClr val="FFFF00"/>
      </a:accent1>
      <a:accent2>
        <a:srgbClr val="FF0000"/>
      </a:accent2>
      <a:accent3>
        <a:srgbClr val="D8D8D8"/>
      </a:accent3>
      <a:accent4>
        <a:srgbClr val="0F9ED5"/>
      </a:accent4>
      <a:accent5>
        <a:srgbClr val="A02B93"/>
      </a:accent5>
      <a:accent6>
        <a:srgbClr val="4EA72E"/>
      </a:accent6>
      <a:hlink>
        <a:srgbClr val="467886"/>
      </a:hlink>
      <a:folHlink>
        <a:srgbClr val="96607D"/>
      </a:folHlink>
    </a:clrScheme>
    <a:fontScheme name="ユーザー定義 3">
      <a:majorFont>
        <a:latin typeface="Meiryo UI"/>
        <a:ea typeface="Meiryo UI"/>
        <a:cs typeface=""/>
      </a:majorFont>
      <a:minorFont>
        <a:latin typeface="Meiryo UI"/>
        <a:ea typeface="Meiryo UI"/>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337</TotalTime>
  <Words>874</Words>
  <Application>Microsoft Office PowerPoint</Application>
  <PresentationFormat>ワイド画面</PresentationFormat>
  <Paragraphs>295</Paragraphs>
  <Slides>23</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23</vt:i4>
      </vt:variant>
    </vt:vector>
  </HeadingPairs>
  <TitlesOfParts>
    <vt:vector size="27" baseType="lpstr">
      <vt:lpstr>Meiryo UI</vt:lpstr>
      <vt:lpstr>Arial</vt:lpstr>
      <vt:lpstr>Wingdings</vt:lpstr>
      <vt:lpstr>Office テーマ</vt:lpstr>
      <vt:lpstr>PowerPoint プレゼンテーション</vt:lpstr>
      <vt:lpstr>目次</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Appendix</vt:lpstr>
      <vt:lpstr>PowerPoint プレゼンテーション</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弘樹 中村</dc:creator>
  <cp:lastModifiedBy>弘樹 中村</cp:lastModifiedBy>
  <cp:revision>2</cp:revision>
  <dcterms:created xsi:type="dcterms:W3CDTF">2025-10-25T06:16:43Z</dcterms:created>
  <dcterms:modified xsi:type="dcterms:W3CDTF">2026-09-29T14:43:24Z</dcterms:modified>
</cp:coreProperties>
</file>