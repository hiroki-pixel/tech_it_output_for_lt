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9" r:id="rId3"/>
    <p:sldId id="289" r:id="rId4"/>
    <p:sldId id="290" r:id="rId5"/>
    <p:sldId id="292" r:id="rId6"/>
    <p:sldId id="291" r:id="rId7"/>
    <p:sldId id="293" r:id="rId8"/>
    <p:sldId id="294" r:id="rId9"/>
    <p:sldId id="295" r:id="rId10"/>
    <p:sldId id="296" r:id="rId11"/>
    <p:sldId id="297" r:id="rId12"/>
    <p:sldId id="298" r:id="rId13"/>
    <p:sldId id="269" r:id="rId14"/>
    <p:sldId id="288"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 id="{A85C9006-EB47-4D1F-8FED-7D34B2F437B8}">
          <p14:sldIdLst>
            <p14:sldId id="256"/>
          </p14:sldIdLst>
        </p14:section>
        <p14:section name="目次" id="{E74342EC-93D7-4CD8-A83A-4FC3F823B5B3}">
          <p14:sldIdLst>
            <p14:sldId id="259"/>
          </p14:sldIdLst>
        </p14:section>
        <p14:section name="Body" id="{CD149920-7D1D-4D4F-A605-2F04F020684B}">
          <p14:sldIdLst>
            <p14:sldId id="289"/>
            <p14:sldId id="290"/>
            <p14:sldId id="292"/>
            <p14:sldId id="291"/>
            <p14:sldId id="293"/>
            <p14:sldId id="294"/>
            <p14:sldId id="295"/>
            <p14:sldId id="296"/>
            <p14:sldId id="297"/>
            <p14:sldId id="298"/>
          </p14:sldIdLst>
        </p14:section>
        <p14:section name="参考文献" id="{CA435C64-D513-4FC2-A42F-97C9C85F28B5}">
          <p14:sldIdLst>
            <p14:sldId id="269"/>
            <p14:sldId id="2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CE50DC-EFCB-40BA-89A6-A6E2DFF3386A}" v="207" dt="2025-12-26T05:52:32.89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5" autoAdjust="0"/>
    <p:restoredTop sz="94660"/>
  </p:normalViewPr>
  <p:slideViewPr>
    <p:cSldViewPr snapToGrid="0" showGuides="1">
      <p:cViewPr varScale="1">
        <p:scale>
          <a:sx n="78" d="100"/>
          <a:sy n="78" d="100"/>
        </p:scale>
        <p:origin x="84" y="1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弘樹 中村" userId="a025bb5ecfdc7ca2" providerId="LiveId" clId="{AC29752E-9633-413F-A998-E9529B1C9327}"/>
    <pc:docChg chg="undo custSel addSld delSld modSld sldOrd modMainMaster addSection modSection">
      <pc:chgData name="弘樹 中村" userId="a025bb5ecfdc7ca2" providerId="LiveId" clId="{AC29752E-9633-413F-A998-E9529B1C9327}" dt="2025-12-26T05:53:16.055" v="6793" actId="20577"/>
      <pc:docMkLst>
        <pc:docMk/>
      </pc:docMkLst>
      <pc:sldChg chg="modSp mod">
        <pc:chgData name="弘樹 中村" userId="a025bb5ecfdc7ca2" providerId="LiveId" clId="{AC29752E-9633-413F-A998-E9529B1C9327}" dt="2025-12-13T03:34:07.442" v="5575" actId="20577"/>
        <pc:sldMkLst>
          <pc:docMk/>
          <pc:sldMk cId="2332080212" sldId="259"/>
        </pc:sldMkLst>
        <pc:graphicFrameChg chg="modGraphic">
          <ac:chgData name="弘樹 中村" userId="a025bb5ecfdc7ca2" providerId="LiveId" clId="{AC29752E-9633-413F-A998-E9529B1C9327}" dt="2025-12-13T03:34:07.442" v="5575" actId="20577"/>
          <ac:graphicFrameMkLst>
            <pc:docMk/>
            <pc:sldMk cId="2332080212" sldId="259"/>
            <ac:graphicFrameMk id="3" creationId="{AD0D4A61-9C4A-4BF6-85EA-EC962F3F3BFC}"/>
          </ac:graphicFrameMkLst>
        </pc:graphicFrameChg>
      </pc:sldChg>
      <pc:sldChg chg="addSp delSp modSp add mod">
        <pc:chgData name="弘樹 中村" userId="a025bb5ecfdc7ca2" providerId="LiveId" clId="{AC29752E-9633-413F-A998-E9529B1C9327}" dt="2025-11-26T07:44:24.484" v="4183" actId="207"/>
        <pc:sldMkLst>
          <pc:docMk/>
          <pc:sldMk cId="582609331" sldId="273"/>
        </pc:sldMkLst>
        <pc:spChg chg="add mod">
          <ac:chgData name="弘樹 中村" userId="a025bb5ecfdc7ca2" providerId="LiveId" clId="{AC29752E-9633-413F-A998-E9529B1C9327}" dt="2025-11-26T07:44:24.484" v="4183" actId="207"/>
          <ac:spMkLst>
            <pc:docMk/>
            <pc:sldMk cId="582609331" sldId="273"/>
            <ac:spMk id="19" creationId="{EC067586-71B1-2578-8882-A737EFBFFE1E}"/>
          </ac:spMkLst>
        </pc:spChg>
        <pc:spChg chg="add mod">
          <ac:chgData name="弘樹 中村" userId="a025bb5ecfdc7ca2" providerId="LiveId" clId="{AC29752E-9633-413F-A998-E9529B1C9327}" dt="2025-11-26T07:44:24.484" v="4183" actId="207"/>
          <ac:spMkLst>
            <pc:docMk/>
            <pc:sldMk cId="582609331" sldId="273"/>
            <ac:spMk id="22" creationId="{FFDAAAA8-1ECB-A02A-3A0C-C5A48A62339F}"/>
          </ac:spMkLst>
        </pc:spChg>
        <pc:spChg chg="add mod">
          <ac:chgData name="弘樹 中村" userId="a025bb5ecfdc7ca2" providerId="LiveId" clId="{AC29752E-9633-413F-A998-E9529B1C9327}" dt="2025-11-26T07:44:24.484" v="4183" actId="207"/>
          <ac:spMkLst>
            <pc:docMk/>
            <pc:sldMk cId="582609331" sldId="273"/>
            <ac:spMk id="23" creationId="{81DA36AC-07E6-2B6D-0B56-85B5BA50A106}"/>
          </ac:spMkLst>
        </pc:spChg>
        <pc:spChg chg="add mod">
          <ac:chgData name="弘樹 中村" userId="a025bb5ecfdc7ca2" providerId="LiveId" clId="{AC29752E-9633-413F-A998-E9529B1C9327}" dt="2025-11-26T07:44:24.484" v="4183" actId="207"/>
          <ac:spMkLst>
            <pc:docMk/>
            <pc:sldMk cId="582609331" sldId="273"/>
            <ac:spMk id="24" creationId="{6FD05E6D-D534-5FEC-9B8A-4EAFD5E09FDB}"/>
          </ac:spMkLst>
        </pc:spChg>
        <pc:spChg chg="add mod">
          <ac:chgData name="弘樹 中村" userId="a025bb5ecfdc7ca2" providerId="LiveId" clId="{AC29752E-9633-413F-A998-E9529B1C9327}" dt="2025-11-26T07:44:24.484" v="4183" actId="207"/>
          <ac:spMkLst>
            <pc:docMk/>
            <pc:sldMk cId="582609331" sldId="273"/>
            <ac:spMk id="25" creationId="{975925EA-7407-6B88-E4F5-227D490AD1EA}"/>
          </ac:spMkLst>
        </pc:spChg>
      </pc:sldChg>
      <pc:sldChg chg="addSp delSp modSp add mod">
        <pc:chgData name="弘樹 中村" userId="a025bb5ecfdc7ca2" providerId="LiveId" clId="{AC29752E-9633-413F-A998-E9529B1C9327}" dt="2025-11-26T08:16:19.429" v="5504" actId="20577"/>
        <pc:sldMkLst>
          <pc:docMk/>
          <pc:sldMk cId="3758113492" sldId="276"/>
        </pc:sldMkLst>
        <pc:spChg chg="mod">
          <ac:chgData name="弘樹 中村" userId="a025bb5ecfdc7ca2" providerId="LiveId" clId="{AC29752E-9633-413F-A998-E9529B1C9327}" dt="2025-11-26T07:56:20.562" v="4206" actId="20577"/>
          <ac:spMkLst>
            <pc:docMk/>
            <pc:sldMk cId="3758113492" sldId="276"/>
            <ac:spMk id="3" creationId="{BA9946CA-FED8-9568-3AD1-3A10EDD5BED1}"/>
          </ac:spMkLst>
        </pc:spChg>
        <pc:spChg chg="add mod">
          <ac:chgData name="弘樹 中村" userId="a025bb5ecfdc7ca2" providerId="LiveId" clId="{AC29752E-9633-413F-A998-E9529B1C9327}" dt="2025-11-26T08:03:40.192" v="4499" actId="1038"/>
          <ac:spMkLst>
            <pc:docMk/>
            <pc:sldMk cId="3758113492" sldId="276"/>
            <ac:spMk id="5" creationId="{BDDFAE33-7064-E978-BDE5-8B0A5A613C59}"/>
          </ac:spMkLst>
        </pc:spChg>
        <pc:spChg chg="add mod">
          <ac:chgData name="弘樹 中村" userId="a025bb5ecfdc7ca2" providerId="LiveId" clId="{AC29752E-9633-413F-A998-E9529B1C9327}" dt="2025-11-26T08:03:40.192" v="4499" actId="1038"/>
          <ac:spMkLst>
            <pc:docMk/>
            <pc:sldMk cId="3758113492" sldId="276"/>
            <ac:spMk id="7" creationId="{D59428F2-7D30-91B9-0216-4582EEE1A01C}"/>
          </ac:spMkLst>
        </pc:spChg>
        <pc:spChg chg="mod">
          <ac:chgData name="弘樹 中村" userId="a025bb5ecfdc7ca2" providerId="LiveId" clId="{AC29752E-9633-413F-A998-E9529B1C9327}" dt="2025-11-26T08:03:40.192" v="4499" actId="1038"/>
          <ac:spMkLst>
            <pc:docMk/>
            <pc:sldMk cId="3758113492" sldId="276"/>
            <ac:spMk id="8" creationId="{B09E6ED9-C4F4-17FA-E179-8AAA42DCBBB1}"/>
          </ac:spMkLst>
        </pc:spChg>
        <pc:spChg chg="mod">
          <ac:chgData name="弘樹 中村" userId="a025bb5ecfdc7ca2" providerId="LiveId" clId="{AC29752E-9633-413F-A998-E9529B1C9327}" dt="2025-11-26T08:03:40.192" v="4499" actId="1038"/>
          <ac:spMkLst>
            <pc:docMk/>
            <pc:sldMk cId="3758113492" sldId="276"/>
            <ac:spMk id="14" creationId="{E67DA372-9D93-00A1-7A23-29A0FAF2CFC0}"/>
          </ac:spMkLst>
        </pc:spChg>
        <pc:spChg chg="add mod">
          <ac:chgData name="弘樹 中村" userId="a025bb5ecfdc7ca2" providerId="LiveId" clId="{AC29752E-9633-413F-A998-E9529B1C9327}" dt="2025-11-26T08:03:40.192" v="4499" actId="1038"/>
          <ac:spMkLst>
            <pc:docMk/>
            <pc:sldMk cId="3758113492" sldId="276"/>
            <ac:spMk id="16" creationId="{50F46E8A-8156-E4C6-99E2-CAF97CC54475}"/>
          </ac:spMkLst>
        </pc:spChg>
        <pc:spChg chg="add mod">
          <ac:chgData name="弘樹 中村" userId="a025bb5ecfdc7ca2" providerId="LiveId" clId="{AC29752E-9633-413F-A998-E9529B1C9327}" dt="2025-11-26T08:03:40.192" v="4499" actId="1038"/>
          <ac:spMkLst>
            <pc:docMk/>
            <pc:sldMk cId="3758113492" sldId="276"/>
            <ac:spMk id="17" creationId="{7C742F23-8601-ACD2-F335-E3A5F91CD28B}"/>
          </ac:spMkLst>
        </pc:spChg>
        <pc:spChg chg="add mod">
          <ac:chgData name="弘樹 中村" userId="a025bb5ecfdc7ca2" providerId="LiveId" clId="{AC29752E-9633-413F-A998-E9529B1C9327}" dt="2025-11-26T08:15:49.243" v="5499" actId="1036"/>
          <ac:spMkLst>
            <pc:docMk/>
            <pc:sldMk cId="3758113492" sldId="276"/>
            <ac:spMk id="18" creationId="{ABABD34D-D65B-8DE5-0476-92F06D74B0E2}"/>
          </ac:spMkLst>
        </pc:spChg>
        <pc:spChg chg="add mod">
          <ac:chgData name="弘樹 中村" userId="a025bb5ecfdc7ca2" providerId="LiveId" clId="{AC29752E-9633-413F-A998-E9529B1C9327}" dt="2025-11-26T08:16:19.429" v="5504" actId="20577"/>
          <ac:spMkLst>
            <pc:docMk/>
            <pc:sldMk cId="3758113492" sldId="276"/>
            <ac:spMk id="19" creationId="{822F2098-6DEA-561E-2E42-FE979A777ED9}"/>
          </ac:spMkLst>
        </pc:spChg>
        <pc:spChg chg="add mod">
          <ac:chgData name="弘樹 中村" userId="a025bb5ecfdc7ca2" providerId="LiveId" clId="{AC29752E-9633-413F-A998-E9529B1C9327}" dt="2025-11-26T08:15:49.243" v="5499" actId="1036"/>
          <ac:spMkLst>
            <pc:docMk/>
            <pc:sldMk cId="3758113492" sldId="276"/>
            <ac:spMk id="20" creationId="{DD88FA71-992B-7D55-835F-A369119D2A71}"/>
          </ac:spMkLst>
        </pc:spChg>
        <pc:spChg chg="add mod">
          <ac:chgData name="弘樹 中村" userId="a025bb5ecfdc7ca2" providerId="LiveId" clId="{AC29752E-9633-413F-A998-E9529B1C9327}" dt="2025-11-26T08:16:10.710" v="5501" actId="692"/>
          <ac:spMkLst>
            <pc:docMk/>
            <pc:sldMk cId="3758113492" sldId="276"/>
            <ac:spMk id="21" creationId="{51060E12-0AA4-641B-C18A-859BADCC9E3F}"/>
          </ac:spMkLst>
        </pc:spChg>
        <pc:spChg chg="add mod">
          <ac:chgData name="弘樹 中村" userId="a025bb5ecfdc7ca2" providerId="LiveId" clId="{AC29752E-9633-413F-A998-E9529B1C9327}" dt="2025-11-26T08:16:10.710" v="5501" actId="692"/>
          <ac:spMkLst>
            <pc:docMk/>
            <pc:sldMk cId="3758113492" sldId="276"/>
            <ac:spMk id="22" creationId="{D78E396F-6C59-B388-1301-A13C2CB69551}"/>
          </ac:spMkLst>
        </pc:spChg>
        <pc:spChg chg="add mod">
          <ac:chgData name="弘樹 中村" userId="a025bb5ecfdc7ca2" providerId="LiveId" clId="{AC29752E-9633-413F-A998-E9529B1C9327}" dt="2025-11-26T08:16:10.710" v="5501" actId="692"/>
          <ac:spMkLst>
            <pc:docMk/>
            <pc:sldMk cId="3758113492" sldId="276"/>
            <ac:spMk id="23" creationId="{A87CF794-258E-A1A1-6D51-3B0090157DB8}"/>
          </ac:spMkLst>
        </pc:spChg>
        <pc:spChg chg="add mod">
          <ac:chgData name="弘樹 中村" userId="a025bb5ecfdc7ca2" providerId="LiveId" clId="{AC29752E-9633-413F-A998-E9529B1C9327}" dt="2025-11-26T08:16:10.710" v="5501" actId="692"/>
          <ac:spMkLst>
            <pc:docMk/>
            <pc:sldMk cId="3758113492" sldId="276"/>
            <ac:spMk id="27" creationId="{F075CE55-A7AD-B36B-E7AB-8DC2D026D211}"/>
          </ac:spMkLst>
        </pc:spChg>
        <pc:spChg chg="add mod">
          <ac:chgData name="弘樹 中村" userId="a025bb5ecfdc7ca2" providerId="LiveId" clId="{AC29752E-9633-413F-A998-E9529B1C9327}" dt="2025-11-26T08:16:10.710" v="5501" actId="692"/>
          <ac:spMkLst>
            <pc:docMk/>
            <pc:sldMk cId="3758113492" sldId="276"/>
            <ac:spMk id="28" creationId="{C72096DA-7549-92E8-616F-1E72F34C76EF}"/>
          </ac:spMkLst>
        </pc:spChg>
        <pc:spChg chg="add mod">
          <ac:chgData name="弘樹 中村" userId="a025bb5ecfdc7ca2" providerId="LiveId" clId="{AC29752E-9633-413F-A998-E9529B1C9327}" dt="2025-11-26T08:16:10.710" v="5501" actId="692"/>
          <ac:spMkLst>
            <pc:docMk/>
            <pc:sldMk cId="3758113492" sldId="276"/>
            <ac:spMk id="29" creationId="{A04816CA-60DB-5C68-179E-286AE194D8DC}"/>
          </ac:spMkLst>
        </pc:spChg>
        <pc:spChg chg="add mod">
          <ac:chgData name="弘樹 中村" userId="a025bb5ecfdc7ca2" providerId="LiveId" clId="{AC29752E-9633-413F-A998-E9529B1C9327}" dt="2025-11-26T08:16:10.710" v="5501" actId="692"/>
          <ac:spMkLst>
            <pc:docMk/>
            <pc:sldMk cId="3758113492" sldId="276"/>
            <ac:spMk id="30" creationId="{CD3C1337-0A38-FE77-FCB6-D2806BB3051F}"/>
          </ac:spMkLst>
        </pc:spChg>
        <pc:spChg chg="add mod">
          <ac:chgData name="弘樹 中村" userId="a025bb5ecfdc7ca2" providerId="LiveId" clId="{AC29752E-9633-413F-A998-E9529B1C9327}" dt="2025-11-26T08:16:10.710" v="5501" actId="692"/>
          <ac:spMkLst>
            <pc:docMk/>
            <pc:sldMk cId="3758113492" sldId="276"/>
            <ac:spMk id="31" creationId="{3E9BD067-5CE9-8668-C114-362EA88C0EC0}"/>
          </ac:spMkLst>
        </pc:spChg>
        <pc:spChg chg="add mod">
          <ac:chgData name="弘樹 中村" userId="a025bb5ecfdc7ca2" providerId="LiveId" clId="{AC29752E-9633-413F-A998-E9529B1C9327}" dt="2025-11-26T08:16:10.710" v="5501" actId="692"/>
          <ac:spMkLst>
            <pc:docMk/>
            <pc:sldMk cId="3758113492" sldId="276"/>
            <ac:spMk id="32" creationId="{49B2A18B-1A12-170A-770C-1CA1AA3189A0}"/>
          </ac:spMkLst>
        </pc:spChg>
        <pc:spChg chg="add mod">
          <ac:chgData name="弘樹 中村" userId="a025bb5ecfdc7ca2" providerId="LiveId" clId="{AC29752E-9633-413F-A998-E9529B1C9327}" dt="2025-11-26T08:12:29.706" v="5283" actId="20577"/>
          <ac:spMkLst>
            <pc:docMk/>
            <pc:sldMk cId="3758113492" sldId="276"/>
            <ac:spMk id="34" creationId="{584AEA9A-0390-CC7E-E101-D2B666DF5B38}"/>
          </ac:spMkLst>
        </pc:spChg>
        <pc:spChg chg="add mod">
          <ac:chgData name="弘樹 中村" userId="a025bb5ecfdc7ca2" providerId="LiveId" clId="{AC29752E-9633-413F-A998-E9529B1C9327}" dt="2025-11-26T08:12:50.147" v="5362" actId="20577"/>
          <ac:spMkLst>
            <pc:docMk/>
            <pc:sldMk cId="3758113492" sldId="276"/>
            <ac:spMk id="35" creationId="{1C50A700-36C2-CBF3-1481-3A7EA6894C67}"/>
          </ac:spMkLst>
        </pc:spChg>
        <pc:spChg chg="add mod">
          <ac:chgData name="弘樹 中村" userId="a025bb5ecfdc7ca2" providerId="LiveId" clId="{AC29752E-9633-413F-A998-E9529B1C9327}" dt="2025-11-26T08:12:59.679" v="5384" actId="20577"/>
          <ac:spMkLst>
            <pc:docMk/>
            <pc:sldMk cId="3758113492" sldId="276"/>
            <ac:spMk id="36" creationId="{2E8EF2A6-5A8C-8158-0174-D125F6A1BD9A}"/>
          </ac:spMkLst>
        </pc:spChg>
        <pc:spChg chg="add mod">
          <ac:chgData name="弘樹 中村" userId="a025bb5ecfdc7ca2" providerId="LiveId" clId="{AC29752E-9633-413F-A998-E9529B1C9327}" dt="2025-11-26T08:13:21.615" v="5416" actId="20577"/>
          <ac:spMkLst>
            <pc:docMk/>
            <pc:sldMk cId="3758113492" sldId="276"/>
            <ac:spMk id="37" creationId="{673C0BB2-3D5E-A9F4-BBFA-4294C61B8B2B}"/>
          </ac:spMkLst>
        </pc:spChg>
        <pc:spChg chg="add mod">
          <ac:chgData name="弘樹 中村" userId="a025bb5ecfdc7ca2" providerId="LiveId" clId="{AC29752E-9633-413F-A998-E9529B1C9327}" dt="2025-11-26T08:13:46.767" v="5460" actId="20577"/>
          <ac:spMkLst>
            <pc:docMk/>
            <pc:sldMk cId="3758113492" sldId="276"/>
            <ac:spMk id="38" creationId="{7FD9EF35-D8DF-A1C9-8FA9-24E1C9D7C236}"/>
          </ac:spMkLst>
        </pc:spChg>
        <pc:spChg chg="add mod">
          <ac:chgData name="弘樹 中村" userId="a025bb5ecfdc7ca2" providerId="LiveId" clId="{AC29752E-9633-413F-A998-E9529B1C9327}" dt="2025-11-26T08:14:02.456" v="5496" actId="20577"/>
          <ac:spMkLst>
            <pc:docMk/>
            <pc:sldMk cId="3758113492" sldId="276"/>
            <ac:spMk id="39" creationId="{513C1AF8-7A9B-BA41-2AA0-DBA869146019}"/>
          </ac:spMkLst>
        </pc:spChg>
      </pc:sldChg>
      <pc:sldChg chg="addSp delSp modSp add mod">
        <pc:chgData name="弘樹 中村" userId="a025bb5ecfdc7ca2" providerId="LiveId" clId="{AC29752E-9633-413F-A998-E9529B1C9327}" dt="2025-12-13T03:45:00.607" v="6165" actId="255"/>
        <pc:sldMkLst>
          <pc:docMk/>
          <pc:sldMk cId="1657378982" sldId="282"/>
        </pc:sldMkLst>
        <pc:spChg chg="mod">
          <ac:chgData name="弘樹 中村" userId="a025bb5ecfdc7ca2" providerId="LiveId" clId="{AC29752E-9633-413F-A998-E9529B1C9327}" dt="2025-12-13T03:34:55.635" v="5652" actId="20577"/>
          <ac:spMkLst>
            <pc:docMk/>
            <pc:sldMk cId="1657378982" sldId="282"/>
            <ac:spMk id="4" creationId="{8A571B44-D375-78C4-8C0A-C508C750CC4B}"/>
          </ac:spMkLst>
        </pc:spChg>
        <pc:graphicFrameChg chg="add mod modGraphic">
          <ac:chgData name="弘樹 中村" userId="a025bb5ecfdc7ca2" providerId="LiveId" clId="{AC29752E-9633-413F-A998-E9529B1C9327}" dt="2025-12-13T03:45:00.607" v="6165" actId="255"/>
          <ac:graphicFrameMkLst>
            <pc:docMk/>
            <pc:sldMk cId="1657378982" sldId="282"/>
            <ac:graphicFrameMk id="6" creationId="{12620074-ED3D-4E35-32C9-B98BFF930AB1}"/>
          </ac:graphicFrameMkLst>
        </pc:graphicFrameChg>
      </pc:sldChg>
      <pc:sldChg chg="addSp modSp add mod ord">
        <pc:chgData name="弘樹 中村" userId="a025bb5ecfdc7ca2" providerId="LiveId" clId="{AC29752E-9633-413F-A998-E9529B1C9327}" dt="2025-12-14T01:17:25.338" v="6169"/>
        <pc:sldMkLst>
          <pc:docMk/>
          <pc:sldMk cId="4194565185" sldId="283"/>
        </pc:sldMkLst>
        <pc:spChg chg="mod">
          <ac:chgData name="弘樹 中村" userId="a025bb5ecfdc7ca2" providerId="LiveId" clId="{AC29752E-9633-413F-A998-E9529B1C9327}" dt="2025-12-13T03:37:03.023" v="5736" actId="20577"/>
          <ac:spMkLst>
            <pc:docMk/>
            <pc:sldMk cId="4194565185" sldId="283"/>
            <ac:spMk id="4" creationId="{5C5ECAB3-281C-C73B-2171-1532BF0062D0}"/>
          </ac:spMkLst>
        </pc:spChg>
        <pc:spChg chg="mod">
          <ac:chgData name="弘樹 中村" userId="a025bb5ecfdc7ca2" providerId="LiveId" clId="{AC29752E-9633-413F-A998-E9529B1C9327}" dt="2025-12-13T03:39:21.612" v="5856" actId="554"/>
          <ac:spMkLst>
            <pc:docMk/>
            <pc:sldMk cId="4194565185" sldId="283"/>
            <ac:spMk id="5" creationId="{5D8B55F6-A2C2-FCF8-66A7-E60FA851C604}"/>
          </ac:spMkLst>
        </pc:spChg>
        <pc:spChg chg="add mod">
          <ac:chgData name="弘樹 中村" userId="a025bb5ecfdc7ca2" providerId="LiveId" clId="{AC29752E-9633-413F-A998-E9529B1C9327}" dt="2025-12-13T03:42:03.678" v="5944" actId="1076"/>
          <ac:spMkLst>
            <pc:docMk/>
            <pc:sldMk cId="4194565185" sldId="283"/>
            <ac:spMk id="6" creationId="{CF9CE61D-9D86-FDD3-D5B8-969AC5366612}"/>
          </ac:spMkLst>
        </pc:spChg>
        <pc:spChg chg="add mod">
          <ac:chgData name="弘樹 中村" userId="a025bb5ecfdc7ca2" providerId="LiveId" clId="{AC29752E-9633-413F-A998-E9529B1C9327}" dt="2025-12-13T03:42:07.250" v="5945"/>
          <ac:spMkLst>
            <pc:docMk/>
            <pc:sldMk cId="4194565185" sldId="283"/>
            <ac:spMk id="7" creationId="{7EE94637-2744-B99B-C902-582030123518}"/>
          </ac:spMkLst>
        </pc:spChg>
        <pc:spChg chg="add mod">
          <ac:chgData name="弘樹 中村" userId="a025bb5ecfdc7ca2" providerId="LiveId" clId="{AC29752E-9633-413F-A998-E9529B1C9327}" dt="2025-12-13T03:42:08.201" v="5946"/>
          <ac:spMkLst>
            <pc:docMk/>
            <pc:sldMk cId="4194565185" sldId="283"/>
            <ac:spMk id="8" creationId="{11593A89-73DF-789B-294B-52AF5E55C33C}"/>
          </ac:spMkLst>
        </pc:spChg>
        <pc:spChg chg="add mod">
          <ac:chgData name="弘樹 中村" userId="a025bb5ecfdc7ca2" providerId="LiveId" clId="{AC29752E-9633-413F-A998-E9529B1C9327}" dt="2025-12-13T03:41:20.208" v="5906" actId="20577"/>
          <ac:spMkLst>
            <pc:docMk/>
            <pc:sldMk cId="4194565185" sldId="283"/>
            <ac:spMk id="9" creationId="{99F73615-037B-EC74-7A90-632A4430E67B}"/>
          </ac:spMkLst>
        </pc:spChg>
        <pc:spChg chg="add mod">
          <ac:chgData name="弘樹 中村" userId="a025bb5ecfdc7ca2" providerId="LiveId" clId="{AC29752E-9633-413F-A998-E9529B1C9327}" dt="2025-12-13T03:44:13.669" v="6051" actId="20577"/>
          <ac:spMkLst>
            <pc:docMk/>
            <pc:sldMk cId="4194565185" sldId="283"/>
            <ac:spMk id="12" creationId="{A591E279-201F-EE33-68EF-9D8E8A3F1C90}"/>
          </ac:spMkLst>
        </pc:spChg>
        <pc:spChg chg="add mod">
          <ac:chgData name="弘樹 中村" userId="a025bb5ecfdc7ca2" providerId="LiveId" clId="{AC29752E-9633-413F-A998-E9529B1C9327}" dt="2025-12-13T03:43:46.763" v="5972" actId="20577"/>
          <ac:spMkLst>
            <pc:docMk/>
            <pc:sldMk cId="4194565185" sldId="283"/>
            <ac:spMk id="13" creationId="{4857B1C8-1897-5EF7-AE24-D4149474D263}"/>
          </ac:spMkLst>
        </pc:spChg>
        <pc:spChg chg="add mod">
          <ac:chgData name="弘樹 中村" userId="a025bb5ecfdc7ca2" providerId="LiveId" clId="{AC29752E-9633-413F-A998-E9529B1C9327}" dt="2025-12-13T03:43:36.861" v="5967" actId="571"/>
          <ac:spMkLst>
            <pc:docMk/>
            <pc:sldMk cId="4194565185" sldId="283"/>
            <ac:spMk id="15" creationId="{B1C433CC-4904-A33A-CC35-666D2332EFB9}"/>
          </ac:spMkLst>
        </pc:spChg>
        <pc:spChg chg="add mod">
          <ac:chgData name="弘樹 中村" userId="a025bb5ecfdc7ca2" providerId="LiveId" clId="{AC29752E-9633-413F-A998-E9529B1C9327}" dt="2025-12-13T03:43:49.722" v="5974" actId="20577"/>
          <ac:spMkLst>
            <pc:docMk/>
            <pc:sldMk cId="4194565185" sldId="283"/>
            <ac:spMk id="16" creationId="{ED170B57-5790-9C7F-A197-85874927D3DC}"/>
          </ac:spMkLst>
        </pc:spChg>
        <pc:spChg chg="add mod">
          <ac:chgData name="弘樹 中村" userId="a025bb5ecfdc7ca2" providerId="LiveId" clId="{AC29752E-9633-413F-A998-E9529B1C9327}" dt="2025-12-13T03:43:42.285" v="5968" actId="571"/>
          <ac:spMkLst>
            <pc:docMk/>
            <pc:sldMk cId="4194565185" sldId="283"/>
            <ac:spMk id="18" creationId="{B4E5C92C-33A0-F2F6-25E5-DB0B450CF0C0}"/>
          </ac:spMkLst>
        </pc:spChg>
        <pc:cxnChg chg="add mod">
          <ac:chgData name="弘樹 中村" userId="a025bb5ecfdc7ca2" providerId="LiveId" clId="{AC29752E-9633-413F-A998-E9529B1C9327}" dt="2025-12-13T03:42:21.664" v="5950" actId="1035"/>
          <ac:cxnSpMkLst>
            <pc:docMk/>
            <pc:sldMk cId="4194565185" sldId="283"/>
            <ac:cxnSpMk id="11" creationId="{8639F152-13AE-1980-A231-3B8B1053C218}"/>
          </ac:cxnSpMkLst>
        </pc:cxnChg>
        <pc:cxnChg chg="add mod">
          <ac:chgData name="弘樹 中村" userId="a025bb5ecfdc7ca2" providerId="LiveId" clId="{AC29752E-9633-413F-A998-E9529B1C9327}" dt="2025-12-13T03:43:36.861" v="5967" actId="571"/>
          <ac:cxnSpMkLst>
            <pc:docMk/>
            <pc:sldMk cId="4194565185" sldId="283"/>
            <ac:cxnSpMk id="14" creationId="{F4330CC1-25E0-0D1A-43B7-58116425140D}"/>
          </ac:cxnSpMkLst>
        </pc:cxnChg>
        <pc:cxnChg chg="add mod">
          <ac:chgData name="弘樹 中村" userId="a025bb5ecfdc7ca2" providerId="LiveId" clId="{AC29752E-9633-413F-A998-E9529B1C9327}" dt="2025-12-13T03:43:42.285" v="5968" actId="571"/>
          <ac:cxnSpMkLst>
            <pc:docMk/>
            <pc:sldMk cId="4194565185" sldId="283"/>
            <ac:cxnSpMk id="17" creationId="{FFE01D81-F897-665A-748F-AFEF2D4A537C}"/>
          </ac:cxnSpMkLst>
        </pc:cxnChg>
      </pc:sldChg>
      <pc:sldChg chg="addSp modSp add mod">
        <pc:chgData name="弘樹 中村" userId="a025bb5ecfdc7ca2" providerId="LiveId" clId="{AC29752E-9633-413F-A998-E9529B1C9327}" dt="2025-12-26T05:41:29.195" v="6278" actId="11529"/>
        <pc:sldMkLst>
          <pc:docMk/>
          <pc:sldMk cId="1755686314" sldId="284"/>
        </pc:sldMkLst>
        <pc:spChg chg="mod">
          <ac:chgData name="弘樹 中村" userId="a025bb5ecfdc7ca2" providerId="LiveId" clId="{AC29752E-9633-413F-A998-E9529B1C9327}" dt="2025-12-26T05:37:22.532" v="6177" actId="20577"/>
          <ac:spMkLst>
            <pc:docMk/>
            <pc:sldMk cId="1755686314" sldId="284"/>
            <ac:spMk id="4" creationId="{489FA472-DE0B-9C11-7074-251D2B33E68D}"/>
          </ac:spMkLst>
        </pc:spChg>
        <pc:spChg chg="mod">
          <ac:chgData name="弘樹 中村" userId="a025bb5ecfdc7ca2" providerId="LiveId" clId="{AC29752E-9633-413F-A998-E9529B1C9327}" dt="2025-12-26T05:41:12.359" v="6276" actId="20577"/>
          <ac:spMkLst>
            <pc:docMk/>
            <pc:sldMk cId="1755686314" sldId="284"/>
            <ac:spMk id="5" creationId="{C06EAEDA-0E19-FEF0-681E-3BA0927BCE89}"/>
          </ac:spMkLst>
        </pc:spChg>
        <pc:spChg chg="add mod">
          <ac:chgData name="弘樹 中村" userId="a025bb5ecfdc7ca2" providerId="LiveId" clId="{AC29752E-9633-413F-A998-E9529B1C9327}" dt="2025-12-26T05:38:08.100" v="6182" actId="1076"/>
          <ac:spMkLst>
            <pc:docMk/>
            <pc:sldMk cId="1755686314" sldId="284"/>
            <ac:spMk id="6" creationId="{AFCCD529-85AB-8A88-A1E8-9A2C587719BC}"/>
          </ac:spMkLst>
        </pc:spChg>
        <pc:spChg chg="add mod">
          <ac:chgData name="弘樹 中村" userId="a025bb5ecfdc7ca2" providerId="LiveId" clId="{AC29752E-9633-413F-A998-E9529B1C9327}" dt="2025-12-26T05:38:25.817" v="6185" actId="1076"/>
          <ac:spMkLst>
            <pc:docMk/>
            <pc:sldMk cId="1755686314" sldId="284"/>
            <ac:spMk id="7" creationId="{BF96AE94-65A1-C877-9775-ADAA00D10BB0}"/>
          </ac:spMkLst>
        </pc:spChg>
        <pc:spChg chg="add mod">
          <ac:chgData name="弘樹 中村" userId="a025bb5ecfdc7ca2" providerId="LiveId" clId="{AC29752E-9633-413F-A998-E9529B1C9327}" dt="2025-12-26T05:38:30.426" v="6186" actId="571"/>
          <ac:spMkLst>
            <pc:docMk/>
            <pc:sldMk cId="1755686314" sldId="284"/>
            <ac:spMk id="8" creationId="{BB464C96-12F4-93C2-7ACD-B80846D470F0}"/>
          </ac:spMkLst>
        </pc:spChg>
        <pc:spChg chg="add mod">
          <ac:chgData name="弘樹 中村" userId="a025bb5ecfdc7ca2" providerId="LiveId" clId="{AC29752E-9633-413F-A998-E9529B1C9327}" dt="2025-12-26T05:38:35.316" v="6187" actId="571"/>
          <ac:spMkLst>
            <pc:docMk/>
            <pc:sldMk cId="1755686314" sldId="284"/>
            <ac:spMk id="9" creationId="{D99B5B17-43F8-00E6-AE07-1D644DC5453F}"/>
          </ac:spMkLst>
        </pc:spChg>
        <pc:spChg chg="add mod">
          <ac:chgData name="弘樹 中村" userId="a025bb5ecfdc7ca2" providerId="LiveId" clId="{AC29752E-9633-413F-A998-E9529B1C9327}" dt="2025-12-26T05:38:47.469" v="6202" actId="1036"/>
          <ac:spMkLst>
            <pc:docMk/>
            <pc:sldMk cId="1755686314" sldId="284"/>
            <ac:spMk id="10" creationId="{475C7925-E561-AD7D-5BD4-B610A3A892CA}"/>
          </ac:spMkLst>
        </pc:spChg>
        <pc:spChg chg="add mod">
          <ac:chgData name="弘樹 中村" userId="a025bb5ecfdc7ca2" providerId="LiveId" clId="{AC29752E-9633-413F-A998-E9529B1C9327}" dt="2025-12-26T05:38:54.585" v="6203" actId="571"/>
          <ac:spMkLst>
            <pc:docMk/>
            <pc:sldMk cId="1755686314" sldId="284"/>
            <ac:spMk id="11" creationId="{0C5CAA25-2884-01AD-5B68-2469DCE64A67}"/>
          </ac:spMkLst>
        </pc:spChg>
        <pc:spChg chg="add mod">
          <ac:chgData name="弘樹 中村" userId="a025bb5ecfdc7ca2" providerId="LiveId" clId="{AC29752E-9633-413F-A998-E9529B1C9327}" dt="2025-12-26T05:40:19.427" v="6211" actId="1076"/>
          <ac:spMkLst>
            <pc:docMk/>
            <pc:sldMk cId="1755686314" sldId="284"/>
            <ac:spMk id="24" creationId="{760BF985-7FE1-4EAA-AF00-9528DF8AE232}"/>
          </ac:spMkLst>
        </pc:spChg>
        <pc:spChg chg="add mod">
          <ac:chgData name="弘樹 中村" userId="a025bb5ecfdc7ca2" providerId="LiveId" clId="{AC29752E-9633-413F-A998-E9529B1C9327}" dt="2025-12-26T05:40:23.755" v="6212" actId="571"/>
          <ac:spMkLst>
            <pc:docMk/>
            <pc:sldMk cId="1755686314" sldId="284"/>
            <ac:spMk id="25" creationId="{662512F0-8099-B42F-A38C-1A803489F5E7}"/>
          </ac:spMkLst>
        </pc:spChg>
        <pc:spChg chg="add mod">
          <ac:chgData name="弘樹 中村" userId="a025bb5ecfdc7ca2" providerId="LiveId" clId="{AC29752E-9633-413F-A998-E9529B1C9327}" dt="2025-12-26T05:41:18.019" v="6277" actId="571"/>
          <ac:spMkLst>
            <pc:docMk/>
            <pc:sldMk cId="1755686314" sldId="284"/>
            <ac:spMk id="31" creationId="{CE00CB7D-86A6-33A3-6E71-F75BEB181F05}"/>
          </ac:spMkLst>
        </pc:spChg>
        <pc:cxnChg chg="add mod">
          <ac:chgData name="弘樹 中村" userId="a025bb5ecfdc7ca2" providerId="LiveId" clId="{AC29752E-9633-413F-A998-E9529B1C9327}" dt="2025-12-26T05:39:15.429" v="6205" actId="14100"/>
          <ac:cxnSpMkLst>
            <pc:docMk/>
            <pc:sldMk cId="1755686314" sldId="284"/>
            <ac:cxnSpMk id="13" creationId="{FF57BF83-E189-450F-49B7-4FDE9A2D9540}"/>
          </ac:cxnSpMkLst>
        </pc:cxnChg>
        <pc:cxnChg chg="add">
          <ac:chgData name="弘樹 中村" userId="a025bb5ecfdc7ca2" providerId="LiveId" clId="{AC29752E-9633-413F-A998-E9529B1C9327}" dt="2025-12-26T05:39:34.095" v="6206" actId="11529"/>
          <ac:cxnSpMkLst>
            <pc:docMk/>
            <pc:sldMk cId="1755686314" sldId="284"/>
            <ac:cxnSpMk id="16" creationId="{DB1D3BC1-BD34-7972-D266-B1B52423D8E6}"/>
          </ac:cxnSpMkLst>
        </pc:cxnChg>
        <pc:cxnChg chg="add">
          <ac:chgData name="弘樹 中村" userId="a025bb5ecfdc7ca2" providerId="LiveId" clId="{AC29752E-9633-413F-A998-E9529B1C9327}" dt="2025-12-26T05:39:44.706" v="6207" actId="11529"/>
          <ac:cxnSpMkLst>
            <pc:docMk/>
            <pc:sldMk cId="1755686314" sldId="284"/>
            <ac:cxnSpMk id="18" creationId="{A4223461-020D-4954-EDD7-FE7F9F0BBC15}"/>
          </ac:cxnSpMkLst>
        </pc:cxnChg>
        <pc:cxnChg chg="add">
          <ac:chgData name="弘樹 中村" userId="a025bb5ecfdc7ca2" providerId="LiveId" clId="{AC29752E-9633-413F-A998-E9529B1C9327}" dt="2025-12-26T05:39:55.332" v="6208" actId="11529"/>
          <ac:cxnSpMkLst>
            <pc:docMk/>
            <pc:sldMk cId="1755686314" sldId="284"/>
            <ac:cxnSpMk id="20" creationId="{43257997-C114-9545-5C01-3CE8AB7C64E5}"/>
          </ac:cxnSpMkLst>
        </pc:cxnChg>
        <pc:cxnChg chg="add">
          <ac:chgData name="弘樹 中村" userId="a025bb5ecfdc7ca2" providerId="LiveId" clId="{AC29752E-9633-413F-A998-E9529B1C9327}" dt="2025-12-26T05:40:04.474" v="6209" actId="11529"/>
          <ac:cxnSpMkLst>
            <pc:docMk/>
            <pc:sldMk cId="1755686314" sldId="284"/>
            <ac:cxnSpMk id="22" creationId="{EC1347D3-B545-167D-AFE9-DA66F55D8F1E}"/>
          </ac:cxnSpMkLst>
        </pc:cxnChg>
        <pc:cxnChg chg="add">
          <ac:chgData name="弘樹 中村" userId="a025bb5ecfdc7ca2" providerId="LiveId" clId="{AC29752E-9633-413F-A998-E9529B1C9327}" dt="2025-12-26T05:40:33.567" v="6213" actId="11529"/>
          <ac:cxnSpMkLst>
            <pc:docMk/>
            <pc:sldMk cId="1755686314" sldId="284"/>
            <ac:cxnSpMk id="27" creationId="{7CEAA139-80AF-54E8-6A4A-99A545BF5873}"/>
          </ac:cxnSpMkLst>
        </pc:cxnChg>
        <pc:cxnChg chg="add">
          <ac:chgData name="弘樹 中村" userId="a025bb5ecfdc7ca2" providerId="LiveId" clId="{AC29752E-9633-413F-A998-E9529B1C9327}" dt="2025-12-26T05:40:41.537" v="6214" actId="11529"/>
          <ac:cxnSpMkLst>
            <pc:docMk/>
            <pc:sldMk cId="1755686314" sldId="284"/>
            <ac:cxnSpMk id="29" creationId="{06F7B911-FDC2-A061-F267-E5CEB483140E}"/>
          </ac:cxnSpMkLst>
        </pc:cxnChg>
        <pc:cxnChg chg="add">
          <ac:chgData name="弘樹 中村" userId="a025bb5ecfdc7ca2" providerId="LiveId" clId="{AC29752E-9633-413F-A998-E9529B1C9327}" dt="2025-12-26T05:41:29.195" v="6278" actId="11529"/>
          <ac:cxnSpMkLst>
            <pc:docMk/>
            <pc:sldMk cId="1755686314" sldId="284"/>
            <ac:cxnSpMk id="33" creationId="{FAD21DEE-C882-CA99-F1AE-40F2F995A5FF}"/>
          </ac:cxnSpMkLst>
        </pc:cxnChg>
      </pc:sldChg>
      <pc:sldChg chg="addSp delSp modSp add mod">
        <pc:chgData name="弘樹 中村" userId="a025bb5ecfdc7ca2" providerId="LiveId" clId="{AC29752E-9633-413F-A998-E9529B1C9327}" dt="2025-12-26T05:44:01.444" v="6401" actId="20577"/>
        <pc:sldMkLst>
          <pc:docMk/>
          <pc:sldMk cId="11201252" sldId="285"/>
        </pc:sldMkLst>
        <pc:spChg chg="mod">
          <ac:chgData name="弘樹 中村" userId="a025bb5ecfdc7ca2" providerId="LiveId" clId="{AC29752E-9633-413F-A998-E9529B1C9327}" dt="2025-12-26T05:41:56.648" v="6294" actId="20577"/>
          <ac:spMkLst>
            <pc:docMk/>
            <pc:sldMk cId="11201252" sldId="285"/>
            <ac:spMk id="4" creationId="{E34C69B8-1CC7-7929-D7CF-4F0F7833D1B0}"/>
          </ac:spMkLst>
        </pc:spChg>
        <pc:spChg chg="del">
          <ac:chgData name="弘樹 中村" userId="a025bb5ecfdc7ca2" providerId="LiveId" clId="{AC29752E-9633-413F-A998-E9529B1C9327}" dt="2025-12-26T05:41:50.909" v="6280" actId="478"/>
          <ac:spMkLst>
            <pc:docMk/>
            <pc:sldMk cId="11201252" sldId="285"/>
            <ac:spMk id="5" creationId="{8B4A53A6-BB4E-D266-5B94-328FF35DCD2E}"/>
          </ac:spMkLst>
        </pc:spChg>
        <pc:spChg chg="add mod">
          <ac:chgData name="弘樹 中村" userId="a025bb5ecfdc7ca2" providerId="LiveId" clId="{AC29752E-9633-413F-A998-E9529B1C9327}" dt="2025-12-26T05:44:01.444" v="6401" actId="20577"/>
          <ac:spMkLst>
            <pc:docMk/>
            <pc:sldMk cId="11201252" sldId="285"/>
            <ac:spMk id="6" creationId="{1E917474-F5C8-9688-1FB7-23F9F8CC3DD9}"/>
          </ac:spMkLst>
        </pc:spChg>
        <pc:spChg chg="add mod">
          <ac:chgData name="弘樹 中村" userId="a025bb5ecfdc7ca2" providerId="LiveId" clId="{AC29752E-9633-413F-A998-E9529B1C9327}" dt="2025-12-26T05:43:43.232" v="6357" actId="1037"/>
          <ac:spMkLst>
            <pc:docMk/>
            <pc:sldMk cId="11201252" sldId="285"/>
            <ac:spMk id="7" creationId="{9D4F47B0-899C-DC8A-EBC0-814235BD8BE4}"/>
          </ac:spMkLst>
        </pc:spChg>
        <pc:spChg chg="add mod">
          <ac:chgData name="弘樹 中村" userId="a025bb5ecfdc7ca2" providerId="LiveId" clId="{AC29752E-9633-413F-A998-E9529B1C9327}" dt="2025-12-26T05:43:43.232" v="6357" actId="1037"/>
          <ac:spMkLst>
            <pc:docMk/>
            <pc:sldMk cId="11201252" sldId="285"/>
            <ac:spMk id="8" creationId="{0C36EA1A-89D2-F22A-3A35-6B130850FD8C}"/>
          </ac:spMkLst>
        </pc:spChg>
        <pc:spChg chg="add mod">
          <ac:chgData name="弘樹 中村" userId="a025bb5ecfdc7ca2" providerId="LiveId" clId="{AC29752E-9633-413F-A998-E9529B1C9327}" dt="2025-12-26T05:43:43.232" v="6357" actId="1037"/>
          <ac:spMkLst>
            <pc:docMk/>
            <pc:sldMk cId="11201252" sldId="285"/>
            <ac:spMk id="9" creationId="{D3B4CFBC-9A2D-087F-7C20-2940C4916562}"/>
          </ac:spMkLst>
        </pc:spChg>
      </pc:sldChg>
      <pc:sldChg chg="addSp delSp modSp add mod">
        <pc:chgData name="弘樹 中村" userId="a025bb5ecfdc7ca2" providerId="LiveId" clId="{AC29752E-9633-413F-A998-E9529B1C9327}" dt="2025-12-26T05:47:03.039" v="6526" actId="11529"/>
        <pc:sldMkLst>
          <pc:docMk/>
          <pc:sldMk cId="3458348416" sldId="286"/>
        </pc:sldMkLst>
        <pc:spChg chg="del mod">
          <ac:chgData name="弘樹 中村" userId="a025bb5ecfdc7ca2" providerId="LiveId" clId="{AC29752E-9633-413F-A998-E9529B1C9327}" dt="2025-12-26T05:44:17.432" v="6405" actId="478"/>
          <ac:spMkLst>
            <pc:docMk/>
            <pc:sldMk cId="3458348416" sldId="286"/>
            <ac:spMk id="5" creationId="{1150BACA-BB28-42DC-EFC9-28B8C7655F54}"/>
          </ac:spMkLst>
        </pc:spChg>
        <pc:spChg chg="add mod">
          <ac:chgData name="弘樹 中村" userId="a025bb5ecfdc7ca2" providerId="LiveId" clId="{AC29752E-9633-413F-A998-E9529B1C9327}" dt="2025-12-26T05:44:51.689" v="6476" actId="20577"/>
          <ac:spMkLst>
            <pc:docMk/>
            <pc:sldMk cId="3458348416" sldId="286"/>
            <ac:spMk id="6" creationId="{1A28CD4B-8D98-6C58-B926-910BBD3D40C2}"/>
          </ac:spMkLst>
        </pc:spChg>
        <pc:spChg chg="add mod">
          <ac:chgData name="弘樹 中村" userId="a025bb5ecfdc7ca2" providerId="LiveId" clId="{AC29752E-9633-413F-A998-E9529B1C9327}" dt="2025-12-26T05:45:11.695" v="6480" actId="14100"/>
          <ac:spMkLst>
            <pc:docMk/>
            <pc:sldMk cId="3458348416" sldId="286"/>
            <ac:spMk id="7" creationId="{8FBACA13-C4C3-ADA5-D958-247C482FF7CC}"/>
          </ac:spMkLst>
        </pc:spChg>
        <pc:spChg chg="add mod">
          <ac:chgData name="弘樹 中村" userId="a025bb5ecfdc7ca2" providerId="LiveId" clId="{AC29752E-9633-413F-A998-E9529B1C9327}" dt="2025-12-26T05:45:21.197" v="6482" actId="1076"/>
          <ac:spMkLst>
            <pc:docMk/>
            <pc:sldMk cId="3458348416" sldId="286"/>
            <ac:spMk id="8" creationId="{C1E093C0-7AB5-C963-456C-CE98FF74E293}"/>
          </ac:spMkLst>
        </pc:spChg>
        <pc:spChg chg="add mod">
          <ac:chgData name="弘樹 中村" userId="a025bb5ecfdc7ca2" providerId="LiveId" clId="{AC29752E-9633-413F-A998-E9529B1C9327}" dt="2025-12-26T05:45:34.922" v="6484" actId="1076"/>
          <ac:spMkLst>
            <pc:docMk/>
            <pc:sldMk cId="3458348416" sldId="286"/>
            <ac:spMk id="9" creationId="{1510F148-CC65-E1B6-A1AD-621048BCA661}"/>
          </ac:spMkLst>
        </pc:spChg>
        <pc:spChg chg="add mod">
          <ac:chgData name="弘樹 中村" userId="a025bb5ecfdc7ca2" providerId="LiveId" clId="{AC29752E-9633-413F-A998-E9529B1C9327}" dt="2025-12-26T05:45:43.120" v="6485" actId="571"/>
          <ac:spMkLst>
            <pc:docMk/>
            <pc:sldMk cId="3458348416" sldId="286"/>
            <ac:spMk id="10" creationId="{7A6F9553-D4E5-65E4-38F5-AA12FDA2DD31}"/>
          </ac:spMkLst>
        </pc:spChg>
        <pc:spChg chg="add mod">
          <ac:chgData name="弘樹 中村" userId="a025bb5ecfdc7ca2" providerId="LiveId" clId="{AC29752E-9633-413F-A998-E9529B1C9327}" dt="2025-12-26T05:46:53.987" v="6525" actId="1036"/>
          <ac:spMkLst>
            <pc:docMk/>
            <pc:sldMk cId="3458348416" sldId="286"/>
            <ac:spMk id="11" creationId="{399197AE-1B1E-ECF2-0D53-C4C96DDF5D1F}"/>
          </ac:spMkLst>
        </pc:spChg>
        <pc:cxnChg chg="add">
          <ac:chgData name="弘樹 中村" userId="a025bb5ecfdc7ca2" providerId="LiveId" clId="{AC29752E-9633-413F-A998-E9529B1C9327}" dt="2025-12-26T05:46:03.262" v="6513" actId="11529"/>
          <ac:cxnSpMkLst>
            <pc:docMk/>
            <pc:sldMk cId="3458348416" sldId="286"/>
            <ac:cxnSpMk id="13" creationId="{AD30A600-E26A-A185-3EB8-6F5D87B8AC18}"/>
          </ac:cxnSpMkLst>
        </pc:cxnChg>
        <pc:cxnChg chg="add">
          <ac:chgData name="弘樹 中村" userId="a025bb5ecfdc7ca2" providerId="LiveId" clId="{AC29752E-9633-413F-A998-E9529B1C9327}" dt="2025-12-26T05:46:11.031" v="6514" actId="11529"/>
          <ac:cxnSpMkLst>
            <pc:docMk/>
            <pc:sldMk cId="3458348416" sldId="286"/>
            <ac:cxnSpMk id="15" creationId="{D6935BB0-5E93-1FBF-00CE-5E78DCB80AAF}"/>
          </ac:cxnSpMkLst>
        </pc:cxnChg>
        <pc:cxnChg chg="add">
          <ac:chgData name="弘樹 中村" userId="a025bb5ecfdc7ca2" providerId="LiveId" clId="{AC29752E-9633-413F-A998-E9529B1C9327}" dt="2025-12-26T05:46:23.420" v="6515" actId="11529"/>
          <ac:cxnSpMkLst>
            <pc:docMk/>
            <pc:sldMk cId="3458348416" sldId="286"/>
            <ac:cxnSpMk id="17" creationId="{E5DED94B-2B7B-1C12-F9C9-6AEBD9651D68}"/>
          </ac:cxnSpMkLst>
        </pc:cxnChg>
        <pc:cxnChg chg="add">
          <ac:chgData name="弘樹 中村" userId="a025bb5ecfdc7ca2" providerId="LiveId" clId="{AC29752E-9633-413F-A998-E9529B1C9327}" dt="2025-12-26T05:46:36.034" v="6516" actId="11529"/>
          <ac:cxnSpMkLst>
            <pc:docMk/>
            <pc:sldMk cId="3458348416" sldId="286"/>
            <ac:cxnSpMk id="19" creationId="{64192DD3-D1F4-C045-168A-E3DDCC4CA542}"/>
          </ac:cxnSpMkLst>
        </pc:cxnChg>
        <pc:cxnChg chg="add mod">
          <ac:chgData name="弘樹 中村" userId="a025bb5ecfdc7ca2" providerId="LiveId" clId="{AC29752E-9633-413F-A998-E9529B1C9327}" dt="2025-12-26T05:46:53.987" v="6525" actId="1036"/>
          <ac:cxnSpMkLst>
            <pc:docMk/>
            <pc:sldMk cId="3458348416" sldId="286"/>
            <ac:cxnSpMk id="21" creationId="{08F557FD-AD71-DEEE-AF2F-EDFEE78E6D1D}"/>
          </ac:cxnSpMkLst>
        </pc:cxnChg>
        <pc:cxnChg chg="add">
          <ac:chgData name="弘樹 中村" userId="a025bb5ecfdc7ca2" providerId="LiveId" clId="{AC29752E-9633-413F-A998-E9529B1C9327}" dt="2025-12-26T05:47:03.039" v="6526" actId="11529"/>
          <ac:cxnSpMkLst>
            <pc:docMk/>
            <pc:sldMk cId="3458348416" sldId="286"/>
            <ac:cxnSpMk id="23" creationId="{4C20A49C-14B3-C7C5-B82D-ED93CFFBD69E}"/>
          </ac:cxnSpMkLst>
        </pc:cxnChg>
      </pc:sldChg>
      <pc:sldChg chg="addSp delSp modSp add mod">
        <pc:chgData name="弘樹 中村" userId="a025bb5ecfdc7ca2" providerId="LiveId" clId="{AC29752E-9633-413F-A998-E9529B1C9327}" dt="2025-12-26T05:53:16.055" v="6793" actId="20577"/>
        <pc:sldMkLst>
          <pc:docMk/>
          <pc:sldMk cId="2373643351" sldId="287"/>
        </pc:sldMkLst>
        <pc:spChg chg="mod">
          <ac:chgData name="弘樹 中村" userId="a025bb5ecfdc7ca2" providerId="LiveId" clId="{AC29752E-9633-413F-A998-E9529B1C9327}" dt="2025-12-26T05:53:16.055" v="6793" actId="20577"/>
          <ac:spMkLst>
            <pc:docMk/>
            <pc:sldMk cId="2373643351" sldId="287"/>
            <ac:spMk id="4" creationId="{36178834-2868-A913-580E-E18E96C56795}"/>
          </ac:spMkLst>
        </pc:spChg>
        <pc:spChg chg="del">
          <ac:chgData name="弘樹 中村" userId="a025bb5ecfdc7ca2" providerId="LiveId" clId="{AC29752E-9633-413F-A998-E9529B1C9327}" dt="2025-12-26T05:47:57.987" v="6532" actId="478"/>
          <ac:spMkLst>
            <pc:docMk/>
            <pc:sldMk cId="2373643351" sldId="287"/>
            <ac:spMk id="5" creationId="{67AAA4EB-5F14-CD56-4667-D3DC6E9605AB}"/>
          </ac:spMkLst>
        </pc:spChg>
        <pc:spChg chg="add mod">
          <ac:chgData name="弘樹 中村" userId="a025bb5ecfdc7ca2" providerId="LiveId" clId="{AC29752E-9633-413F-A998-E9529B1C9327}" dt="2025-12-26T05:53:02.713" v="6774" actId="14100"/>
          <ac:spMkLst>
            <pc:docMk/>
            <pc:sldMk cId="2373643351" sldId="287"/>
            <ac:spMk id="6" creationId="{ED213100-5A00-33EE-9D66-9F4B80EDC912}"/>
          </ac:spMkLst>
        </pc:spChg>
        <pc:spChg chg="add mod">
          <ac:chgData name="弘樹 中村" userId="a025bb5ecfdc7ca2" providerId="LiveId" clId="{AC29752E-9633-413F-A998-E9529B1C9327}" dt="2025-12-26T05:51:42.538" v="6748" actId="554"/>
          <ac:spMkLst>
            <pc:docMk/>
            <pc:sldMk cId="2373643351" sldId="287"/>
            <ac:spMk id="7" creationId="{E2CAA30F-7605-91FD-B28B-D95562F347C8}"/>
          </ac:spMkLst>
        </pc:spChg>
        <pc:spChg chg="add del mod">
          <ac:chgData name="弘樹 中村" userId="a025bb5ecfdc7ca2" providerId="LiveId" clId="{AC29752E-9633-413F-A998-E9529B1C9327}" dt="2025-12-26T05:49:20.132" v="6616" actId="478"/>
          <ac:spMkLst>
            <pc:docMk/>
            <pc:sldMk cId="2373643351" sldId="287"/>
            <ac:spMk id="8" creationId="{BA7B3FEE-E417-B30A-7D23-BFC10E3197BE}"/>
          </ac:spMkLst>
        </pc:spChg>
        <pc:spChg chg="add mod">
          <ac:chgData name="弘樹 中村" userId="a025bb5ecfdc7ca2" providerId="LiveId" clId="{AC29752E-9633-413F-A998-E9529B1C9327}" dt="2025-12-26T05:52:39.488" v="6760" actId="20577"/>
          <ac:spMkLst>
            <pc:docMk/>
            <pc:sldMk cId="2373643351" sldId="287"/>
            <ac:spMk id="9" creationId="{A7ABA4E8-B1BF-A126-2D21-4F04FD4DCF1D}"/>
          </ac:spMkLst>
        </pc:spChg>
        <pc:spChg chg="add mod">
          <ac:chgData name="弘樹 中村" userId="a025bb5ecfdc7ca2" providerId="LiveId" clId="{AC29752E-9633-413F-A998-E9529B1C9327}" dt="2025-12-26T05:52:45.241" v="6765" actId="20577"/>
          <ac:spMkLst>
            <pc:docMk/>
            <pc:sldMk cId="2373643351" sldId="287"/>
            <ac:spMk id="10" creationId="{DA8602C4-38F3-5E3D-BACE-BC1DC4915A4D}"/>
          </ac:spMkLst>
        </pc:spChg>
        <pc:spChg chg="add mod">
          <ac:chgData name="弘樹 中村" userId="a025bb5ecfdc7ca2" providerId="LiveId" clId="{AC29752E-9633-413F-A998-E9529B1C9327}" dt="2025-12-26T05:50:30.472" v="6734" actId="1038"/>
          <ac:spMkLst>
            <pc:docMk/>
            <pc:sldMk cId="2373643351" sldId="287"/>
            <ac:spMk id="11" creationId="{C76B0296-ADEF-1E67-84D5-9FB318D22DC0}"/>
          </ac:spMkLst>
        </pc:spChg>
        <pc:spChg chg="add mod">
          <ac:chgData name="弘樹 中村" userId="a025bb5ecfdc7ca2" providerId="LiveId" clId="{AC29752E-9633-413F-A998-E9529B1C9327}" dt="2025-12-26T05:52:49.570" v="6768" actId="20577"/>
          <ac:spMkLst>
            <pc:docMk/>
            <pc:sldMk cId="2373643351" sldId="287"/>
            <ac:spMk id="12" creationId="{31B1B0AD-A018-37F6-DC44-3564E4A6EACD}"/>
          </ac:spMkLst>
        </pc:spChg>
        <pc:spChg chg="add mod">
          <ac:chgData name="弘樹 中村" userId="a025bb5ecfdc7ca2" providerId="LiveId" clId="{AC29752E-9633-413F-A998-E9529B1C9327}" dt="2025-12-26T05:52:56.745" v="6773" actId="20577"/>
          <ac:spMkLst>
            <pc:docMk/>
            <pc:sldMk cId="2373643351" sldId="287"/>
            <ac:spMk id="13" creationId="{71DDF908-229C-5FA1-F391-466081DE359D}"/>
          </ac:spMkLst>
        </pc:spChg>
        <pc:spChg chg="add del mod">
          <ac:chgData name="弘樹 中村" userId="a025bb5ecfdc7ca2" providerId="LiveId" clId="{AC29752E-9633-413F-A998-E9529B1C9327}" dt="2025-12-26T05:51:00.135" v="6736" actId="478"/>
          <ac:spMkLst>
            <pc:docMk/>
            <pc:sldMk cId="2373643351" sldId="287"/>
            <ac:spMk id="14" creationId="{585AA70E-7F2E-8CFC-5DAF-C85D634165AD}"/>
          </ac:spMkLst>
        </pc:spChg>
        <pc:spChg chg="add mod">
          <ac:chgData name="弘樹 中村" userId="a025bb5ecfdc7ca2" providerId="LiveId" clId="{AC29752E-9633-413F-A998-E9529B1C9327}" dt="2025-12-26T05:51:42.538" v="6748" actId="554"/>
          <ac:spMkLst>
            <pc:docMk/>
            <pc:sldMk cId="2373643351" sldId="287"/>
            <ac:spMk id="15" creationId="{FEAB997B-3B1A-7A4B-C1E3-F43035A0EB1B}"/>
          </ac:spMkLst>
        </pc:spChg>
        <pc:spChg chg="add mod">
          <ac:chgData name="弘樹 中村" userId="a025bb5ecfdc7ca2" providerId="LiveId" clId="{AC29752E-9633-413F-A998-E9529B1C9327}" dt="2025-12-26T05:51:48.913" v="6749" actId="554"/>
          <ac:spMkLst>
            <pc:docMk/>
            <pc:sldMk cId="2373643351" sldId="287"/>
            <ac:spMk id="16" creationId="{EAF71668-FD39-BB1F-2355-3363EB10D466}"/>
          </ac:spMkLst>
        </pc:spChg>
        <pc:spChg chg="add mod">
          <ac:chgData name="弘樹 中村" userId="a025bb5ecfdc7ca2" providerId="LiveId" clId="{AC29752E-9633-413F-A998-E9529B1C9327}" dt="2025-12-26T05:51:58.977" v="6751" actId="554"/>
          <ac:spMkLst>
            <pc:docMk/>
            <pc:sldMk cId="2373643351" sldId="287"/>
            <ac:spMk id="17" creationId="{74EBD940-68EA-747E-B7FB-9417C22F9679}"/>
          </ac:spMkLst>
        </pc:spChg>
        <pc:spChg chg="add mod">
          <ac:chgData name="弘樹 中村" userId="a025bb5ecfdc7ca2" providerId="LiveId" clId="{AC29752E-9633-413F-A998-E9529B1C9327}" dt="2025-12-26T05:52:07.411" v="6752" actId="571"/>
          <ac:spMkLst>
            <pc:docMk/>
            <pc:sldMk cId="2373643351" sldId="287"/>
            <ac:spMk id="18" creationId="{FAA40142-F1F8-C2EA-6037-9ED42B18ADA9}"/>
          </ac:spMkLst>
        </pc:spChg>
        <pc:spChg chg="add mod">
          <ac:chgData name="弘樹 中村" userId="a025bb5ecfdc7ca2" providerId="LiveId" clId="{AC29752E-9633-413F-A998-E9529B1C9327}" dt="2025-12-26T05:52:13.830" v="6753" actId="571"/>
          <ac:spMkLst>
            <pc:docMk/>
            <pc:sldMk cId="2373643351" sldId="287"/>
            <ac:spMk id="19" creationId="{C7743053-A2F0-CD1F-9E53-4A271FA01B97}"/>
          </ac:spMkLst>
        </pc:spChg>
        <pc:spChg chg="add mod">
          <ac:chgData name="弘樹 中村" userId="a025bb5ecfdc7ca2" providerId="LiveId" clId="{AC29752E-9633-413F-A998-E9529B1C9327}" dt="2025-12-26T05:52:18.942" v="6754" actId="571"/>
          <ac:spMkLst>
            <pc:docMk/>
            <pc:sldMk cId="2373643351" sldId="287"/>
            <ac:spMk id="20" creationId="{B33D112B-009D-7883-811C-009B48BF8792}"/>
          </ac:spMkLst>
        </pc:spChg>
        <pc:spChg chg="add mod">
          <ac:chgData name="弘樹 中村" userId="a025bb5ecfdc7ca2" providerId="LiveId" clId="{AC29752E-9633-413F-A998-E9529B1C9327}" dt="2025-12-26T05:52:23.214" v="6755" actId="571"/>
          <ac:spMkLst>
            <pc:docMk/>
            <pc:sldMk cId="2373643351" sldId="287"/>
            <ac:spMk id="21" creationId="{78109DB2-6BD5-B5E7-1B6F-D93E920A9C99}"/>
          </ac:spMkLst>
        </pc:spChg>
        <pc:spChg chg="add mod">
          <ac:chgData name="弘樹 中村" userId="a025bb5ecfdc7ca2" providerId="LiveId" clId="{AC29752E-9633-413F-A998-E9529B1C9327}" dt="2025-12-26T05:52:28.066" v="6756" actId="571"/>
          <ac:spMkLst>
            <pc:docMk/>
            <pc:sldMk cId="2373643351" sldId="287"/>
            <ac:spMk id="22" creationId="{588D6FD0-3172-8961-8637-104856F18B4C}"/>
          </ac:spMkLst>
        </pc:spChg>
        <pc:spChg chg="add mod">
          <ac:chgData name="弘樹 中村" userId="a025bb5ecfdc7ca2" providerId="LiveId" clId="{AC29752E-9633-413F-A998-E9529B1C9327}" dt="2025-12-26T05:52:32.894" v="6757" actId="571"/>
          <ac:spMkLst>
            <pc:docMk/>
            <pc:sldMk cId="2373643351" sldId="287"/>
            <ac:spMk id="23" creationId="{72ADDF5F-0D5B-4917-0F17-C5363CD469C2}"/>
          </ac:spMkLst>
        </pc:spChg>
      </pc:sldChg>
      <pc:sldChg chg="add del">
        <pc:chgData name="弘樹 中村" userId="a025bb5ecfdc7ca2" providerId="LiveId" clId="{AC29752E-9633-413F-A998-E9529B1C9327}" dt="2025-12-26T05:44:19.526" v="6407"/>
        <pc:sldMkLst>
          <pc:docMk/>
          <pc:sldMk cId="3434973316" sldId="287"/>
        </pc:sldMkLst>
      </pc:sldChg>
      <pc:sldChg chg="add del">
        <pc:chgData name="弘樹 中村" userId="a025bb5ecfdc7ca2" providerId="LiveId" clId="{AC29752E-9633-413F-A998-E9529B1C9327}" dt="2025-12-26T05:44:23.297" v="6409"/>
        <pc:sldMkLst>
          <pc:docMk/>
          <pc:sldMk cId="3995296709" sldId="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60D940-0496-4941-905E-110278D7E7E1}" type="datetimeFigureOut">
              <a:rPr kumimoji="1" lang="ja-JP" altLang="en-US" smtClean="0"/>
              <a:t>2026/10/2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745867-114E-467F-933C-43ADD01970CD}" type="slidenum">
              <a:rPr kumimoji="1" lang="ja-JP" altLang="en-US" smtClean="0"/>
              <a:t>‹#›</a:t>
            </a:fld>
            <a:endParaRPr kumimoji="1" lang="ja-JP" altLang="en-US"/>
          </a:p>
        </p:txBody>
      </p:sp>
    </p:spTree>
    <p:extLst>
      <p:ext uri="{BB962C8B-B14F-4D97-AF65-F5344CB8AC3E}">
        <p14:creationId xmlns:p14="http://schemas.microsoft.com/office/powerpoint/2010/main" val="17444432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57745867-114E-467F-933C-43ADD01970CD}" type="slidenum">
              <a:rPr kumimoji="1" lang="ja-JP" altLang="en-US" smtClean="0"/>
              <a:t>6</a:t>
            </a:fld>
            <a:endParaRPr kumimoji="1" lang="ja-JP" altLang="en-US"/>
          </a:p>
        </p:txBody>
      </p:sp>
    </p:spTree>
    <p:extLst>
      <p:ext uri="{BB962C8B-B14F-4D97-AF65-F5344CB8AC3E}">
        <p14:creationId xmlns:p14="http://schemas.microsoft.com/office/powerpoint/2010/main" val="27951518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76CB974-6965-3B05-22C5-D7ABD8B670B8}"/>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B95E1E01-BBD1-8D09-DD42-3B2674861F1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481568C-6E3F-DDC4-62FD-3B38E97BC86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
        <p:nvSpPr>
          <p:cNvPr id="19" name="タイトル プレースホルダー 1">
            <a:extLst>
              <a:ext uri="{FF2B5EF4-FFF2-40B4-BE49-F238E27FC236}">
                <a16:creationId xmlns:a16="http://schemas.microsoft.com/office/drawing/2014/main" id="{F5448BF9-421D-682B-97F0-3386334EF2B4}"/>
              </a:ext>
            </a:extLst>
          </p:cNvPr>
          <p:cNvSpPr txBox="1">
            <a:spLocks/>
          </p:cNvSpPr>
          <p:nvPr userDrawn="1"/>
        </p:nvSpPr>
        <p:spPr>
          <a:xfrm>
            <a:off x="355600" y="981078"/>
            <a:ext cx="11506200" cy="60641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endParaRPr lang="ja-JP" altLang="en-US" dirty="0"/>
          </a:p>
        </p:txBody>
      </p:sp>
    </p:spTree>
    <p:extLst>
      <p:ext uri="{BB962C8B-B14F-4D97-AF65-F5344CB8AC3E}">
        <p14:creationId xmlns:p14="http://schemas.microsoft.com/office/powerpoint/2010/main" val="15227181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EEE96987-1474-034D-4B91-DA1366DBAADC}"/>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023E1FDD-ACA4-AA64-0A41-20B5F418309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4EF6310-7943-3617-498B-10AAE18E6D94}"/>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1573038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7AD362-CCE4-0138-34C0-74808599B59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F52A03E-16D7-EB7B-A856-B6C414702E3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FB607D9-BE18-1CA4-2567-38A4D665985B}"/>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12D6161D-3BA0-12A7-EDDD-84AF39D535A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C109196-30B9-3BA9-7378-2B646B148D4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408524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5E107B-94EB-CA6A-9434-B517B78814C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091A68D-D644-05F1-EC2B-B435C07973F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6769D75-4D40-B663-63B0-062F751EBE5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E6C5320-846E-46F4-F02F-89FEE981C5BF}"/>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6" name="フッター プレースホルダー 5">
            <a:extLst>
              <a:ext uri="{FF2B5EF4-FFF2-40B4-BE49-F238E27FC236}">
                <a16:creationId xmlns:a16="http://schemas.microsoft.com/office/drawing/2014/main" id="{BBB90F69-439E-906B-F6F2-6A175E62A75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0D91C6E-E0CA-6F0E-E004-87E58414DFA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6793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51B5D0-3CE0-0809-87A5-67D6A638AF1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E82A07-D943-14BC-1DA5-7577411A46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F0DF91F-8EAE-3475-4135-E993288EE6A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246EA62-CEEC-99A6-4959-1D70A6BD2E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53D2A83-8D3E-F815-6FB1-28DB99F6E8D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5F72EAB-3580-B0A9-91CC-117290E04114}"/>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8" name="フッター プレースホルダー 7">
            <a:extLst>
              <a:ext uri="{FF2B5EF4-FFF2-40B4-BE49-F238E27FC236}">
                <a16:creationId xmlns:a16="http://schemas.microsoft.com/office/drawing/2014/main" id="{F572CF3B-0559-E47E-AFDF-D07C78B9C9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03BBED3-5D9B-D2D0-0CB8-B479204C9207}"/>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1894224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7FFFF-1F39-F244-C20B-95FFFA0D5B7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69DAD91-03CE-A711-F26A-D2035B0034DC}"/>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4" name="フッター プレースホルダー 3">
            <a:extLst>
              <a:ext uri="{FF2B5EF4-FFF2-40B4-BE49-F238E27FC236}">
                <a16:creationId xmlns:a16="http://schemas.microsoft.com/office/drawing/2014/main" id="{A0176CE3-533A-EA58-4674-9C7B7CC91DB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B837AAD-12CA-E083-138A-4A44672925C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70339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FF35215-C192-AB02-9DBE-F70BF57433DB}"/>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3" name="フッター プレースホルダー 2">
            <a:extLst>
              <a:ext uri="{FF2B5EF4-FFF2-40B4-BE49-F238E27FC236}">
                <a16:creationId xmlns:a16="http://schemas.microsoft.com/office/drawing/2014/main" id="{C44F8E8A-76A5-72AE-9C33-55F23040A58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D228C80-18E8-EB4A-6D72-36233AE4316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50623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395B-9EC9-F820-B6CF-BDC7B0610C6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254441-A095-775A-11FA-4ECA6B866C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0252438A-77AE-9D95-5ADE-1810E06147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C934D5-B163-194D-5902-936123785AC2}"/>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6" name="フッター プレースホルダー 5">
            <a:extLst>
              <a:ext uri="{FF2B5EF4-FFF2-40B4-BE49-F238E27FC236}">
                <a16:creationId xmlns:a16="http://schemas.microsoft.com/office/drawing/2014/main" id="{4DEB49EA-18A0-8C85-FC81-E4742813763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6BE151B-A72F-FEE7-80E0-78907CC6F9E8}"/>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444598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076550-EE61-3F6E-6846-A405F874119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C75BD5-9055-E6D2-9EB8-9FA6CC8B91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E7205C2-0F37-154A-EF89-87DA9DD2BE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220F01C-9045-C0AC-2C65-9645DD15229A}"/>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6" name="フッター プレースホルダー 5">
            <a:extLst>
              <a:ext uri="{FF2B5EF4-FFF2-40B4-BE49-F238E27FC236}">
                <a16:creationId xmlns:a16="http://schemas.microsoft.com/office/drawing/2014/main" id="{DE296708-5A4D-F288-6864-C5C6AFA999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73568F7-0F73-AF47-9559-56364FCCA91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449097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50A875-B467-4AE7-8320-8366CE103E4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7AE5161-F73D-6300-C77B-00B9080629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0AD1774-5BD4-022E-280B-F07918F2BB47}"/>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21FDD860-79BF-83F7-41CE-6BE0EEAE54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D3EE30-B4B0-6F12-CBEE-7ADE4718CD43}"/>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77533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129DAA8-8FD8-C24F-2BA1-E47ADE21F87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AA1B9A7-0AB5-59E1-EEE0-A426399EA9A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346EDEC-6654-0C01-8323-D872787FC87B}"/>
              </a:ext>
            </a:extLst>
          </p:cNvPr>
          <p:cNvSpPr>
            <a:spLocks noGrp="1"/>
          </p:cNvSpPr>
          <p:nvPr>
            <p:ph type="dt" sz="half" idx="10"/>
          </p:nvPr>
        </p:nvSpPr>
        <p:spPr/>
        <p:txBody>
          <a:body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6AAA2A5E-461D-D277-74B4-F7DAA98764A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3CF1EB9-728C-F7DD-4813-E76D8E66728F}"/>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169963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3C2996E-F3C1-B5E7-8B83-027DA8B96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B43E46F3-7EDF-6B23-ED04-7DBB49F401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C9AA5DB-07EC-165B-50EE-33369E5761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5B6A4E-7C34-4A40-8B61-BB0C6AAC2A27}" type="datetimeFigureOut">
              <a:rPr kumimoji="1" lang="ja-JP" altLang="en-US" smtClean="0"/>
              <a:t>2026/10/2</a:t>
            </a:fld>
            <a:endParaRPr kumimoji="1" lang="ja-JP" altLang="en-US"/>
          </a:p>
        </p:txBody>
      </p:sp>
      <p:sp>
        <p:nvSpPr>
          <p:cNvPr id="5" name="フッター プレースホルダー 4">
            <a:extLst>
              <a:ext uri="{FF2B5EF4-FFF2-40B4-BE49-F238E27FC236}">
                <a16:creationId xmlns:a16="http://schemas.microsoft.com/office/drawing/2014/main" id="{D64261CF-F9A8-A78C-E381-D8BAF390D5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9DE0BC9-A1C9-5BBF-44A0-F664E1A5C4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31579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9.jpe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book.impress.co.jp/books/1124101149"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グループ化 3">
            <a:extLst>
              <a:ext uri="{FF2B5EF4-FFF2-40B4-BE49-F238E27FC236}">
                <a16:creationId xmlns:a16="http://schemas.microsoft.com/office/drawing/2014/main" id="{DDBC31ED-067E-28C0-BF64-3410795368BC}"/>
              </a:ext>
            </a:extLst>
          </p:cNvPr>
          <p:cNvGrpSpPr/>
          <p:nvPr/>
        </p:nvGrpSpPr>
        <p:grpSpPr>
          <a:xfrm>
            <a:off x="1053170" y="1257300"/>
            <a:ext cx="7925730" cy="4296318"/>
            <a:chOff x="1103970" y="596900"/>
            <a:chExt cx="7176430" cy="4131218"/>
          </a:xfrm>
        </p:grpSpPr>
        <p:sp>
          <p:nvSpPr>
            <p:cNvPr id="5" name="正方形/長方形 4">
              <a:extLst>
                <a:ext uri="{FF2B5EF4-FFF2-40B4-BE49-F238E27FC236}">
                  <a16:creationId xmlns:a16="http://schemas.microsoft.com/office/drawing/2014/main" id="{9F2902F8-F03B-98EE-0E63-39A5D1BB8DF8}"/>
                </a:ext>
              </a:extLst>
            </p:cNvPr>
            <p:cNvSpPr/>
            <p:nvPr userDrawn="1"/>
          </p:nvSpPr>
          <p:spPr>
            <a:xfrm>
              <a:off x="1103970" y="2018371"/>
              <a:ext cx="7176430" cy="2709747"/>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kumimoji="1" lang="en-US" altLang="ja-JP" sz="2400" dirty="0">
                <a:solidFill>
                  <a:schemeClr val="tx1">
                    <a:lumMod val="75000"/>
                  </a:schemeClr>
                </a:solidFill>
              </a:endParaRPr>
            </a:p>
            <a:p>
              <a:r>
                <a:rPr lang="ja-JP" altLang="en-US" sz="3600" b="1" dirty="0">
                  <a:solidFill>
                    <a:schemeClr val="tx1">
                      <a:lumMod val="75000"/>
                    </a:schemeClr>
                  </a:solidFill>
                </a:rPr>
                <a:t>複雑性</a:t>
              </a:r>
              <a:r>
                <a:rPr lang="en-US" altLang="ja-JP" sz="3600" b="1" dirty="0">
                  <a:solidFill>
                    <a:schemeClr val="tx1">
                      <a:lumMod val="75000"/>
                    </a:schemeClr>
                  </a:solidFill>
                </a:rPr>
                <a:t>_5</a:t>
              </a:r>
              <a:r>
                <a:rPr lang="ja-JP" altLang="en-US" sz="3600" b="1" dirty="0">
                  <a:solidFill>
                    <a:schemeClr val="tx1">
                      <a:lumMod val="75000"/>
                    </a:schemeClr>
                  </a:solidFill>
                </a:rPr>
                <a:t>分類と</a:t>
              </a:r>
              <a:endParaRPr lang="en-US" altLang="ja-JP" sz="3600" b="1" dirty="0">
                <a:solidFill>
                  <a:schemeClr val="tx1">
                    <a:lumMod val="75000"/>
                  </a:schemeClr>
                </a:solidFill>
              </a:endParaRPr>
            </a:p>
            <a:p>
              <a:r>
                <a:rPr lang="ja-JP" altLang="en-US" sz="3600" b="1" dirty="0">
                  <a:solidFill>
                    <a:schemeClr val="tx1">
                      <a:lumMod val="75000"/>
                    </a:schemeClr>
                  </a:solidFill>
                </a:rPr>
                <a:t>それぞれで可能な対処について</a:t>
              </a:r>
              <a:endParaRPr kumimoji="1" lang="en-US" altLang="ja-JP" sz="3600" b="1" dirty="0">
                <a:solidFill>
                  <a:schemeClr val="tx1">
                    <a:lumMod val="75000"/>
                  </a:schemeClr>
                </a:solidFill>
              </a:endParaRPr>
            </a:p>
            <a:p>
              <a:pPr algn="l"/>
              <a:r>
                <a:rPr kumimoji="1" lang="ja-JP" altLang="en-US" sz="2400" b="0" dirty="0">
                  <a:solidFill>
                    <a:schemeClr val="tx1">
                      <a:lumMod val="75000"/>
                    </a:schemeClr>
                  </a:solidFill>
                </a:rPr>
                <a:t>ナカムラ ヒロキ</a:t>
              </a:r>
              <a:endParaRPr kumimoji="1" lang="en-US" altLang="ja-JP" sz="2400" b="0" dirty="0">
                <a:solidFill>
                  <a:schemeClr val="tx1">
                    <a:lumMod val="75000"/>
                  </a:schemeClr>
                </a:solidFill>
              </a:endParaRPr>
            </a:p>
            <a:p>
              <a:pPr algn="l"/>
              <a:r>
                <a:rPr kumimoji="1" lang="en-US" altLang="ja-JP" sz="2400" b="0" dirty="0">
                  <a:solidFill>
                    <a:schemeClr val="tx1">
                      <a:lumMod val="75000"/>
                    </a:schemeClr>
                  </a:solidFill>
                </a:rPr>
                <a:t>2026</a:t>
              </a:r>
              <a:r>
                <a:rPr kumimoji="1" lang="ja-JP" altLang="en-US" sz="2400" b="0" dirty="0">
                  <a:solidFill>
                    <a:schemeClr val="tx1">
                      <a:lumMod val="75000"/>
                    </a:schemeClr>
                  </a:solidFill>
                </a:rPr>
                <a:t>年</a:t>
              </a:r>
              <a:r>
                <a:rPr lang="en-US" altLang="ja-JP" sz="2400" dirty="0">
                  <a:solidFill>
                    <a:schemeClr val="tx1">
                      <a:lumMod val="75000"/>
                    </a:schemeClr>
                  </a:solidFill>
                </a:rPr>
                <a:t>10</a:t>
              </a:r>
              <a:r>
                <a:rPr kumimoji="1" lang="ja-JP" altLang="en-US" sz="2400" b="0" dirty="0">
                  <a:solidFill>
                    <a:schemeClr val="tx1">
                      <a:lumMod val="75000"/>
                    </a:schemeClr>
                  </a:solidFill>
                </a:rPr>
                <a:t>月</a:t>
              </a:r>
              <a:r>
                <a:rPr lang="en-US" altLang="ja-JP" sz="2400" dirty="0">
                  <a:solidFill>
                    <a:schemeClr val="tx1">
                      <a:lumMod val="75000"/>
                    </a:schemeClr>
                  </a:solidFill>
                </a:rPr>
                <a:t>10</a:t>
              </a:r>
              <a:r>
                <a:rPr kumimoji="1" lang="ja-JP" altLang="en-US" sz="2400" b="0" dirty="0">
                  <a:solidFill>
                    <a:schemeClr val="tx1">
                      <a:lumMod val="75000"/>
                    </a:schemeClr>
                  </a:solidFill>
                </a:rPr>
                <a:t>日</a:t>
              </a:r>
            </a:p>
          </p:txBody>
        </p:sp>
        <p:sp>
          <p:nvSpPr>
            <p:cNvPr id="6" name="二等辺三角形 5">
              <a:extLst>
                <a:ext uri="{FF2B5EF4-FFF2-40B4-BE49-F238E27FC236}">
                  <a16:creationId xmlns:a16="http://schemas.microsoft.com/office/drawing/2014/main" id="{40983595-4389-6DBC-4C66-952AD4CFA6D5}"/>
                </a:ext>
              </a:extLst>
            </p:cNvPr>
            <p:cNvSpPr/>
            <p:nvPr userDrawn="1"/>
          </p:nvSpPr>
          <p:spPr>
            <a:xfrm>
              <a:off x="1104899" y="596900"/>
              <a:ext cx="7175483" cy="1422400"/>
            </a:xfrm>
            <a:prstGeom prst="triangle">
              <a:avLst>
                <a:gd name="adj" fmla="val 100000"/>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ja-JP" altLang="en-US"/>
            </a:p>
          </p:txBody>
        </p:sp>
      </p:grpSp>
    </p:spTree>
    <p:extLst>
      <p:ext uri="{BB962C8B-B14F-4D97-AF65-F5344CB8AC3E}">
        <p14:creationId xmlns:p14="http://schemas.microsoft.com/office/powerpoint/2010/main" val="1592062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3A6939-426B-4FB5-1811-E120EE5ED799}"/>
              </a:ext>
            </a:extLst>
          </p:cNvPr>
          <p:cNvSpPr>
            <a:spLocks noGrp="1"/>
          </p:cNvSpPr>
          <p:nvPr>
            <p:ph type="title" idx="4294967295"/>
          </p:nvPr>
        </p:nvSpPr>
        <p:spPr>
          <a:xfrm>
            <a:off x="336389" y="522414"/>
            <a:ext cx="11517355" cy="600075"/>
          </a:xfrm>
        </p:spPr>
        <p:txBody>
          <a:bodyPr anchor="t" anchorCtr="0">
            <a:normAutofit/>
          </a:bodyPr>
          <a:lstStyle/>
          <a:p>
            <a:r>
              <a:rPr kumimoji="1" lang="ja-JP" altLang="en-US" sz="3600" dirty="0"/>
              <a:t>目次</a:t>
            </a:r>
          </a:p>
        </p:txBody>
      </p:sp>
      <p:graphicFrame>
        <p:nvGraphicFramePr>
          <p:cNvPr id="3" name="表 2">
            <a:extLst>
              <a:ext uri="{FF2B5EF4-FFF2-40B4-BE49-F238E27FC236}">
                <a16:creationId xmlns:a16="http://schemas.microsoft.com/office/drawing/2014/main" id="{AD0D4A61-9C4A-4BF6-85EA-EC962F3F3BFC}"/>
              </a:ext>
            </a:extLst>
          </p:cNvPr>
          <p:cNvGraphicFramePr>
            <a:graphicFrameLocks noGrp="1"/>
          </p:cNvGraphicFramePr>
          <p:nvPr>
            <p:extLst>
              <p:ext uri="{D42A27DB-BD31-4B8C-83A1-F6EECF244321}">
                <p14:modId xmlns:p14="http://schemas.microsoft.com/office/powerpoint/2010/main" val="3641497377"/>
              </p:ext>
            </p:extLst>
          </p:nvPr>
        </p:nvGraphicFramePr>
        <p:xfrm>
          <a:off x="323687" y="1276608"/>
          <a:ext cx="11530057" cy="4763636"/>
        </p:xfrm>
        <a:graphic>
          <a:graphicData uri="http://schemas.openxmlformats.org/drawingml/2006/table">
            <a:tbl>
              <a:tblPr firstRow="1" bandRow="1">
                <a:tableStyleId>{F5AB1C69-6EDB-4FF4-983F-18BD219EF322}</a:tableStyleId>
              </a:tblPr>
              <a:tblGrid>
                <a:gridCol w="743113">
                  <a:extLst>
                    <a:ext uri="{9D8B030D-6E8A-4147-A177-3AD203B41FA5}">
                      <a16:colId xmlns:a16="http://schemas.microsoft.com/office/drawing/2014/main" val="851819213"/>
                    </a:ext>
                  </a:extLst>
                </a:gridCol>
                <a:gridCol w="3072493">
                  <a:extLst>
                    <a:ext uri="{9D8B030D-6E8A-4147-A177-3AD203B41FA5}">
                      <a16:colId xmlns:a16="http://schemas.microsoft.com/office/drawing/2014/main" val="618744104"/>
                    </a:ext>
                  </a:extLst>
                </a:gridCol>
                <a:gridCol w="5110843">
                  <a:extLst>
                    <a:ext uri="{9D8B030D-6E8A-4147-A177-3AD203B41FA5}">
                      <a16:colId xmlns:a16="http://schemas.microsoft.com/office/drawing/2014/main" val="952234859"/>
                    </a:ext>
                  </a:extLst>
                </a:gridCol>
                <a:gridCol w="2603608">
                  <a:extLst>
                    <a:ext uri="{9D8B030D-6E8A-4147-A177-3AD203B41FA5}">
                      <a16:colId xmlns:a16="http://schemas.microsoft.com/office/drawing/2014/main" val="2162630281"/>
                    </a:ext>
                  </a:extLst>
                </a:gridCol>
              </a:tblGrid>
              <a:tr h="50729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タイトル</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07298">
                <a:tc>
                  <a:txBody>
                    <a:bodyPr/>
                    <a:lstStyle/>
                    <a:p>
                      <a:r>
                        <a:rPr kumimoji="1" lang="en-US" altLang="ja-JP" dirty="0"/>
                        <a:t>1</a:t>
                      </a:r>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「複雑性」という概念について</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システム設計における結合と複雑性の関連</a:t>
                      </a:r>
                      <a:endParaRPr kumimoji="1" lang="en-US" altLang="ja-JP" dirty="0"/>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507298">
                <a:tc>
                  <a:txBody>
                    <a:bodyPr/>
                    <a:lstStyle/>
                    <a:p>
                      <a:r>
                        <a:rPr kumimoji="1" lang="en-US" altLang="ja-JP" dirty="0"/>
                        <a:t>2</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主観としての「複雑性」</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複雑性は、絶対的ではなくて自分がどのように認識するかによって変わる</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507298">
                <a:tc>
                  <a:txBody>
                    <a:bodyPr/>
                    <a:lstStyle/>
                    <a:p>
                      <a:r>
                        <a:rPr kumimoji="1" lang="en-US" altLang="ja-JP" dirty="0"/>
                        <a:t>3</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「複雑性」の</a:t>
                      </a:r>
                      <a:r>
                        <a:rPr kumimoji="1" lang="en-US" altLang="ja-JP" dirty="0"/>
                        <a:t>5</a:t>
                      </a:r>
                      <a:r>
                        <a:rPr kumimoji="1" lang="ja-JP" altLang="en-US" dirty="0"/>
                        <a:t>段階</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複雑性は、その状況により</a:t>
                      </a:r>
                      <a:r>
                        <a:rPr kumimoji="1" lang="en-US" altLang="ja-JP" dirty="0"/>
                        <a:t>5</a:t>
                      </a:r>
                      <a:r>
                        <a:rPr kumimoji="1" lang="ja-JP" altLang="en-US" dirty="0"/>
                        <a:t>段階に分類することができる</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07298">
                <a:tc>
                  <a:txBody>
                    <a:bodyPr/>
                    <a:lstStyle/>
                    <a:p>
                      <a:r>
                        <a:rPr kumimoji="1" lang="en-US" altLang="ja-JP" dirty="0"/>
                        <a:t>4</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それぞれの段階でできる対処</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en-US" altLang="ja-JP" dirty="0"/>
                        <a:t>5</a:t>
                      </a:r>
                      <a:r>
                        <a:rPr kumimoji="1" lang="ja-JP" altLang="en-US" dirty="0"/>
                        <a:t>段階それぞれで実施できる対処が異なる</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507298">
                <a:tc>
                  <a:txBody>
                    <a:bodyPr/>
                    <a:lstStyle/>
                    <a:p>
                      <a:r>
                        <a:rPr kumimoji="1" lang="en-US" altLang="ja-JP" dirty="0"/>
                        <a:t>5</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まとめ</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l"/>
                      <a:r>
                        <a:rPr kumimoji="1" lang="ja-JP" altLang="en-US" dirty="0"/>
                        <a:t>問題を解くには、問題文を読まなければいけない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r h="507298">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参考文献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26560638"/>
                  </a:ext>
                </a:extLst>
              </a:tr>
            </a:tbl>
          </a:graphicData>
        </a:graphic>
      </p:graphicFrame>
    </p:spTree>
    <p:extLst>
      <p:ext uri="{BB962C8B-B14F-4D97-AF65-F5344CB8AC3E}">
        <p14:creationId xmlns:p14="http://schemas.microsoft.com/office/powerpoint/2010/main" val="2332080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6C4BD-EC86-5470-ABF7-73324851CA17}"/>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31A3C11-65C9-F92B-1236-B075DB0444A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0729D99A-440A-EE0B-A08E-79E0596E70A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システムは、なにかとなにかが「結合」することで、</a:t>
            </a:r>
            <a:r>
              <a:rPr lang="ja-JP" altLang="en-US" sz="2800"/>
              <a:t>成立するが、「結合」は「複雑性」を発生させる。</a:t>
            </a:r>
            <a:endParaRPr lang="en-US" altLang="ja-JP" sz="2800" dirty="0"/>
          </a:p>
        </p:txBody>
      </p:sp>
      <p:sp>
        <p:nvSpPr>
          <p:cNvPr id="4" name="タイトル プレースホルダー 1">
            <a:extLst>
              <a:ext uri="{FF2B5EF4-FFF2-40B4-BE49-F238E27FC236}">
                <a16:creationId xmlns:a16="http://schemas.microsoft.com/office/drawing/2014/main" id="{8580AE27-D297-E327-4251-2AFF54AA5FB1}"/>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「複雑性」という概念について</a:t>
            </a:r>
            <a:endParaRPr lang="en-US" altLang="ja-JP" dirty="0"/>
          </a:p>
        </p:txBody>
      </p:sp>
      <p:sp>
        <p:nvSpPr>
          <p:cNvPr id="5" name="タイトル プレースホルダー 1">
            <a:extLst>
              <a:ext uri="{FF2B5EF4-FFF2-40B4-BE49-F238E27FC236}">
                <a16:creationId xmlns:a16="http://schemas.microsoft.com/office/drawing/2014/main" id="{5999C7C8-0242-8EEF-9FDD-8383BD58DC6B}"/>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134BC567-78BF-77F2-7FE7-DE0358850CBC}"/>
              </a:ext>
            </a:extLst>
          </p:cNvPr>
          <p:cNvSpPr/>
          <p:nvPr/>
        </p:nvSpPr>
        <p:spPr>
          <a:xfrm>
            <a:off x="355600" y="2353582"/>
            <a:ext cx="4612822" cy="395830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楕円 6">
            <a:extLst>
              <a:ext uri="{FF2B5EF4-FFF2-40B4-BE49-F238E27FC236}">
                <a16:creationId xmlns:a16="http://schemas.microsoft.com/office/drawing/2014/main" id="{83DC1DFC-E4CA-3C13-7B09-B05E437ABCA6}"/>
              </a:ext>
            </a:extLst>
          </p:cNvPr>
          <p:cNvSpPr/>
          <p:nvPr/>
        </p:nvSpPr>
        <p:spPr>
          <a:xfrm>
            <a:off x="1902732" y="2743198"/>
            <a:ext cx="1518557" cy="93889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LB</a:t>
            </a:r>
            <a:endParaRPr kumimoji="1" lang="ja-JP" altLang="en-US" dirty="0">
              <a:solidFill>
                <a:schemeClr val="tx1">
                  <a:lumMod val="75000"/>
                </a:schemeClr>
              </a:solidFill>
            </a:endParaRPr>
          </a:p>
        </p:txBody>
      </p:sp>
      <p:cxnSp>
        <p:nvCxnSpPr>
          <p:cNvPr id="9" name="直線矢印コネクタ 8">
            <a:extLst>
              <a:ext uri="{FF2B5EF4-FFF2-40B4-BE49-F238E27FC236}">
                <a16:creationId xmlns:a16="http://schemas.microsoft.com/office/drawing/2014/main" id="{E9D18584-F348-8A65-DC97-397183AB337C}"/>
              </a:ext>
            </a:extLst>
          </p:cNvPr>
          <p:cNvCxnSpPr>
            <a:cxnSpLocks/>
            <a:stCxn id="7" idx="3"/>
          </p:cNvCxnSpPr>
          <p:nvPr/>
        </p:nvCxnSpPr>
        <p:spPr>
          <a:xfrm flipH="1">
            <a:off x="1404258" y="3544593"/>
            <a:ext cx="720862" cy="9639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直線矢印コネクタ 10">
            <a:extLst>
              <a:ext uri="{FF2B5EF4-FFF2-40B4-BE49-F238E27FC236}">
                <a16:creationId xmlns:a16="http://schemas.microsoft.com/office/drawing/2014/main" id="{F46744C6-18ED-D1AF-E57B-4FEF2C1D6648}"/>
              </a:ext>
            </a:extLst>
          </p:cNvPr>
          <p:cNvCxnSpPr>
            <a:cxnSpLocks/>
            <a:stCxn id="7" idx="4"/>
          </p:cNvCxnSpPr>
          <p:nvPr/>
        </p:nvCxnSpPr>
        <p:spPr>
          <a:xfrm>
            <a:off x="2662011" y="3682091"/>
            <a:ext cx="0" cy="8481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C8F2E21E-0BC2-57A9-D473-849786DA1154}"/>
              </a:ext>
            </a:extLst>
          </p:cNvPr>
          <p:cNvCxnSpPr>
            <a:cxnSpLocks/>
            <a:stCxn id="7" idx="5"/>
          </p:cNvCxnSpPr>
          <p:nvPr/>
        </p:nvCxnSpPr>
        <p:spPr>
          <a:xfrm>
            <a:off x="3198901" y="3544593"/>
            <a:ext cx="759278" cy="9388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フローチャート: 処理 16">
            <a:extLst>
              <a:ext uri="{FF2B5EF4-FFF2-40B4-BE49-F238E27FC236}">
                <a16:creationId xmlns:a16="http://schemas.microsoft.com/office/drawing/2014/main" id="{148937E3-FE21-71ED-C17B-CCF323E2A41E}"/>
              </a:ext>
            </a:extLst>
          </p:cNvPr>
          <p:cNvSpPr/>
          <p:nvPr/>
        </p:nvSpPr>
        <p:spPr>
          <a:xfrm>
            <a:off x="733583"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Server</a:t>
            </a:r>
            <a:endParaRPr kumimoji="1" lang="ja-JP" altLang="en-US" dirty="0">
              <a:solidFill>
                <a:schemeClr val="tx1">
                  <a:lumMod val="75000"/>
                </a:schemeClr>
              </a:solidFill>
            </a:endParaRPr>
          </a:p>
        </p:txBody>
      </p:sp>
      <p:sp>
        <p:nvSpPr>
          <p:cNvPr id="20" name="フローチャート: 処理 19">
            <a:extLst>
              <a:ext uri="{FF2B5EF4-FFF2-40B4-BE49-F238E27FC236}">
                <a16:creationId xmlns:a16="http://schemas.microsoft.com/office/drawing/2014/main" id="{D2334AFF-D4D2-E3B8-9C9A-E54864C94287}"/>
              </a:ext>
            </a:extLst>
          </p:cNvPr>
          <p:cNvSpPr/>
          <p:nvPr/>
        </p:nvSpPr>
        <p:spPr>
          <a:xfrm>
            <a:off x="2142672"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Server</a:t>
            </a:r>
            <a:endParaRPr kumimoji="1" lang="ja-JP" altLang="en-US" dirty="0">
              <a:solidFill>
                <a:schemeClr val="tx1">
                  <a:lumMod val="75000"/>
                </a:schemeClr>
              </a:solidFill>
            </a:endParaRPr>
          </a:p>
        </p:txBody>
      </p:sp>
      <p:sp>
        <p:nvSpPr>
          <p:cNvPr id="21" name="フローチャート: 処理 20">
            <a:extLst>
              <a:ext uri="{FF2B5EF4-FFF2-40B4-BE49-F238E27FC236}">
                <a16:creationId xmlns:a16="http://schemas.microsoft.com/office/drawing/2014/main" id="{A5FECD22-0AF0-B0AE-CDF9-1410061E748B}"/>
              </a:ext>
            </a:extLst>
          </p:cNvPr>
          <p:cNvSpPr/>
          <p:nvPr/>
        </p:nvSpPr>
        <p:spPr>
          <a:xfrm>
            <a:off x="3551761"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Server</a:t>
            </a:r>
            <a:endParaRPr kumimoji="1" lang="ja-JP" altLang="en-US" dirty="0">
              <a:solidFill>
                <a:schemeClr val="tx1">
                  <a:lumMod val="75000"/>
                </a:schemeClr>
              </a:solidFill>
            </a:endParaRPr>
          </a:p>
        </p:txBody>
      </p:sp>
      <p:cxnSp>
        <p:nvCxnSpPr>
          <p:cNvPr id="23" name="直線矢印コネクタ 22">
            <a:extLst>
              <a:ext uri="{FF2B5EF4-FFF2-40B4-BE49-F238E27FC236}">
                <a16:creationId xmlns:a16="http://schemas.microsoft.com/office/drawing/2014/main" id="{D6AE3B2A-7D4C-6578-6A49-94876455E651}"/>
              </a:ext>
            </a:extLst>
          </p:cNvPr>
          <p:cNvCxnSpPr/>
          <p:nvPr/>
        </p:nvCxnSpPr>
        <p:spPr>
          <a:xfrm>
            <a:off x="2658225" y="5006835"/>
            <a:ext cx="0" cy="57753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4" name="フローチャート: 磁気ディスク 23">
            <a:extLst>
              <a:ext uri="{FF2B5EF4-FFF2-40B4-BE49-F238E27FC236}">
                <a16:creationId xmlns:a16="http://schemas.microsoft.com/office/drawing/2014/main" id="{F33115F7-19D6-3000-9DAD-5F074B0CE0CE}"/>
              </a:ext>
            </a:extLst>
          </p:cNvPr>
          <p:cNvSpPr/>
          <p:nvPr/>
        </p:nvSpPr>
        <p:spPr>
          <a:xfrm>
            <a:off x="2167799" y="5616626"/>
            <a:ext cx="1031102" cy="47663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DB</a:t>
            </a:r>
            <a:endParaRPr kumimoji="1" lang="ja-JP" altLang="en-US" dirty="0">
              <a:solidFill>
                <a:schemeClr val="tx1">
                  <a:lumMod val="75000"/>
                </a:schemeClr>
              </a:solidFill>
            </a:endParaRPr>
          </a:p>
        </p:txBody>
      </p:sp>
      <p:sp>
        <p:nvSpPr>
          <p:cNvPr id="25" name="フローチャート: 処理 24">
            <a:extLst>
              <a:ext uri="{FF2B5EF4-FFF2-40B4-BE49-F238E27FC236}">
                <a16:creationId xmlns:a16="http://schemas.microsoft.com/office/drawing/2014/main" id="{8764A24F-C790-A256-C755-61B044DB6CFA}"/>
              </a:ext>
            </a:extLst>
          </p:cNvPr>
          <p:cNvSpPr/>
          <p:nvPr/>
        </p:nvSpPr>
        <p:spPr>
          <a:xfrm>
            <a:off x="355599" y="2352513"/>
            <a:ext cx="1345607" cy="426455"/>
          </a:xfrm>
          <a:prstGeom prst="flowChartProcess">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システム</a:t>
            </a:r>
          </a:p>
        </p:txBody>
      </p:sp>
      <p:sp>
        <p:nvSpPr>
          <p:cNvPr id="26" name="テキスト ボックス 25">
            <a:extLst>
              <a:ext uri="{FF2B5EF4-FFF2-40B4-BE49-F238E27FC236}">
                <a16:creationId xmlns:a16="http://schemas.microsoft.com/office/drawing/2014/main" id="{A6685222-556A-5A45-4712-050B493071EB}"/>
              </a:ext>
            </a:extLst>
          </p:cNvPr>
          <p:cNvSpPr txBox="1"/>
          <p:nvPr/>
        </p:nvSpPr>
        <p:spPr>
          <a:xfrm>
            <a:off x="6164036" y="2394854"/>
            <a:ext cx="5672364" cy="2862322"/>
          </a:xfrm>
          <a:prstGeom prst="rect">
            <a:avLst/>
          </a:prstGeom>
          <a:noFill/>
        </p:spPr>
        <p:txBody>
          <a:bodyPr wrap="square" rtlCol="0">
            <a:spAutoFit/>
          </a:bodyPr>
          <a:lstStyle/>
          <a:p>
            <a:pPr marL="285750" indent="-285750">
              <a:buFont typeface="Arial" panose="020B0604020202020204" pitchFamily="34" charset="0"/>
              <a:buChar char="•"/>
            </a:pPr>
            <a:r>
              <a:rPr lang="ja-JP" altLang="ja-JP" dirty="0"/>
              <a:t>APIとDB、フロントエンドとバックエンドなど、</a:t>
            </a:r>
            <a:br>
              <a:rPr lang="en-US" altLang="ja-JP" dirty="0"/>
            </a:br>
            <a:r>
              <a:rPr lang="ja-JP" altLang="ja-JP" dirty="0"/>
              <a:t>システムは何かと何かが結びつくことで成立</a:t>
            </a:r>
            <a:r>
              <a:rPr lang="ja-JP" altLang="en-US" dirty="0"/>
              <a:t>する。</a:t>
            </a:r>
            <a:endParaRPr lang="en-US" altLang="ja-JP" dirty="0"/>
          </a:p>
          <a:p>
            <a:endParaRPr lang="en-US" altLang="ja-JP" dirty="0"/>
          </a:p>
          <a:p>
            <a:pPr marL="285750" indent="-285750">
              <a:buFont typeface="Arial" panose="020B0604020202020204" pitchFamily="34" charset="0"/>
              <a:buChar char="•"/>
            </a:pPr>
            <a:r>
              <a:rPr lang="ja-JP" altLang="en-US" dirty="0"/>
              <a:t>この何かと何かの結びつきを、「結合」という。</a:t>
            </a:r>
            <a:br>
              <a:rPr lang="en-US" altLang="ja-JP" dirty="0"/>
            </a:br>
            <a:r>
              <a:rPr lang="ja-JP" altLang="en-US" dirty="0"/>
              <a:t>「結合」は、疎まれる傾向にある概念。</a:t>
            </a:r>
            <a:br>
              <a:rPr lang="en-US" altLang="ja-JP" dirty="0"/>
            </a:br>
            <a:r>
              <a:rPr lang="ja-JP" altLang="en-US" dirty="0"/>
              <a:t>例</a:t>
            </a:r>
            <a:r>
              <a:rPr lang="en-US" altLang="ja-JP" dirty="0"/>
              <a:t>)</a:t>
            </a:r>
            <a:r>
              <a:rPr lang="ja-JP" altLang="en-US" dirty="0"/>
              <a:t>「疎結合にしよう！」、「密結合は避けよう」</a:t>
            </a:r>
            <a:endParaRPr lang="en-US" altLang="ja-JP" dirty="0"/>
          </a:p>
          <a:p>
            <a:pPr marL="285750" indent="-285750">
              <a:buFont typeface="Arial" panose="020B0604020202020204" pitchFamily="34" charset="0"/>
              <a:buChar char="•"/>
            </a:pPr>
            <a:endParaRPr lang="en-US" altLang="ja-JP" dirty="0"/>
          </a:p>
          <a:p>
            <a:pPr marL="285750" indent="-285750">
              <a:buFont typeface="Arial" panose="020B0604020202020204" pitchFamily="34" charset="0"/>
              <a:buChar char="•"/>
            </a:pPr>
            <a:r>
              <a:rPr lang="ja-JP" altLang="en-US" dirty="0"/>
              <a:t>ただし、「結合」なしにシステムは存在しえない。</a:t>
            </a:r>
            <a:br>
              <a:rPr lang="en-US" altLang="ja-JP" dirty="0"/>
            </a:br>
            <a:r>
              <a:rPr lang="ja-JP" altLang="en-US" dirty="0"/>
              <a:t>我々を苦しめるのは、結合ではなく、結合によって生まれる</a:t>
            </a:r>
            <a:br>
              <a:rPr lang="en-US" altLang="ja-JP" dirty="0"/>
            </a:br>
            <a:r>
              <a:rPr lang="ja-JP" altLang="en-US" b="1" dirty="0"/>
              <a:t>「複雑性」</a:t>
            </a:r>
            <a:r>
              <a:rPr lang="ja-JP" altLang="en-US" dirty="0"/>
              <a:t>である</a:t>
            </a:r>
            <a:endParaRPr lang="ja-JP" altLang="ja-JP" b="1" dirty="0"/>
          </a:p>
        </p:txBody>
      </p:sp>
      <p:sp>
        <p:nvSpPr>
          <p:cNvPr id="27" name="テキスト ボックス 26">
            <a:extLst>
              <a:ext uri="{FF2B5EF4-FFF2-40B4-BE49-F238E27FC236}">
                <a16:creationId xmlns:a16="http://schemas.microsoft.com/office/drawing/2014/main" id="{5D8C2488-412D-433A-6D6D-2D00892203D6}"/>
              </a:ext>
            </a:extLst>
          </p:cNvPr>
          <p:cNvSpPr txBox="1"/>
          <p:nvPr/>
        </p:nvSpPr>
        <p:spPr>
          <a:xfrm>
            <a:off x="2340113" y="3896807"/>
            <a:ext cx="1031106" cy="369332"/>
          </a:xfrm>
          <a:prstGeom prst="rect">
            <a:avLst/>
          </a:prstGeom>
          <a:noFill/>
        </p:spPr>
        <p:txBody>
          <a:bodyPr wrap="square" rtlCol="0">
            <a:spAutoFit/>
          </a:bodyPr>
          <a:lstStyle/>
          <a:p>
            <a:r>
              <a:rPr kumimoji="1" lang="ja-JP" altLang="en-US" dirty="0"/>
              <a:t>結合</a:t>
            </a:r>
          </a:p>
        </p:txBody>
      </p:sp>
      <p:sp>
        <p:nvSpPr>
          <p:cNvPr id="28" name="テキスト ボックス 27">
            <a:extLst>
              <a:ext uri="{FF2B5EF4-FFF2-40B4-BE49-F238E27FC236}">
                <a16:creationId xmlns:a16="http://schemas.microsoft.com/office/drawing/2014/main" id="{5C97F8F6-1380-EF19-7703-85655A0E92B8}"/>
              </a:ext>
            </a:extLst>
          </p:cNvPr>
          <p:cNvSpPr txBox="1"/>
          <p:nvPr/>
        </p:nvSpPr>
        <p:spPr>
          <a:xfrm>
            <a:off x="3360788" y="3896807"/>
            <a:ext cx="1031106" cy="369332"/>
          </a:xfrm>
          <a:prstGeom prst="rect">
            <a:avLst/>
          </a:prstGeom>
          <a:noFill/>
        </p:spPr>
        <p:txBody>
          <a:bodyPr wrap="square" rtlCol="0">
            <a:spAutoFit/>
          </a:bodyPr>
          <a:lstStyle/>
          <a:p>
            <a:r>
              <a:rPr kumimoji="1" lang="ja-JP" altLang="en-US" dirty="0"/>
              <a:t>結合</a:t>
            </a:r>
          </a:p>
        </p:txBody>
      </p:sp>
      <p:sp>
        <p:nvSpPr>
          <p:cNvPr id="29" name="テキスト ボックス 28">
            <a:extLst>
              <a:ext uri="{FF2B5EF4-FFF2-40B4-BE49-F238E27FC236}">
                <a16:creationId xmlns:a16="http://schemas.microsoft.com/office/drawing/2014/main" id="{10813477-3AA4-28C8-BDE8-29D1AF37B168}"/>
              </a:ext>
            </a:extLst>
          </p:cNvPr>
          <p:cNvSpPr txBox="1"/>
          <p:nvPr/>
        </p:nvSpPr>
        <p:spPr>
          <a:xfrm>
            <a:off x="934811" y="3896807"/>
            <a:ext cx="1031106" cy="369332"/>
          </a:xfrm>
          <a:prstGeom prst="rect">
            <a:avLst/>
          </a:prstGeom>
          <a:noFill/>
        </p:spPr>
        <p:txBody>
          <a:bodyPr wrap="square" rtlCol="0">
            <a:spAutoFit/>
          </a:bodyPr>
          <a:lstStyle/>
          <a:p>
            <a:r>
              <a:rPr kumimoji="1" lang="ja-JP" altLang="en-US" dirty="0"/>
              <a:t>結合</a:t>
            </a:r>
          </a:p>
        </p:txBody>
      </p:sp>
      <p:sp>
        <p:nvSpPr>
          <p:cNvPr id="30" name="テキスト ボックス 29">
            <a:extLst>
              <a:ext uri="{FF2B5EF4-FFF2-40B4-BE49-F238E27FC236}">
                <a16:creationId xmlns:a16="http://schemas.microsoft.com/office/drawing/2014/main" id="{FB31DE1A-7DE7-2B0D-22A1-8CA033A03529}"/>
              </a:ext>
            </a:extLst>
          </p:cNvPr>
          <p:cNvSpPr txBox="1"/>
          <p:nvPr/>
        </p:nvSpPr>
        <p:spPr>
          <a:xfrm>
            <a:off x="2340113" y="5215039"/>
            <a:ext cx="1031106" cy="369332"/>
          </a:xfrm>
          <a:prstGeom prst="rect">
            <a:avLst/>
          </a:prstGeom>
          <a:noFill/>
        </p:spPr>
        <p:txBody>
          <a:bodyPr wrap="square" rtlCol="0">
            <a:spAutoFit/>
          </a:bodyPr>
          <a:lstStyle/>
          <a:p>
            <a:r>
              <a:rPr kumimoji="1" lang="ja-JP" altLang="en-US" dirty="0"/>
              <a:t>結合</a:t>
            </a:r>
          </a:p>
        </p:txBody>
      </p:sp>
    </p:spTree>
    <p:extLst>
      <p:ext uri="{BB962C8B-B14F-4D97-AF65-F5344CB8AC3E}">
        <p14:creationId xmlns:p14="http://schemas.microsoft.com/office/powerpoint/2010/main" val="6237981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11EB4-4DE7-0632-FDD5-3289485C4BEB}"/>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7780689C-6274-764E-5485-561B5F9EBF4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B6E27144-2DA9-D799-CE5D-9135045C1F40}"/>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「複雑性」は「主観的なもの」であり、「自分」がどのように認識しているか次第のものである。</a:t>
            </a:r>
            <a:endParaRPr lang="en-US" altLang="ja-JP" sz="2800" dirty="0"/>
          </a:p>
        </p:txBody>
      </p:sp>
      <p:sp>
        <p:nvSpPr>
          <p:cNvPr id="4" name="タイトル プレースホルダー 1">
            <a:extLst>
              <a:ext uri="{FF2B5EF4-FFF2-40B4-BE49-F238E27FC236}">
                <a16:creationId xmlns:a16="http://schemas.microsoft.com/office/drawing/2014/main" id="{D91EE0D1-301D-CBE9-F361-2E5662908842}"/>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「複雑性」という概念について</a:t>
            </a:r>
            <a:endParaRPr lang="en-US" altLang="ja-JP" dirty="0"/>
          </a:p>
        </p:txBody>
      </p:sp>
      <p:pic>
        <p:nvPicPr>
          <p:cNvPr id="6" name="図 5" descr="日産の新型コンパクトSUV「キックス」 ハイブリッド専用モデルとしてデビュー 【ニュース】 - webCG">
            <a:extLst>
              <a:ext uri="{FF2B5EF4-FFF2-40B4-BE49-F238E27FC236}">
                <a16:creationId xmlns:a16="http://schemas.microsoft.com/office/drawing/2014/main" id="{9A8D3569-9FEA-486E-8E02-D641487D9471}"/>
              </a:ext>
            </a:extLst>
          </p:cNvPr>
          <p:cNvPicPr>
            <a:picLocks noChangeAspect="1"/>
          </p:cNvPicPr>
          <p:nvPr/>
        </p:nvPicPr>
        <p:blipFill>
          <a:blip r:embed="rId2"/>
          <a:stretch>
            <a:fillRect/>
          </a:stretch>
        </p:blipFill>
        <p:spPr>
          <a:xfrm>
            <a:off x="355600" y="2292350"/>
            <a:ext cx="3771900" cy="2514600"/>
          </a:xfrm>
          <a:prstGeom prst="rect">
            <a:avLst/>
          </a:prstGeom>
        </p:spPr>
      </p:pic>
      <p:sp>
        <p:nvSpPr>
          <p:cNvPr id="7" name="吹き出し: 折線 (枠付き、強調線付き) 6">
            <a:extLst>
              <a:ext uri="{FF2B5EF4-FFF2-40B4-BE49-F238E27FC236}">
                <a16:creationId xmlns:a16="http://schemas.microsoft.com/office/drawing/2014/main" id="{C5AD02F4-F32C-F678-DCB5-C1CDAEF9236B}"/>
              </a:ext>
            </a:extLst>
          </p:cNvPr>
          <p:cNvSpPr/>
          <p:nvPr/>
        </p:nvSpPr>
        <p:spPr>
          <a:xfrm>
            <a:off x="1637393" y="5257801"/>
            <a:ext cx="2289628" cy="1118507"/>
          </a:xfrm>
          <a:prstGeom prst="accentBorderCallout2">
            <a:avLst>
              <a:gd name="adj1" fmla="val 18750"/>
              <a:gd name="adj2" fmla="val -8333"/>
              <a:gd name="adj3" fmla="val 19480"/>
              <a:gd name="adj4" fmla="val -40460"/>
              <a:gd name="adj5" fmla="val -71442"/>
              <a:gd name="adj6" fmla="val -40027"/>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異音が発生している</a:t>
            </a:r>
            <a:r>
              <a:rPr lang="en-US" altLang="ja-JP" dirty="0">
                <a:solidFill>
                  <a:schemeClr val="tx1">
                    <a:lumMod val="75000"/>
                  </a:schemeClr>
                </a:solidFill>
              </a:rPr>
              <a:t>…</a:t>
            </a:r>
            <a:endParaRPr kumimoji="1" lang="ja-JP" altLang="en-US" dirty="0">
              <a:solidFill>
                <a:schemeClr val="tx1">
                  <a:lumMod val="75000"/>
                </a:schemeClr>
              </a:solidFill>
            </a:endParaRPr>
          </a:p>
        </p:txBody>
      </p:sp>
      <p:pic>
        <p:nvPicPr>
          <p:cNvPr id="8" name="図 7" descr="整備士の男性のイラスト">
            <a:extLst>
              <a:ext uri="{FF2B5EF4-FFF2-40B4-BE49-F238E27FC236}">
                <a16:creationId xmlns:a16="http://schemas.microsoft.com/office/drawing/2014/main" id="{8E81C101-C56D-7E1D-F33B-9E1D6EFACAEF}"/>
              </a:ext>
            </a:extLst>
          </p:cNvPr>
          <p:cNvPicPr>
            <a:picLocks noChangeAspect="1"/>
          </p:cNvPicPr>
          <p:nvPr/>
        </p:nvPicPr>
        <p:blipFill>
          <a:blip r:embed="rId3"/>
          <a:stretch>
            <a:fillRect/>
          </a:stretch>
        </p:blipFill>
        <p:spPr>
          <a:xfrm>
            <a:off x="9390580" y="2851603"/>
            <a:ext cx="1346137" cy="2012497"/>
          </a:xfrm>
          <a:prstGeom prst="rect">
            <a:avLst/>
          </a:prstGeom>
        </p:spPr>
      </p:pic>
      <p:pic>
        <p:nvPicPr>
          <p:cNvPr id="10" name="図 9">
            <a:extLst>
              <a:ext uri="{FF2B5EF4-FFF2-40B4-BE49-F238E27FC236}">
                <a16:creationId xmlns:a16="http://schemas.microsoft.com/office/drawing/2014/main" id="{026497BE-5383-BDCA-6496-0FB1E92BA5E8}"/>
              </a:ext>
            </a:extLst>
          </p:cNvPr>
          <p:cNvPicPr>
            <a:picLocks noChangeAspect="1"/>
          </p:cNvPicPr>
          <p:nvPr/>
        </p:nvPicPr>
        <p:blipFill>
          <a:blip r:embed="rId4"/>
          <a:stretch>
            <a:fillRect/>
          </a:stretch>
        </p:blipFill>
        <p:spPr>
          <a:xfrm>
            <a:off x="4871931" y="2724041"/>
            <a:ext cx="1561242" cy="2140059"/>
          </a:xfrm>
          <a:prstGeom prst="rect">
            <a:avLst/>
          </a:prstGeom>
        </p:spPr>
      </p:pic>
      <p:sp>
        <p:nvSpPr>
          <p:cNvPr id="11" name="吹き出し: 折線 (枠付き、強調線付き) 10">
            <a:extLst>
              <a:ext uri="{FF2B5EF4-FFF2-40B4-BE49-F238E27FC236}">
                <a16:creationId xmlns:a16="http://schemas.microsoft.com/office/drawing/2014/main" id="{B7C7E289-3817-9008-064F-49475B797031}"/>
              </a:ext>
            </a:extLst>
          </p:cNvPr>
          <p:cNvSpPr/>
          <p:nvPr/>
        </p:nvSpPr>
        <p:spPr>
          <a:xfrm>
            <a:off x="5744936" y="5257801"/>
            <a:ext cx="2289628" cy="1118507"/>
          </a:xfrm>
          <a:prstGeom prst="accentBorderCallout2">
            <a:avLst>
              <a:gd name="adj1" fmla="val 18750"/>
              <a:gd name="adj2" fmla="val -8333"/>
              <a:gd name="adj3" fmla="val 19480"/>
              <a:gd name="adj4" fmla="val -40460"/>
              <a:gd name="adj5" fmla="val -71442"/>
              <a:gd name="adj6" fmla="val -40027"/>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lumMod val="75000"/>
                  </a:schemeClr>
                </a:solidFill>
              </a:rPr>
              <a:t>エンジンらへん</a:t>
            </a:r>
            <a:r>
              <a:rPr kumimoji="1" lang="ja-JP" altLang="en-US" dirty="0">
                <a:solidFill>
                  <a:schemeClr val="tx1">
                    <a:lumMod val="75000"/>
                  </a:schemeClr>
                </a:solidFill>
              </a:rPr>
              <a:t>から</a:t>
            </a:r>
            <a:endParaRPr kumimoji="1" lang="en-US" altLang="ja-JP" dirty="0">
              <a:solidFill>
                <a:schemeClr val="tx1">
                  <a:lumMod val="75000"/>
                </a:schemeClr>
              </a:solidFill>
            </a:endParaRPr>
          </a:p>
          <a:p>
            <a:pPr algn="ctr"/>
            <a:r>
              <a:rPr lang="ja-JP" altLang="en-US" dirty="0">
                <a:solidFill>
                  <a:schemeClr val="tx1">
                    <a:lumMod val="75000"/>
                  </a:schemeClr>
                </a:solidFill>
              </a:rPr>
              <a:t>異音が発生している</a:t>
            </a:r>
            <a:r>
              <a:rPr lang="en-US" altLang="ja-JP" dirty="0">
                <a:solidFill>
                  <a:schemeClr val="tx1">
                    <a:lumMod val="75000"/>
                  </a:schemeClr>
                </a:solidFill>
              </a:rPr>
              <a:t>…</a:t>
            </a:r>
          </a:p>
          <a:p>
            <a:pPr algn="ctr"/>
            <a:r>
              <a:rPr lang="ja-JP" altLang="en-US" dirty="0">
                <a:solidFill>
                  <a:schemeClr val="tx1">
                    <a:lumMod val="75000"/>
                  </a:schemeClr>
                </a:solidFill>
              </a:rPr>
              <a:t>うーん</a:t>
            </a:r>
            <a:r>
              <a:rPr lang="en-US" altLang="ja-JP" dirty="0">
                <a:solidFill>
                  <a:schemeClr val="tx1">
                    <a:lumMod val="75000"/>
                  </a:schemeClr>
                </a:solidFill>
              </a:rPr>
              <a:t>..</a:t>
            </a:r>
            <a:r>
              <a:rPr lang="ja-JP" altLang="en-US" dirty="0">
                <a:solidFill>
                  <a:schemeClr val="tx1">
                    <a:lumMod val="75000"/>
                  </a:schemeClr>
                </a:solidFill>
              </a:rPr>
              <a:t>オワタ</a:t>
            </a:r>
            <a:r>
              <a:rPr lang="en-US" altLang="ja-JP" dirty="0">
                <a:solidFill>
                  <a:schemeClr val="tx1">
                    <a:lumMod val="75000"/>
                  </a:schemeClr>
                </a:solidFill>
              </a:rPr>
              <a:t>..</a:t>
            </a:r>
          </a:p>
        </p:txBody>
      </p:sp>
      <p:sp>
        <p:nvSpPr>
          <p:cNvPr id="12" name="吹き出し: 折線 (枠付き、強調線付き) 11">
            <a:extLst>
              <a:ext uri="{FF2B5EF4-FFF2-40B4-BE49-F238E27FC236}">
                <a16:creationId xmlns:a16="http://schemas.microsoft.com/office/drawing/2014/main" id="{1F7821DA-D961-960B-79E3-6CFF5033B1EB}"/>
              </a:ext>
            </a:extLst>
          </p:cNvPr>
          <p:cNvSpPr/>
          <p:nvPr/>
        </p:nvSpPr>
        <p:spPr>
          <a:xfrm>
            <a:off x="9304565" y="5257801"/>
            <a:ext cx="2289628" cy="1118507"/>
          </a:xfrm>
          <a:prstGeom prst="accentBorderCallout2">
            <a:avLst>
              <a:gd name="adj1" fmla="val 18750"/>
              <a:gd name="adj2" fmla="val -8333"/>
              <a:gd name="adj3" fmla="val 19480"/>
              <a:gd name="adj4" fmla="val -40460"/>
              <a:gd name="adj5" fmla="val -71442"/>
              <a:gd name="adj6" fmla="val -40027"/>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solidFill>
                  <a:schemeClr val="tx1">
                    <a:lumMod val="75000"/>
                  </a:schemeClr>
                </a:solidFill>
              </a:rPr>
              <a:t>エンジン</a:t>
            </a:r>
            <a:r>
              <a:rPr lang="ja-JP" altLang="en-US" b="1" dirty="0">
                <a:solidFill>
                  <a:schemeClr val="tx1">
                    <a:lumMod val="75000"/>
                  </a:schemeClr>
                </a:solidFill>
              </a:rPr>
              <a:t>の</a:t>
            </a:r>
            <a:r>
              <a:rPr lang="en-US" altLang="ja-JP" b="1" dirty="0">
                <a:solidFill>
                  <a:schemeClr val="tx1">
                    <a:lumMod val="75000"/>
                  </a:schemeClr>
                </a:solidFill>
              </a:rPr>
              <a:t>A</a:t>
            </a:r>
            <a:r>
              <a:rPr lang="ja-JP" altLang="en-US" b="1" dirty="0">
                <a:solidFill>
                  <a:schemeClr val="tx1">
                    <a:lumMod val="75000"/>
                  </a:schemeClr>
                </a:solidFill>
              </a:rPr>
              <a:t>部品が</a:t>
            </a:r>
            <a:br>
              <a:rPr lang="en-US" altLang="ja-JP" b="1" dirty="0">
                <a:solidFill>
                  <a:schemeClr val="tx1">
                    <a:lumMod val="75000"/>
                  </a:schemeClr>
                </a:solidFill>
              </a:rPr>
            </a:br>
            <a:r>
              <a:rPr lang="ja-JP" altLang="en-US" b="1" dirty="0">
                <a:solidFill>
                  <a:schemeClr val="tx1">
                    <a:lumMod val="75000"/>
                  </a:schemeClr>
                </a:solidFill>
              </a:rPr>
              <a:t>おかしい。</a:t>
            </a:r>
            <a:br>
              <a:rPr lang="en-US" altLang="ja-JP" b="1" dirty="0">
                <a:solidFill>
                  <a:schemeClr val="tx1">
                    <a:lumMod val="75000"/>
                  </a:schemeClr>
                </a:solidFill>
              </a:rPr>
            </a:br>
            <a:r>
              <a:rPr lang="en-US" altLang="ja-JP" b="1" dirty="0">
                <a:solidFill>
                  <a:schemeClr val="tx1">
                    <a:lumMod val="75000"/>
                  </a:schemeClr>
                </a:solidFill>
              </a:rPr>
              <a:t>A</a:t>
            </a:r>
            <a:r>
              <a:rPr lang="ja-JP" altLang="en-US" b="1" dirty="0">
                <a:solidFill>
                  <a:schemeClr val="tx1">
                    <a:lumMod val="75000"/>
                  </a:schemeClr>
                </a:solidFill>
              </a:rPr>
              <a:t>部品取替えよっと！</a:t>
            </a:r>
            <a:endParaRPr lang="en-US" altLang="ja-JP" dirty="0">
              <a:solidFill>
                <a:schemeClr val="tx1">
                  <a:lumMod val="75000"/>
                </a:schemeClr>
              </a:solidFill>
            </a:endParaRPr>
          </a:p>
        </p:txBody>
      </p:sp>
      <p:sp>
        <p:nvSpPr>
          <p:cNvPr id="14" name="フローチャート: 処理 13">
            <a:extLst>
              <a:ext uri="{FF2B5EF4-FFF2-40B4-BE49-F238E27FC236}">
                <a16:creationId xmlns:a16="http://schemas.microsoft.com/office/drawing/2014/main" id="{6EF4DB2F-E89F-9D42-980F-98690B2ECCEF}"/>
              </a:ext>
            </a:extLst>
          </p:cNvPr>
          <p:cNvSpPr/>
          <p:nvPr/>
        </p:nvSpPr>
        <p:spPr>
          <a:xfrm>
            <a:off x="722991" y="2292350"/>
            <a:ext cx="1345607" cy="426455"/>
          </a:xfrm>
          <a:prstGeom prst="flowChartProcess">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システム</a:t>
            </a:r>
          </a:p>
        </p:txBody>
      </p:sp>
      <p:sp>
        <p:nvSpPr>
          <p:cNvPr id="15" name="フローチャート: 処理 14">
            <a:extLst>
              <a:ext uri="{FF2B5EF4-FFF2-40B4-BE49-F238E27FC236}">
                <a16:creationId xmlns:a16="http://schemas.microsoft.com/office/drawing/2014/main" id="{E99D6BCE-DCC3-9B3C-587F-D46C26A30010}"/>
              </a:ext>
            </a:extLst>
          </p:cNvPr>
          <p:cNvSpPr/>
          <p:nvPr/>
        </p:nvSpPr>
        <p:spPr>
          <a:xfrm>
            <a:off x="4641849" y="2292350"/>
            <a:ext cx="1345607" cy="426455"/>
          </a:xfrm>
          <a:prstGeom prst="flowChartProcess">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一般人</a:t>
            </a:r>
          </a:p>
        </p:txBody>
      </p:sp>
      <p:sp>
        <p:nvSpPr>
          <p:cNvPr id="16" name="フローチャート: 処理 15">
            <a:extLst>
              <a:ext uri="{FF2B5EF4-FFF2-40B4-BE49-F238E27FC236}">
                <a16:creationId xmlns:a16="http://schemas.microsoft.com/office/drawing/2014/main" id="{FBEBCB9C-2C9F-F80C-70C0-0606C55478E9}"/>
              </a:ext>
            </a:extLst>
          </p:cNvPr>
          <p:cNvSpPr/>
          <p:nvPr/>
        </p:nvSpPr>
        <p:spPr>
          <a:xfrm>
            <a:off x="9052065" y="2292350"/>
            <a:ext cx="1345607" cy="426455"/>
          </a:xfrm>
          <a:prstGeom prst="flowChartProcess">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整備士</a:t>
            </a:r>
          </a:p>
        </p:txBody>
      </p:sp>
    </p:spTree>
    <p:extLst>
      <p:ext uri="{BB962C8B-B14F-4D97-AF65-F5344CB8AC3E}">
        <p14:creationId xmlns:p14="http://schemas.microsoft.com/office/powerpoint/2010/main" val="3084730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4FE1A-234F-9642-CC13-7BB639A1AE21}"/>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FACDC4EE-1086-7A5F-AA05-628F9E5C98EC}"/>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554D967E-FA2D-3EA9-94FD-CA003FED96FA}"/>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なにかをシステム化する、ということに限らずホワイトワーカーが立ち向かうべきは</a:t>
            </a:r>
            <a:br>
              <a:rPr lang="en-US" altLang="ja-JP" sz="2800" dirty="0"/>
            </a:br>
            <a:r>
              <a:rPr lang="ja-JP" altLang="en-US" sz="2800" dirty="0"/>
              <a:t>「複雑性」といっても過言ではない。（過言か</a:t>
            </a:r>
            <a:r>
              <a:rPr lang="en-US" altLang="ja-JP" sz="2800" dirty="0"/>
              <a:t>…?</a:t>
            </a:r>
            <a:r>
              <a:rPr lang="ja-JP" altLang="en-US" sz="2800" dirty="0"/>
              <a:t>）</a:t>
            </a:r>
            <a:endParaRPr lang="en-US" altLang="ja-JP" sz="2800" dirty="0"/>
          </a:p>
        </p:txBody>
      </p:sp>
      <p:sp>
        <p:nvSpPr>
          <p:cNvPr id="4" name="タイトル プレースホルダー 1">
            <a:extLst>
              <a:ext uri="{FF2B5EF4-FFF2-40B4-BE49-F238E27FC236}">
                <a16:creationId xmlns:a16="http://schemas.microsoft.com/office/drawing/2014/main" id="{F9A0AAD3-CB46-5765-88CE-3F70089B210A}"/>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「複雑性」という概念について</a:t>
            </a:r>
            <a:endParaRPr lang="en-US" altLang="ja-JP" dirty="0"/>
          </a:p>
        </p:txBody>
      </p:sp>
      <p:pic>
        <p:nvPicPr>
          <p:cNvPr id="6" name="図 5" descr="Prime 1 Studio《進擊的巨人》「地鳴」無比例雕像 特典版 踏平世界的終焉、無情逼近！">
            <a:extLst>
              <a:ext uri="{FF2B5EF4-FFF2-40B4-BE49-F238E27FC236}">
                <a16:creationId xmlns:a16="http://schemas.microsoft.com/office/drawing/2014/main" id="{39EA76BB-4490-EC05-7706-F43E634A4577}"/>
              </a:ext>
            </a:extLst>
          </p:cNvPr>
          <p:cNvPicPr>
            <a:picLocks noChangeAspect="1"/>
          </p:cNvPicPr>
          <p:nvPr/>
        </p:nvPicPr>
        <p:blipFill>
          <a:blip r:embed="rId2"/>
          <a:stretch>
            <a:fillRect/>
          </a:stretch>
        </p:blipFill>
        <p:spPr>
          <a:xfrm>
            <a:off x="1427047" y="2390773"/>
            <a:ext cx="2940845" cy="3921127"/>
          </a:xfrm>
          <a:prstGeom prst="rect">
            <a:avLst/>
          </a:prstGeom>
        </p:spPr>
      </p:pic>
      <p:pic>
        <p:nvPicPr>
          <p:cNvPr id="7" name="図 6" descr="大きな旗を持つ会社員のイラスト">
            <a:extLst>
              <a:ext uri="{FF2B5EF4-FFF2-40B4-BE49-F238E27FC236}">
                <a16:creationId xmlns:a16="http://schemas.microsoft.com/office/drawing/2014/main" id="{7BB30729-EE0B-FA49-1509-A9CC2F9590E4}"/>
              </a:ext>
            </a:extLst>
          </p:cNvPr>
          <p:cNvPicPr>
            <a:picLocks noChangeAspect="1"/>
          </p:cNvPicPr>
          <p:nvPr/>
        </p:nvPicPr>
        <p:blipFill>
          <a:blip r:embed="rId3"/>
          <a:stretch>
            <a:fillRect/>
          </a:stretch>
        </p:blipFill>
        <p:spPr>
          <a:xfrm>
            <a:off x="6032329" y="3053442"/>
            <a:ext cx="2812313" cy="3181350"/>
          </a:xfrm>
          <a:prstGeom prst="rect">
            <a:avLst/>
          </a:prstGeom>
        </p:spPr>
      </p:pic>
      <p:sp>
        <p:nvSpPr>
          <p:cNvPr id="8" name="吹き出し: 円形 7">
            <a:extLst>
              <a:ext uri="{FF2B5EF4-FFF2-40B4-BE49-F238E27FC236}">
                <a16:creationId xmlns:a16="http://schemas.microsoft.com/office/drawing/2014/main" id="{5BB64139-4537-A3B3-0D3D-6112516C6BCA}"/>
              </a:ext>
            </a:extLst>
          </p:cNvPr>
          <p:cNvSpPr/>
          <p:nvPr/>
        </p:nvSpPr>
        <p:spPr>
          <a:xfrm>
            <a:off x="8844642" y="2390773"/>
            <a:ext cx="2237015" cy="1534886"/>
          </a:xfrm>
          <a:prstGeom prst="wedgeEllipseCallout">
            <a:avLst>
              <a:gd name="adj1" fmla="val -57694"/>
              <a:gd name="adj2" fmla="val 34309"/>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敵は</a:t>
            </a:r>
            <a:br>
              <a:rPr lang="en-US" altLang="ja-JP" dirty="0">
                <a:solidFill>
                  <a:schemeClr val="tx1">
                    <a:lumMod val="75000"/>
                  </a:schemeClr>
                </a:solidFill>
              </a:rPr>
            </a:br>
            <a:r>
              <a:rPr lang="ja-JP" altLang="en-US" dirty="0">
                <a:solidFill>
                  <a:schemeClr val="tx1">
                    <a:lumMod val="75000"/>
                  </a:schemeClr>
                </a:solidFill>
              </a:rPr>
              <a:t>「複雑性」だ！</a:t>
            </a:r>
            <a:endParaRPr kumimoji="1" lang="ja-JP" altLang="en-US" dirty="0">
              <a:solidFill>
                <a:schemeClr val="tx1">
                  <a:lumMod val="75000"/>
                </a:schemeClr>
              </a:solidFill>
            </a:endParaRPr>
          </a:p>
        </p:txBody>
      </p:sp>
    </p:spTree>
    <p:extLst>
      <p:ext uri="{BB962C8B-B14F-4D97-AF65-F5344CB8AC3E}">
        <p14:creationId xmlns:p14="http://schemas.microsoft.com/office/powerpoint/2010/main" val="328937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35699-771A-BE7D-73FA-A1233E23DDFA}"/>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A99D1907-DA08-AA32-B677-DE9914BBDD02}"/>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C6BC86DB-3C7F-D80E-86DA-974BF0360E9F}"/>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複雑性を整理する方法として</a:t>
            </a:r>
            <a:r>
              <a:rPr lang="en-US" altLang="ja-JP" sz="2800" dirty="0"/>
              <a:t>5</a:t>
            </a:r>
            <a:r>
              <a:rPr lang="ja-JP" altLang="en-US" sz="2800" dirty="0"/>
              <a:t>段階の分類が存在し、それぞれでとれる対応が</a:t>
            </a:r>
            <a:br>
              <a:rPr lang="en-US" altLang="ja-JP" sz="2800" dirty="0"/>
            </a:br>
            <a:r>
              <a:rPr lang="ja-JP" altLang="en-US" sz="2800" dirty="0"/>
              <a:t>異なる</a:t>
            </a:r>
            <a:endParaRPr lang="en-US" altLang="ja-JP" sz="2800" dirty="0"/>
          </a:p>
        </p:txBody>
      </p:sp>
      <p:sp>
        <p:nvSpPr>
          <p:cNvPr id="4" name="タイトル プレースホルダー 1">
            <a:extLst>
              <a:ext uri="{FF2B5EF4-FFF2-40B4-BE49-F238E27FC236}">
                <a16:creationId xmlns:a16="http://schemas.microsoft.com/office/drawing/2014/main" id="{467687F4-D3C6-AF1D-1171-F221E398B28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「複雑性」の</a:t>
            </a:r>
            <a:r>
              <a:rPr lang="en-US" altLang="ja-JP" dirty="0"/>
              <a:t>5</a:t>
            </a:r>
            <a:r>
              <a:rPr lang="ja-JP" altLang="en-US" dirty="0"/>
              <a:t>段階</a:t>
            </a:r>
            <a:endParaRPr lang="en-US" altLang="ja-JP" dirty="0"/>
          </a:p>
        </p:txBody>
      </p:sp>
      <p:graphicFrame>
        <p:nvGraphicFramePr>
          <p:cNvPr id="7" name="表 6">
            <a:extLst>
              <a:ext uri="{FF2B5EF4-FFF2-40B4-BE49-F238E27FC236}">
                <a16:creationId xmlns:a16="http://schemas.microsoft.com/office/drawing/2014/main" id="{BDBF8A78-4311-5700-F192-713D2DE310CA}"/>
              </a:ext>
            </a:extLst>
          </p:cNvPr>
          <p:cNvGraphicFramePr>
            <a:graphicFrameLocks noGrp="1"/>
          </p:cNvGraphicFramePr>
          <p:nvPr>
            <p:extLst>
              <p:ext uri="{D42A27DB-BD31-4B8C-83A1-F6EECF244321}">
                <p14:modId xmlns:p14="http://schemas.microsoft.com/office/powerpoint/2010/main" val="1086366096"/>
              </p:ext>
            </p:extLst>
          </p:nvPr>
        </p:nvGraphicFramePr>
        <p:xfrm>
          <a:off x="367394" y="2091516"/>
          <a:ext cx="11494408" cy="4722651"/>
        </p:xfrm>
        <a:graphic>
          <a:graphicData uri="http://schemas.openxmlformats.org/drawingml/2006/table">
            <a:tbl>
              <a:tblPr firstRow="1" bandRow="1">
                <a:tableStyleId>{F5AB1C69-6EDB-4FF4-983F-18BD219EF322}</a:tableStyleId>
              </a:tblPr>
              <a:tblGrid>
                <a:gridCol w="507317">
                  <a:extLst>
                    <a:ext uri="{9D8B030D-6E8A-4147-A177-3AD203B41FA5}">
                      <a16:colId xmlns:a16="http://schemas.microsoft.com/office/drawing/2014/main" val="851819213"/>
                    </a:ext>
                  </a:extLst>
                </a:gridCol>
                <a:gridCol w="1192337">
                  <a:extLst>
                    <a:ext uri="{9D8B030D-6E8A-4147-A177-3AD203B41FA5}">
                      <a16:colId xmlns:a16="http://schemas.microsoft.com/office/drawing/2014/main" val="618744104"/>
                    </a:ext>
                  </a:extLst>
                </a:gridCol>
                <a:gridCol w="5272645">
                  <a:extLst>
                    <a:ext uri="{9D8B030D-6E8A-4147-A177-3AD203B41FA5}">
                      <a16:colId xmlns:a16="http://schemas.microsoft.com/office/drawing/2014/main" val="952234859"/>
                    </a:ext>
                  </a:extLst>
                </a:gridCol>
                <a:gridCol w="3135086">
                  <a:extLst>
                    <a:ext uri="{9D8B030D-6E8A-4147-A177-3AD203B41FA5}">
                      <a16:colId xmlns:a16="http://schemas.microsoft.com/office/drawing/2014/main" val="2723094959"/>
                    </a:ext>
                  </a:extLst>
                </a:gridCol>
                <a:gridCol w="1387023">
                  <a:extLst>
                    <a:ext uri="{9D8B030D-6E8A-4147-A177-3AD203B41FA5}">
                      <a16:colId xmlns:a16="http://schemas.microsoft.com/office/drawing/2014/main" val="2162630281"/>
                    </a:ext>
                  </a:extLst>
                </a:gridCol>
              </a:tblGrid>
              <a:tr h="43868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複雑性の名称</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取れる対処</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53511">
                <a:tc>
                  <a:txBody>
                    <a:bodyPr/>
                    <a:lstStyle/>
                    <a:p>
                      <a:r>
                        <a:rPr kumimoji="1" lang="en-US" altLang="ja-JP" sz="1600" dirty="0"/>
                        <a:t>1</a:t>
                      </a:r>
                    </a:p>
                    <a:p>
                      <a:endParaRPr kumimoji="1" lang="ja-JP" altLang="en-US" sz="16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明確系</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ja-JP" sz="1600" kern="1200" dirty="0">
                          <a:solidFill>
                            <a:schemeClr val="dk1"/>
                          </a:solidFill>
                          <a:effectLst/>
                          <a:latin typeface="+mn-lt"/>
                          <a:ea typeface="+mn-ea"/>
                          <a:cs typeface="+mn-cs"/>
                        </a:rPr>
                        <a:t>確立された法則によって予測可能な状況で一貫した意思決定を保証</a:t>
                      </a:r>
                      <a:r>
                        <a:rPr kumimoji="1" lang="ja-JP" altLang="en-US" sz="1600" kern="1200" dirty="0">
                          <a:solidFill>
                            <a:schemeClr val="dk1"/>
                          </a:solidFill>
                          <a:effectLst/>
                          <a:latin typeface="+mn-lt"/>
                          <a:ea typeface="+mn-ea"/>
                          <a:cs typeface="+mn-cs"/>
                        </a:rPr>
                        <a:t>できる状態</a:t>
                      </a:r>
                      <a:endParaRPr kumimoji="1" lang="en-US" altLang="ja-JP" sz="1600" kern="1200" dirty="0">
                        <a:solidFill>
                          <a:schemeClr val="dk1"/>
                        </a:solidFill>
                        <a:effectLst/>
                        <a:latin typeface="+mn-lt"/>
                        <a:ea typeface="+mn-ea"/>
                        <a:cs typeface="+mn-cs"/>
                      </a:endParaRPr>
                    </a:p>
                    <a:p>
                      <a:endParaRPr kumimoji="1" lang="en-US" altLang="ja-JP" sz="16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検知⇒分類⇒対応</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6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790731">
                <a:tc>
                  <a:txBody>
                    <a:bodyPr/>
                    <a:lstStyle/>
                    <a:p>
                      <a:r>
                        <a:rPr kumimoji="1" lang="en-US" altLang="ja-JP" sz="1600" dirty="0"/>
                        <a:t>2</a:t>
                      </a: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煩雑系</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ja-JP" sz="1600" kern="1200" dirty="0">
                          <a:solidFill>
                            <a:schemeClr val="dk1"/>
                          </a:solidFill>
                          <a:effectLst/>
                          <a:latin typeface="+mn-lt"/>
                          <a:ea typeface="+mn-ea"/>
                          <a:cs typeface="+mn-cs"/>
                        </a:rPr>
                        <a:t>十分な情報に基づいた意思決定に必要な知識が</a:t>
                      </a:r>
                      <a:br>
                        <a:rPr kumimoji="1" lang="en-US" altLang="ja-JP" sz="1600" kern="1200" dirty="0">
                          <a:solidFill>
                            <a:schemeClr val="dk1"/>
                          </a:solidFill>
                          <a:effectLst/>
                          <a:latin typeface="+mn-lt"/>
                          <a:ea typeface="+mn-ea"/>
                          <a:cs typeface="+mn-cs"/>
                        </a:rPr>
                      </a:br>
                      <a:r>
                        <a:rPr kumimoji="1" lang="ja-JP" altLang="ja-JP" sz="1600" kern="1200" dirty="0">
                          <a:solidFill>
                            <a:schemeClr val="dk1"/>
                          </a:solidFill>
                          <a:effectLst/>
                          <a:latin typeface="+mn-lt"/>
                          <a:ea typeface="+mn-ea"/>
                          <a:cs typeface="+mn-cs"/>
                        </a:rPr>
                        <a:t>不十分だと認識し</a:t>
                      </a:r>
                      <a:r>
                        <a:rPr kumimoji="1" lang="ja-JP" altLang="en-US" sz="1600" kern="1200" dirty="0">
                          <a:solidFill>
                            <a:schemeClr val="dk1"/>
                          </a:solidFill>
                          <a:effectLst/>
                          <a:latin typeface="+mn-lt"/>
                          <a:ea typeface="+mn-ea"/>
                          <a:cs typeface="+mn-cs"/>
                        </a:rPr>
                        <a:t>、専門家に相談し、</a:t>
                      </a:r>
                      <a:br>
                        <a:rPr kumimoji="1" lang="en-US" altLang="ja-JP" sz="1600" kern="1200" dirty="0">
                          <a:solidFill>
                            <a:schemeClr val="dk1"/>
                          </a:solidFill>
                          <a:effectLst/>
                          <a:latin typeface="+mn-lt"/>
                          <a:ea typeface="+mn-ea"/>
                          <a:cs typeface="+mn-cs"/>
                        </a:rPr>
                      </a:br>
                      <a:r>
                        <a:rPr kumimoji="1" lang="ja-JP" altLang="en-US" sz="1600" kern="1200" dirty="0">
                          <a:solidFill>
                            <a:schemeClr val="dk1"/>
                          </a:solidFill>
                          <a:effectLst/>
                          <a:latin typeface="+mn-lt"/>
                          <a:ea typeface="+mn-ea"/>
                          <a:cs typeface="+mn-cs"/>
                        </a:rPr>
                        <a:t>最適な行動をとれる状態</a:t>
                      </a:r>
                      <a:endParaRPr kumimoji="1" lang="en-US" altLang="ja-JP" sz="1600" kern="1200" dirty="0">
                        <a:solidFill>
                          <a:schemeClr val="dk1"/>
                        </a:solidFill>
                        <a:effectLst/>
                        <a:latin typeface="+mn-lt"/>
                        <a:ea typeface="+mn-ea"/>
                        <a:cs typeface="+mn-cs"/>
                      </a:endParaRP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検知⇒分析⇒相談⇒対応</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60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790731">
                <a:tc>
                  <a:txBody>
                    <a:bodyPr/>
                    <a:lstStyle/>
                    <a:p>
                      <a:r>
                        <a:rPr kumimoji="1" lang="en-US" altLang="ja-JP" sz="1600" dirty="0"/>
                        <a:t>3</a:t>
                      </a: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複雑系</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ja-JP" sz="1600" kern="1200" dirty="0">
                          <a:solidFill>
                            <a:schemeClr val="dk1"/>
                          </a:solidFill>
                          <a:effectLst/>
                          <a:latin typeface="+mn-lt"/>
                          <a:ea typeface="+mn-ea"/>
                          <a:cs typeface="+mn-cs"/>
                        </a:rPr>
                        <a:t>意思決定に必要な知識がわからない、わかっていてもその知識をだれももっていない</a:t>
                      </a:r>
                      <a:r>
                        <a:rPr kumimoji="1" lang="ja-JP" altLang="en-US" sz="1600" kern="1200" dirty="0">
                          <a:solidFill>
                            <a:schemeClr val="dk1"/>
                          </a:solidFill>
                          <a:effectLst/>
                          <a:latin typeface="+mn-lt"/>
                          <a:ea typeface="+mn-ea"/>
                          <a:cs typeface="+mn-cs"/>
                        </a:rPr>
                        <a:t>状態</a:t>
                      </a:r>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探索（実験）⇒検知⇒対応</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60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53511">
                <a:tc>
                  <a:txBody>
                    <a:bodyPr/>
                    <a:lstStyle/>
                    <a:p>
                      <a:r>
                        <a:rPr kumimoji="1" lang="en-US" altLang="ja-JP" sz="1600" dirty="0"/>
                        <a:t>4</a:t>
                      </a: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混沌系</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ja-JP" sz="1600" kern="1200" dirty="0">
                          <a:solidFill>
                            <a:schemeClr val="dk1"/>
                          </a:solidFill>
                          <a:effectLst/>
                          <a:latin typeface="+mn-lt"/>
                          <a:ea typeface="+mn-ea"/>
                          <a:cs typeface="+mn-cs"/>
                        </a:rPr>
                        <a:t>物事が完全に制御不能ですべてが崩壊していること。行動の結果は予測できないし、「安全な」実験もできない</a:t>
                      </a:r>
                      <a:r>
                        <a:rPr kumimoji="1" lang="ja-JP" altLang="en-US" sz="1600" kern="1200" dirty="0">
                          <a:solidFill>
                            <a:schemeClr val="dk1"/>
                          </a:solidFill>
                          <a:effectLst/>
                          <a:latin typeface="+mn-lt"/>
                          <a:ea typeface="+mn-ea"/>
                          <a:cs typeface="+mn-cs"/>
                        </a:rPr>
                        <a:t>状態</a:t>
                      </a:r>
                      <a:endParaRPr kumimoji="1" lang="en-US" altLang="ja-JP" sz="1600" kern="1200" dirty="0">
                        <a:solidFill>
                          <a:schemeClr val="dk1"/>
                        </a:solidFill>
                        <a:effectLst/>
                        <a:latin typeface="+mn-lt"/>
                        <a:ea typeface="+mn-ea"/>
                        <a:cs typeface="+mn-cs"/>
                      </a:endParaRP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行動（危険な可能性がある）⇒検知⇒</a:t>
                      </a:r>
                      <a:r>
                        <a:rPr kumimoji="1" lang="ja-JP" altLang="en-US" sz="1600"/>
                        <a:t>検知⇒（</a:t>
                      </a:r>
                      <a:r>
                        <a:rPr kumimoji="1" lang="ja-JP" altLang="en-US" sz="1600" dirty="0"/>
                        <a:t>繰り返し）⇒対応</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553511">
                <a:tc>
                  <a:txBody>
                    <a:bodyPr/>
                    <a:lstStyle/>
                    <a:p>
                      <a:r>
                        <a:rPr kumimoji="1" lang="en-US" altLang="ja-JP" sz="1600" dirty="0"/>
                        <a:t>5</a:t>
                      </a:r>
                    </a:p>
                    <a:p>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600" dirty="0"/>
                        <a:t>無秩序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l"/>
                      <a:r>
                        <a:rPr kumimoji="1" lang="ja-JP" altLang="ja-JP" sz="1600" kern="1200" dirty="0">
                          <a:solidFill>
                            <a:schemeClr val="dk1"/>
                          </a:solidFill>
                          <a:effectLst/>
                          <a:latin typeface="+mn-lt"/>
                          <a:ea typeface="+mn-ea"/>
                          <a:cs typeface="+mn-cs"/>
                        </a:rPr>
                        <a:t>自分がどの領域にいるのかわからない状態</a:t>
                      </a:r>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l"/>
                      <a:r>
                        <a:rPr kumimoji="1" lang="ja-JP" altLang="en-US" sz="1600" dirty="0"/>
                        <a:t>上記</a:t>
                      </a:r>
                      <a:r>
                        <a:rPr kumimoji="1" lang="en-US" altLang="ja-JP" sz="1600" dirty="0"/>
                        <a:t>4</a:t>
                      </a:r>
                      <a:r>
                        <a:rPr kumimoji="1" lang="ja-JP" altLang="en-US" sz="1600" dirty="0"/>
                        <a:t>分類のどれにあたるか、状況整理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kumimoji="1" lang="ja-JP" altLang="en-US" sz="16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bl>
          </a:graphicData>
        </a:graphic>
      </p:graphicFrame>
    </p:spTree>
    <p:extLst>
      <p:ext uri="{BB962C8B-B14F-4D97-AF65-F5344CB8AC3E}">
        <p14:creationId xmlns:p14="http://schemas.microsoft.com/office/powerpoint/2010/main" val="29525760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FA3B4-2B0E-29B0-1F29-2443365E01FE}"/>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298B55C7-08FE-932D-1218-B20317986F7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6C13B43-B8CB-4E9B-DDE2-565FCBD59970}"/>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「明確系」：原因と対処の因果関係が明確で、取るべき行動の</a:t>
            </a:r>
            <a:br>
              <a:rPr lang="en-US" altLang="ja-JP" sz="2800" dirty="0"/>
            </a:br>
            <a:r>
              <a:rPr lang="ja-JP" altLang="en-US" sz="2800" dirty="0"/>
              <a:t>答えがわかっている状態</a:t>
            </a:r>
            <a:endParaRPr lang="en-US" altLang="ja-JP" sz="2800" dirty="0"/>
          </a:p>
        </p:txBody>
      </p:sp>
      <p:sp>
        <p:nvSpPr>
          <p:cNvPr id="4" name="タイトル プレースホルダー 1">
            <a:extLst>
              <a:ext uri="{FF2B5EF4-FFF2-40B4-BE49-F238E27FC236}">
                <a16:creationId xmlns:a16="http://schemas.microsoft.com/office/drawing/2014/main" id="{9A5FBE7F-19EB-0D2A-73B7-753F608EA58C}"/>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それぞれの段階でできる対処</a:t>
            </a:r>
            <a:endParaRPr lang="en-US" altLang="ja-JP" dirty="0"/>
          </a:p>
        </p:txBody>
      </p:sp>
      <p:sp>
        <p:nvSpPr>
          <p:cNvPr id="6" name="爆発: 8 pt 5">
            <a:extLst>
              <a:ext uri="{FF2B5EF4-FFF2-40B4-BE49-F238E27FC236}">
                <a16:creationId xmlns:a16="http://schemas.microsoft.com/office/drawing/2014/main" id="{9856C6CF-B269-5DBA-2C71-C7F5FEA5DB02}"/>
              </a:ext>
            </a:extLst>
          </p:cNvPr>
          <p:cNvSpPr/>
          <p:nvPr/>
        </p:nvSpPr>
        <p:spPr>
          <a:xfrm>
            <a:off x="355600" y="2359478"/>
            <a:ext cx="2286000" cy="1404257"/>
          </a:xfrm>
          <a:prstGeom prst="irregularSeal1">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エラー！！</a:t>
            </a:r>
            <a:endParaRPr kumimoji="1" lang="ja-JP" altLang="en-US" dirty="0">
              <a:solidFill>
                <a:schemeClr val="tx1">
                  <a:lumMod val="75000"/>
                </a:schemeClr>
              </a:solidFill>
            </a:endParaRPr>
          </a:p>
        </p:txBody>
      </p:sp>
      <p:pic>
        <p:nvPicPr>
          <p:cNvPr id="7" name="図 6" descr="プログラミングをする人のイラスト（男性） | かわいいフリー素材集 ...">
            <a:extLst>
              <a:ext uri="{FF2B5EF4-FFF2-40B4-BE49-F238E27FC236}">
                <a16:creationId xmlns:a16="http://schemas.microsoft.com/office/drawing/2014/main" id="{6338F465-E858-24B5-8E3F-9C21E34B7F6A}"/>
              </a:ext>
            </a:extLst>
          </p:cNvPr>
          <p:cNvPicPr>
            <a:picLocks noChangeAspect="1"/>
          </p:cNvPicPr>
          <p:nvPr/>
        </p:nvPicPr>
        <p:blipFill>
          <a:blip r:embed="rId2"/>
          <a:stretch>
            <a:fillRect/>
          </a:stretch>
        </p:blipFill>
        <p:spPr>
          <a:xfrm>
            <a:off x="2486024" y="3322414"/>
            <a:ext cx="2238375" cy="2038350"/>
          </a:xfrm>
          <a:prstGeom prst="rect">
            <a:avLst/>
          </a:prstGeom>
        </p:spPr>
      </p:pic>
      <p:sp>
        <p:nvSpPr>
          <p:cNvPr id="10" name="思考の吹き出し: 雲形 9">
            <a:extLst>
              <a:ext uri="{FF2B5EF4-FFF2-40B4-BE49-F238E27FC236}">
                <a16:creationId xmlns:a16="http://schemas.microsoft.com/office/drawing/2014/main" id="{441AE10F-0E5E-E96F-E86A-21D2C098D262}"/>
              </a:ext>
            </a:extLst>
          </p:cNvPr>
          <p:cNvSpPr/>
          <p:nvPr/>
        </p:nvSpPr>
        <p:spPr>
          <a:xfrm>
            <a:off x="3641272"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これはエラー</a:t>
            </a:r>
            <a:r>
              <a:rPr kumimoji="1" lang="en-US" altLang="ja-JP" dirty="0">
                <a:solidFill>
                  <a:schemeClr val="tx1">
                    <a:lumMod val="75000"/>
                  </a:schemeClr>
                </a:solidFill>
              </a:rPr>
              <a:t>A</a:t>
            </a:r>
            <a:r>
              <a:rPr kumimoji="1" lang="ja-JP" altLang="en-US" dirty="0">
                <a:solidFill>
                  <a:schemeClr val="tx1">
                    <a:lumMod val="75000"/>
                  </a:schemeClr>
                </a:solidFill>
              </a:rPr>
              <a:t>だから対処</a:t>
            </a:r>
            <a:r>
              <a:rPr kumimoji="1" lang="en-US" altLang="ja-JP" dirty="0">
                <a:solidFill>
                  <a:schemeClr val="tx1">
                    <a:lumMod val="75000"/>
                  </a:schemeClr>
                </a:solidFill>
              </a:rPr>
              <a:t>A</a:t>
            </a:r>
            <a:r>
              <a:rPr kumimoji="1" lang="ja-JP" altLang="en-US" dirty="0">
                <a:solidFill>
                  <a:schemeClr val="tx1">
                    <a:lumMod val="75000"/>
                  </a:schemeClr>
                </a:solidFill>
              </a:rPr>
              <a:t>しよ</a:t>
            </a:r>
          </a:p>
        </p:txBody>
      </p:sp>
      <p:pic>
        <p:nvPicPr>
          <p:cNvPr id="12" name="図 11" descr="取扱説明書のイラスト | かわいいフリー素材集 いらすとや">
            <a:extLst>
              <a:ext uri="{FF2B5EF4-FFF2-40B4-BE49-F238E27FC236}">
                <a16:creationId xmlns:a16="http://schemas.microsoft.com/office/drawing/2014/main" id="{25573535-DA13-A125-AF07-2EDCCCA65DC7}"/>
              </a:ext>
            </a:extLst>
          </p:cNvPr>
          <p:cNvPicPr>
            <a:picLocks noChangeAspect="1"/>
          </p:cNvPicPr>
          <p:nvPr/>
        </p:nvPicPr>
        <p:blipFill>
          <a:blip r:embed="rId3"/>
          <a:stretch>
            <a:fillRect/>
          </a:stretch>
        </p:blipFill>
        <p:spPr>
          <a:xfrm>
            <a:off x="5430159" y="3344785"/>
            <a:ext cx="1881414" cy="1993608"/>
          </a:xfrm>
          <a:prstGeom prst="rect">
            <a:avLst/>
          </a:prstGeom>
        </p:spPr>
      </p:pic>
      <p:sp>
        <p:nvSpPr>
          <p:cNvPr id="13" name="思考の吹き出し: 雲形 12">
            <a:extLst>
              <a:ext uri="{FF2B5EF4-FFF2-40B4-BE49-F238E27FC236}">
                <a16:creationId xmlns:a16="http://schemas.microsoft.com/office/drawing/2014/main" id="{6DF583B8-21BE-6232-EF22-8CE9CF833A78}"/>
              </a:ext>
            </a:extLst>
          </p:cNvPr>
          <p:cNvSpPr/>
          <p:nvPr/>
        </p:nvSpPr>
        <p:spPr>
          <a:xfrm>
            <a:off x="6221641"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対処</a:t>
            </a:r>
            <a:r>
              <a:rPr kumimoji="1" lang="en-US" altLang="ja-JP" dirty="0">
                <a:solidFill>
                  <a:schemeClr val="tx1">
                    <a:lumMod val="75000"/>
                  </a:schemeClr>
                </a:solidFill>
              </a:rPr>
              <a:t>A</a:t>
            </a:r>
            <a:r>
              <a:rPr lang="ja-JP" altLang="en-US" dirty="0">
                <a:solidFill>
                  <a:schemeClr val="tx1">
                    <a:lumMod val="75000"/>
                  </a:schemeClr>
                </a:solidFill>
              </a:rPr>
              <a:t>は</a:t>
            </a:r>
            <a:endParaRPr lang="en-US" altLang="ja-JP" dirty="0">
              <a:solidFill>
                <a:schemeClr val="tx1">
                  <a:lumMod val="75000"/>
                </a:schemeClr>
              </a:solidFill>
            </a:endParaRPr>
          </a:p>
          <a:p>
            <a:pPr algn="ctr"/>
            <a:r>
              <a:rPr lang="ja-JP" altLang="en-US" dirty="0">
                <a:solidFill>
                  <a:schemeClr val="tx1">
                    <a:lumMod val="75000"/>
                  </a:schemeClr>
                </a:solidFill>
              </a:rPr>
              <a:t>手順書</a:t>
            </a:r>
            <a:r>
              <a:rPr lang="en-US" altLang="ja-JP" dirty="0">
                <a:solidFill>
                  <a:schemeClr val="tx1">
                    <a:lumMod val="75000"/>
                  </a:schemeClr>
                </a:solidFill>
              </a:rPr>
              <a:t>A</a:t>
            </a:r>
            <a:r>
              <a:rPr lang="ja-JP" altLang="en-US" dirty="0">
                <a:solidFill>
                  <a:schemeClr val="tx1">
                    <a:lumMod val="75000"/>
                  </a:schemeClr>
                </a:solidFill>
              </a:rPr>
              <a:t>に整理している</a:t>
            </a:r>
            <a:endParaRPr kumimoji="1" lang="ja-JP" altLang="en-US" dirty="0">
              <a:solidFill>
                <a:schemeClr val="tx1">
                  <a:lumMod val="75000"/>
                </a:schemeClr>
              </a:solidFill>
            </a:endParaRPr>
          </a:p>
        </p:txBody>
      </p:sp>
      <p:pic>
        <p:nvPicPr>
          <p:cNvPr id="14" name="図 13" descr="プログラミングをする人のイラスト（男性） | かわいいフリー素材集 ...">
            <a:extLst>
              <a:ext uri="{FF2B5EF4-FFF2-40B4-BE49-F238E27FC236}">
                <a16:creationId xmlns:a16="http://schemas.microsoft.com/office/drawing/2014/main" id="{E1A5113E-A9AA-2BA7-C463-2ACB138BAF56}"/>
              </a:ext>
            </a:extLst>
          </p:cNvPr>
          <p:cNvPicPr>
            <a:picLocks noChangeAspect="1"/>
          </p:cNvPicPr>
          <p:nvPr/>
        </p:nvPicPr>
        <p:blipFill>
          <a:blip r:embed="rId2"/>
          <a:stretch>
            <a:fillRect/>
          </a:stretch>
        </p:blipFill>
        <p:spPr>
          <a:xfrm>
            <a:off x="8586788" y="3322414"/>
            <a:ext cx="2238375" cy="2038350"/>
          </a:xfrm>
          <a:prstGeom prst="rect">
            <a:avLst/>
          </a:prstGeom>
        </p:spPr>
      </p:pic>
      <p:sp>
        <p:nvSpPr>
          <p:cNvPr id="15" name="思考の吹き出し: 雲形 14">
            <a:extLst>
              <a:ext uri="{FF2B5EF4-FFF2-40B4-BE49-F238E27FC236}">
                <a16:creationId xmlns:a16="http://schemas.microsoft.com/office/drawing/2014/main" id="{B44C8CA4-B691-8BF8-4398-602E0638EF17}"/>
              </a:ext>
            </a:extLst>
          </p:cNvPr>
          <p:cNvSpPr/>
          <p:nvPr/>
        </p:nvSpPr>
        <p:spPr>
          <a:xfrm>
            <a:off x="9470579" y="5495014"/>
            <a:ext cx="2179864" cy="962936"/>
          </a:xfrm>
          <a:prstGeom prst="cloudCallout">
            <a:avLst>
              <a:gd name="adj1" fmla="val -36189"/>
              <a:gd name="adj2" fmla="val -706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だるいけど、</a:t>
            </a:r>
            <a:endParaRPr kumimoji="1" lang="en-US" altLang="ja-JP" dirty="0">
              <a:solidFill>
                <a:schemeClr val="tx1">
                  <a:lumMod val="75000"/>
                </a:schemeClr>
              </a:solidFill>
            </a:endParaRPr>
          </a:p>
          <a:p>
            <a:pPr algn="ctr"/>
            <a:r>
              <a:rPr kumimoji="1" lang="ja-JP" altLang="en-US" dirty="0">
                <a:solidFill>
                  <a:schemeClr val="tx1">
                    <a:lumMod val="75000"/>
                  </a:schemeClr>
                </a:solidFill>
              </a:rPr>
              <a:t>やれば終わり</a:t>
            </a:r>
          </a:p>
        </p:txBody>
      </p:sp>
    </p:spTree>
    <p:extLst>
      <p:ext uri="{BB962C8B-B14F-4D97-AF65-F5344CB8AC3E}">
        <p14:creationId xmlns:p14="http://schemas.microsoft.com/office/powerpoint/2010/main" val="2024440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2EF35-C3AB-295F-0171-25FAA640D8A7}"/>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5EED1EE-059C-2194-30E2-D45B5A65917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BD9904FD-326C-E52B-4C0F-40C520DD6532}"/>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「煩雑系」：原因と対処の因果関係がわからないが、不明点がわかっており、</a:t>
            </a:r>
            <a:br>
              <a:rPr lang="en-US" altLang="ja-JP" sz="2800" dirty="0"/>
            </a:br>
            <a:r>
              <a:rPr lang="ja-JP" altLang="en-US" sz="2800" dirty="0"/>
              <a:t>専門家に相談すれば、適切な対応が取れる</a:t>
            </a:r>
            <a:endParaRPr lang="en-US" altLang="ja-JP" sz="2800" dirty="0"/>
          </a:p>
        </p:txBody>
      </p:sp>
      <p:sp>
        <p:nvSpPr>
          <p:cNvPr id="4" name="タイトル プレースホルダー 1">
            <a:extLst>
              <a:ext uri="{FF2B5EF4-FFF2-40B4-BE49-F238E27FC236}">
                <a16:creationId xmlns:a16="http://schemas.microsoft.com/office/drawing/2014/main" id="{3ED1C4B4-D073-D761-1969-F38DDB926469}"/>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それぞれの段階でできる対処</a:t>
            </a:r>
            <a:endParaRPr lang="en-US" altLang="ja-JP" dirty="0"/>
          </a:p>
        </p:txBody>
      </p:sp>
      <p:sp>
        <p:nvSpPr>
          <p:cNvPr id="6" name="爆発: 8 pt 5">
            <a:extLst>
              <a:ext uri="{FF2B5EF4-FFF2-40B4-BE49-F238E27FC236}">
                <a16:creationId xmlns:a16="http://schemas.microsoft.com/office/drawing/2014/main" id="{ED76F6B3-284D-835F-3633-28B3A1750F9C}"/>
              </a:ext>
            </a:extLst>
          </p:cNvPr>
          <p:cNvSpPr/>
          <p:nvPr/>
        </p:nvSpPr>
        <p:spPr>
          <a:xfrm>
            <a:off x="355600" y="2359478"/>
            <a:ext cx="2286000" cy="1404257"/>
          </a:xfrm>
          <a:prstGeom prst="irregularSeal1">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エラー！！</a:t>
            </a:r>
            <a:endParaRPr kumimoji="1" lang="ja-JP" altLang="en-US" dirty="0">
              <a:solidFill>
                <a:schemeClr val="tx1">
                  <a:lumMod val="75000"/>
                </a:schemeClr>
              </a:solidFill>
            </a:endParaRPr>
          </a:p>
        </p:txBody>
      </p:sp>
      <p:pic>
        <p:nvPicPr>
          <p:cNvPr id="7" name="図 6" descr="プログラミングをする人のイラスト（男性） | かわいいフリー素材集 ...">
            <a:extLst>
              <a:ext uri="{FF2B5EF4-FFF2-40B4-BE49-F238E27FC236}">
                <a16:creationId xmlns:a16="http://schemas.microsoft.com/office/drawing/2014/main" id="{EB5F73C8-834D-5532-FC9D-64934EA6F6C8}"/>
              </a:ext>
            </a:extLst>
          </p:cNvPr>
          <p:cNvPicPr>
            <a:picLocks noChangeAspect="1"/>
          </p:cNvPicPr>
          <p:nvPr/>
        </p:nvPicPr>
        <p:blipFill>
          <a:blip r:embed="rId2"/>
          <a:stretch>
            <a:fillRect/>
          </a:stretch>
        </p:blipFill>
        <p:spPr>
          <a:xfrm>
            <a:off x="2486024" y="3322414"/>
            <a:ext cx="2238375" cy="2038350"/>
          </a:xfrm>
          <a:prstGeom prst="rect">
            <a:avLst/>
          </a:prstGeom>
        </p:spPr>
      </p:pic>
      <p:sp>
        <p:nvSpPr>
          <p:cNvPr id="10" name="思考の吹き出し: 雲形 9">
            <a:extLst>
              <a:ext uri="{FF2B5EF4-FFF2-40B4-BE49-F238E27FC236}">
                <a16:creationId xmlns:a16="http://schemas.microsoft.com/office/drawing/2014/main" id="{E9B7FDA9-E4C9-E7A0-A100-6197CDA0958E}"/>
              </a:ext>
            </a:extLst>
          </p:cNvPr>
          <p:cNvSpPr/>
          <p:nvPr/>
        </p:nvSpPr>
        <p:spPr>
          <a:xfrm>
            <a:off x="3641272"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これは</a:t>
            </a:r>
            <a:r>
              <a:rPr kumimoji="1" lang="en-US" altLang="ja-JP" sz="1400" dirty="0">
                <a:solidFill>
                  <a:schemeClr val="tx1">
                    <a:lumMod val="75000"/>
                  </a:schemeClr>
                </a:solidFill>
              </a:rPr>
              <a:t>X</a:t>
            </a:r>
            <a:r>
              <a:rPr kumimoji="1" lang="ja-JP" altLang="en-US" sz="1400" dirty="0">
                <a:solidFill>
                  <a:schemeClr val="tx1">
                    <a:lumMod val="75000"/>
                  </a:schemeClr>
                </a:solidFill>
              </a:rPr>
              <a:t>で、</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エラー原因</a:t>
            </a:r>
            <a:r>
              <a:rPr kumimoji="1" lang="en-US" altLang="ja-JP" sz="1400" dirty="0">
                <a:solidFill>
                  <a:schemeClr val="tx1">
                    <a:lumMod val="75000"/>
                  </a:schemeClr>
                </a:solidFill>
              </a:rPr>
              <a:t>X</a:t>
            </a:r>
            <a:br>
              <a:rPr kumimoji="1" lang="en-US" altLang="ja-JP" sz="1400" dirty="0">
                <a:solidFill>
                  <a:schemeClr val="tx1">
                    <a:lumMod val="75000"/>
                  </a:schemeClr>
                </a:solidFill>
              </a:rPr>
            </a:br>
            <a:r>
              <a:rPr lang="ja-JP" altLang="en-US" sz="1400" dirty="0">
                <a:solidFill>
                  <a:schemeClr val="tx1">
                    <a:lumMod val="75000"/>
                  </a:schemeClr>
                </a:solidFill>
              </a:rPr>
              <a:t>だけどどうすりゃ</a:t>
            </a:r>
            <a:br>
              <a:rPr lang="en-US" altLang="ja-JP" sz="1400" dirty="0">
                <a:solidFill>
                  <a:schemeClr val="tx1">
                    <a:lumMod val="75000"/>
                  </a:schemeClr>
                </a:solidFill>
              </a:rPr>
            </a:br>
            <a:r>
              <a:rPr lang="ja-JP" altLang="en-US" sz="1400" dirty="0">
                <a:solidFill>
                  <a:schemeClr val="tx1">
                    <a:lumMod val="75000"/>
                  </a:schemeClr>
                </a:solidFill>
              </a:rPr>
              <a:t>ええの</a:t>
            </a:r>
            <a:endParaRPr kumimoji="1" lang="ja-JP" altLang="en-US" sz="1400" dirty="0">
              <a:solidFill>
                <a:schemeClr val="tx1">
                  <a:lumMod val="75000"/>
                </a:schemeClr>
              </a:solidFill>
            </a:endParaRPr>
          </a:p>
        </p:txBody>
      </p:sp>
      <p:pic>
        <p:nvPicPr>
          <p:cNvPr id="14" name="図 13" descr="プログラミングをする人のイラスト（男性） | かわいいフリー素材集 ...">
            <a:extLst>
              <a:ext uri="{FF2B5EF4-FFF2-40B4-BE49-F238E27FC236}">
                <a16:creationId xmlns:a16="http://schemas.microsoft.com/office/drawing/2014/main" id="{A5515AFF-C314-5E3B-C1EE-7280C20B129C}"/>
              </a:ext>
            </a:extLst>
          </p:cNvPr>
          <p:cNvPicPr>
            <a:picLocks noChangeAspect="1"/>
          </p:cNvPicPr>
          <p:nvPr/>
        </p:nvPicPr>
        <p:blipFill>
          <a:blip r:embed="rId2"/>
          <a:stretch>
            <a:fillRect/>
          </a:stretch>
        </p:blipFill>
        <p:spPr>
          <a:xfrm>
            <a:off x="8586788" y="3322414"/>
            <a:ext cx="2238375" cy="2038350"/>
          </a:xfrm>
          <a:prstGeom prst="rect">
            <a:avLst/>
          </a:prstGeom>
        </p:spPr>
      </p:pic>
      <p:sp>
        <p:nvSpPr>
          <p:cNvPr id="15" name="思考の吹き出し: 雲形 14">
            <a:extLst>
              <a:ext uri="{FF2B5EF4-FFF2-40B4-BE49-F238E27FC236}">
                <a16:creationId xmlns:a16="http://schemas.microsoft.com/office/drawing/2014/main" id="{E34D6757-D1B5-BC7F-BBAC-41D17D026CCB}"/>
              </a:ext>
            </a:extLst>
          </p:cNvPr>
          <p:cNvSpPr/>
          <p:nvPr/>
        </p:nvSpPr>
        <p:spPr>
          <a:xfrm>
            <a:off x="9470579" y="5495014"/>
            <a:ext cx="2179864" cy="962936"/>
          </a:xfrm>
          <a:prstGeom prst="cloudCallout">
            <a:avLst>
              <a:gd name="adj1" fmla="val -36189"/>
              <a:gd name="adj2" fmla="val -706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だるいけど、</a:t>
            </a:r>
            <a:endParaRPr kumimoji="1" lang="en-US" altLang="ja-JP" dirty="0">
              <a:solidFill>
                <a:schemeClr val="tx1">
                  <a:lumMod val="75000"/>
                </a:schemeClr>
              </a:solidFill>
            </a:endParaRPr>
          </a:p>
          <a:p>
            <a:pPr algn="ctr"/>
            <a:r>
              <a:rPr kumimoji="1" lang="ja-JP" altLang="en-US" dirty="0">
                <a:solidFill>
                  <a:schemeClr val="tx1">
                    <a:lumMod val="75000"/>
                  </a:schemeClr>
                </a:solidFill>
              </a:rPr>
              <a:t>やれば終わり</a:t>
            </a:r>
          </a:p>
        </p:txBody>
      </p:sp>
      <p:pic>
        <p:nvPicPr>
          <p:cNvPr id="5" name="図 4" descr="命令している人のイラスト | かわいいフリー素材集 いらすとや">
            <a:extLst>
              <a:ext uri="{FF2B5EF4-FFF2-40B4-BE49-F238E27FC236}">
                <a16:creationId xmlns:a16="http://schemas.microsoft.com/office/drawing/2014/main" id="{71E14A54-9B56-FF1B-00DC-C69ABC59509F}"/>
              </a:ext>
            </a:extLst>
          </p:cNvPr>
          <p:cNvPicPr>
            <a:picLocks noChangeAspect="1"/>
          </p:cNvPicPr>
          <p:nvPr/>
        </p:nvPicPr>
        <p:blipFill>
          <a:blip r:embed="rId3"/>
          <a:stretch>
            <a:fillRect/>
          </a:stretch>
        </p:blipFill>
        <p:spPr>
          <a:xfrm>
            <a:off x="5571552" y="3375707"/>
            <a:ext cx="1864873" cy="2038350"/>
          </a:xfrm>
          <a:prstGeom prst="rect">
            <a:avLst/>
          </a:prstGeom>
        </p:spPr>
      </p:pic>
      <p:sp>
        <p:nvSpPr>
          <p:cNvPr id="13" name="思考の吹き出し: 雲形 12">
            <a:extLst>
              <a:ext uri="{FF2B5EF4-FFF2-40B4-BE49-F238E27FC236}">
                <a16:creationId xmlns:a16="http://schemas.microsoft.com/office/drawing/2014/main" id="{15C275F4-067F-3361-2413-9835A3B1E588}"/>
              </a:ext>
            </a:extLst>
          </p:cNvPr>
          <p:cNvSpPr/>
          <p:nvPr/>
        </p:nvSpPr>
        <p:spPr>
          <a:xfrm>
            <a:off x="6221641"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原因</a:t>
            </a:r>
            <a:r>
              <a:rPr kumimoji="1" lang="en-US" altLang="ja-JP" sz="1400" dirty="0">
                <a:solidFill>
                  <a:schemeClr val="tx1">
                    <a:lumMod val="75000"/>
                  </a:schemeClr>
                </a:solidFill>
              </a:rPr>
              <a:t>X</a:t>
            </a:r>
            <a:r>
              <a:rPr kumimoji="1" lang="ja-JP" altLang="en-US" sz="1400" dirty="0">
                <a:solidFill>
                  <a:schemeClr val="tx1">
                    <a:lumMod val="75000"/>
                  </a:schemeClr>
                </a:solidFill>
              </a:rPr>
              <a:t>の時は</a:t>
            </a:r>
            <a:br>
              <a:rPr kumimoji="1" lang="en-US" altLang="ja-JP" sz="1400" dirty="0">
                <a:solidFill>
                  <a:schemeClr val="tx1">
                    <a:lumMod val="75000"/>
                  </a:schemeClr>
                </a:solidFill>
              </a:rPr>
            </a:br>
            <a:r>
              <a:rPr kumimoji="1" lang="ja-JP" altLang="en-US" sz="1400" dirty="0">
                <a:solidFill>
                  <a:schemeClr val="tx1">
                    <a:lumMod val="75000"/>
                  </a:schemeClr>
                </a:solidFill>
              </a:rPr>
              <a:t>対処</a:t>
            </a:r>
            <a:r>
              <a:rPr kumimoji="1" lang="en-US" altLang="ja-JP" sz="1400" dirty="0">
                <a:solidFill>
                  <a:schemeClr val="tx1">
                    <a:lumMod val="75000"/>
                  </a:schemeClr>
                </a:solidFill>
              </a:rPr>
              <a:t>X</a:t>
            </a:r>
            <a:r>
              <a:rPr kumimoji="1" lang="ja-JP" altLang="en-US" sz="1400" dirty="0">
                <a:solidFill>
                  <a:schemeClr val="tx1">
                    <a:lumMod val="75000"/>
                  </a:schemeClr>
                </a:solidFill>
              </a:rPr>
              <a:t>を</a:t>
            </a:r>
            <a:br>
              <a:rPr kumimoji="1" lang="en-US" altLang="ja-JP" sz="1400" dirty="0">
                <a:solidFill>
                  <a:schemeClr val="tx1">
                    <a:lumMod val="75000"/>
                  </a:schemeClr>
                </a:solidFill>
              </a:rPr>
            </a:br>
            <a:r>
              <a:rPr kumimoji="1" lang="ja-JP" altLang="en-US" sz="1400" dirty="0">
                <a:solidFill>
                  <a:schemeClr val="tx1">
                    <a:lumMod val="75000"/>
                  </a:schemeClr>
                </a:solidFill>
              </a:rPr>
              <a:t>すればよし</a:t>
            </a:r>
          </a:p>
        </p:txBody>
      </p:sp>
    </p:spTree>
    <p:extLst>
      <p:ext uri="{BB962C8B-B14F-4D97-AF65-F5344CB8AC3E}">
        <p14:creationId xmlns:p14="http://schemas.microsoft.com/office/powerpoint/2010/main" val="827534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E3A1A-8C4D-F6B6-05A1-CB26401A8F24}"/>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A7C0A280-2452-4162-624D-3C196F17DAAA}"/>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ED63AFDD-8EF9-7A0F-50F3-E6D422B10C3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「複雑系」：原因と対処の因果関係がわからない、不明点もわからない、</a:t>
            </a:r>
            <a:br>
              <a:rPr lang="en-US" altLang="ja-JP" sz="2800" dirty="0"/>
            </a:br>
            <a:r>
              <a:rPr lang="ja-JP" altLang="en-US" sz="2800" dirty="0"/>
              <a:t>また、それへの対処方法をだれもわからない。（対処へアクセスできない）</a:t>
            </a:r>
            <a:endParaRPr lang="en-US" altLang="ja-JP" sz="2800" dirty="0"/>
          </a:p>
        </p:txBody>
      </p:sp>
      <p:sp>
        <p:nvSpPr>
          <p:cNvPr id="4" name="タイトル プレースホルダー 1">
            <a:extLst>
              <a:ext uri="{FF2B5EF4-FFF2-40B4-BE49-F238E27FC236}">
                <a16:creationId xmlns:a16="http://schemas.microsoft.com/office/drawing/2014/main" id="{26BB12ED-3642-1E4C-8CD2-991E48900A85}"/>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それぞれの段階でできる対処</a:t>
            </a:r>
            <a:endParaRPr lang="en-US" altLang="ja-JP" dirty="0"/>
          </a:p>
        </p:txBody>
      </p:sp>
      <p:sp>
        <p:nvSpPr>
          <p:cNvPr id="6" name="爆発: 8 pt 5">
            <a:extLst>
              <a:ext uri="{FF2B5EF4-FFF2-40B4-BE49-F238E27FC236}">
                <a16:creationId xmlns:a16="http://schemas.microsoft.com/office/drawing/2014/main" id="{B6E551C3-8D82-4556-53DA-953B339B0A2C}"/>
              </a:ext>
            </a:extLst>
          </p:cNvPr>
          <p:cNvSpPr/>
          <p:nvPr/>
        </p:nvSpPr>
        <p:spPr>
          <a:xfrm>
            <a:off x="355600" y="2359478"/>
            <a:ext cx="2286000" cy="1404257"/>
          </a:xfrm>
          <a:prstGeom prst="irregularSeal1">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エラー！！</a:t>
            </a:r>
            <a:endParaRPr kumimoji="1" lang="ja-JP" altLang="en-US" dirty="0">
              <a:solidFill>
                <a:schemeClr val="tx1">
                  <a:lumMod val="75000"/>
                </a:schemeClr>
              </a:solidFill>
            </a:endParaRPr>
          </a:p>
        </p:txBody>
      </p:sp>
      <p:pic>
        <p:nvPicPr>
          <p:cNvPr id="7" name="図 6" descr="プログラミングをする人のイラスト（男性） | かわいいフリー素材集 ...">
            <a:extLst>
              <a:ext uri="{FF2B5EF4-FFF2-40B4-BE49-F238E27FC236}">
                <a16:creationId xmlns:a16="http://schemas.microsoft.com/office/drawing/2014/main" id="{1A551D95-8FD4-6FA5-2B7A-B522078CB9ED}"/>
              </a:ext>
            </a:extLst>
          </p:cNvPr>
          <p:cNvPicPr>
            <a:picLocks noChangeAspect="1"/>
          </p:cNvPicPr>
          <p:nvPr/>
        </p:nvPicPr>
        <p:blipFill>
          <a:blip r:embed="rId2"/>
          <a:stretch>
            <a:fillRect/>
          </a:stretch>
        </p:blipFill>
        <p:spPr>
          <a:xfrm>
            <a:off x="1906360" y="3322414"/>
            <a:ext cx="2238375" cy="2038350"/>
          </a:xfrm>
          <a:prstGeom prst="rect">
            <a:avLst/>
          </a:prstGeom>
        </p:spPr>
      </p:pic>
      <p:sp>
        <p:nvSpPr>
          <p:cNvPr id="10" name="思考の吹き出し: 雲形 9">
            <a:extLst>
              <a:ext uri="{FF2B5EF4-FFF2-40B4-BE49-F238E27FC236}">
                <a16:creationId xmlns:a16="http://schemas.microsoft.com/office/drawing/2014/main" id="{EEA4B4A8-E847-EB67-6F00-424937EDEB34}"/>
              </a:ext>
            </a:extLst>
          </p:cNvPr>
          <p:cNvSpPr/>
          <p:nvPr/>
        </p:nvSpPr>
        <p:spPr>
          <a:xfrm>
            <a:off x="3061608"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これは</a:t>
            </a:r>
            <a:r>
              <a:rPr kumimoji="1" lang="en-US" altLang="ja-JP" sz="1400" dirty="0">
                <a:solidFill>
                  <a:schemeClr val="tx1">
                    <a:lumMod val="75000"/>
                  </a:schemeClr>
                </a:solidFill>
              </a:rPr>
              <a:t>X</a:t>
            </a:r>
            <a:r>
              <a:rPr kumimoji="1" lang="ja-JP" altLang="en-US" sz="1400" dirty="0">
                <a:solidFill>
                  <a:schemeClr val="tx1">
                    <a:lumMod val="75000"/>
                  </a:schemeClr>
                </a:solidFill>
              </a:rPr>
              <a:t>で、</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エラー原因</a:t>
            </a:r>
            <a:br>
              <a:rPr kumimoji="1" lang="en-US" altLang="ja-JP" sz="1400" dirty="0">
                <a:solidFill>
                  <a:schemeClr val="tx1">
                    <a:lumMod val="75000"/>
                  </a:schemeClr>
                </a:solidFill>
              </a:rPr>
            </a:br>
            <a:r>
              <a:rPr kumimoji="1" lang="ja-JP" altLang="en-US" sz="1400" dirty="0">
                <a:solidFill>
                  <a:schemeClr val="tx1">
                    <a:lumMod val="75000"/>
                  </a:schemeClr>
                </a:solidFill>
              </a:rPr>
              <a:t>わからん</a:t>
            </a:r>
          </a:p>
        </p:txBody>
      </p:sp>
      <p:pic>
        <p:nvPicPr>
          <p:cNvPr id="14" name="図 13" descr="プログラミングをする人のイラスト（男性） | かわいいフリー素材集 ...">
            <a:extLst>
              <a:ext uri="{FF2B5EF4-FFF2-40B4-BE49-F238E27FC236}">
                <a16:creationId xmlns:a16="http://schemas.microsoft.com/office/drawing/2014/main" id="{4A19EF0A-04EA-C6BA-069A-8BAFCBAE2B26}"/>
              </a:ext>
            </a:extLst>
          </p:cNvPr>
          <p:cNvPicPr>
            <a:picLocks noChangeAspect="1"/>
          </p:cNvPicPr>
          <p:nvPr/>
        </p:nvPicPr>
        <p:blipFill>
          <a:blip r:embed="rId2"/>
          <a:stretch>
            <a:fillRect/>
          </a:stretch>
        </p:blipFill>
        <p:spPr>
          <a:xfrm>
            <a:off x="9321572" y="3191041"/>
            <a:ext cx="2238375" cy="2038350"/>
          </a:xfrm>
          <a:prstGeom prst="rect">
            <a:avLst/>
          </a:prstGeom>
        </p:spPr>
      </p:pic>
      <p:sp>
        <p:nvSpPr>
          <p:cNvPr id="15" name="思考の吹き出し: 雲形 14">
            <a:extLst>
              <a:ext uri="{FF2B5EF4-FFF2-40B4-BE49-F238E27FC236}">
                <a16:creationId xmlns:a16="http://schemas.microsoft.com/office/drawing/2014/main" id="{152418EE-6C10-70CD-523B-49E91103F628}"/>
              </a:ext>
            </a:extLst>
          </p:cNvPr>
          <p:cNvSpPr/>
          <p:nvPr/>
        </p:nvSpPr>
        <p:spPr>
          <a:xfrm>
            <a:off x="9854299" y="5495014"/>
            <a:ext cx="2179864" cy="962936"/>
          </a:xfrm>
          <a:prstGeom prst="cloudCallout">
            <a:avLst>
              <a:gd name="adj1" fmla="val -36189"/>
              <a:gd name="adj2" fmla="val -706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あ、</a:t>
            </a:r>
            <a:r>
              <a:rPr kumimoji="1" lang="en-US" altLang="ja-JP" sz="1400" dirty="0">
                <a:solidFill>
                  <a:schemeClr val="tx1">
                    <a:lumMod val="75000"/>
                  </a:schemeClr>
                </a:solidFill>
              </a:rPr>
              <a:t>F</a:t>
            </a:r>
            <a:r>
              <a:rPr kumimoji="1" lang="ja-JP" altLang="en-US" sz="1400" dirty="0">
                <a:solidFill>
                  <a:schemeClr val="tx1">
                    <a:lumMod val="75000"/>
                  </a:schemeClr>
                </a:solidFill>
              </a:rPr>
              <a:t>機能が</a:t>
            </a:r>
            <a:br>
              <a:rPr kumimoji="1" lang="en-US" altLang="ja-JP" sz="1400" dirty="0">
                <a:solidFill>
                  <a:schemeClr val="tx1">
                    <a:lumMod val="75000"/>
                  </a:schemeClr>
                </a:solidFill>
              </a:rPr>
            </a:br>
            <a:r>
              <a:rPr kumimoji="1" lang="ja-JP" altLang="en-US" sz="1400" dirty="0">
                <a:solidFill>
                  <a:schemeClr val="tx1">
                    <a:lumMod val="75000"/>
                  </a:schemeClr>
                </a:solidFill>
              </a:rPr>
              <a:t>壊れてた！</a:t>
            </a:r>
            <a:endParaRPr kumimoji="1" lang="en-US" altLang="ja-JP" sz="1400" dirty="0">
              <a:solidFill>
                <a:schemeClr val="tx1">
                  <a:lumMod val="75000"/>
                </a:schemeClr>
              </a:solidFill>
            </a:endParaRPr>
          </a:p>
          <a:p>
            <a:pPr algn="ctr"/>
            <a:r>
              <a:rPr lang="ja-JP" altLang="en-US" sz="1400" dirty="0">
                <a:solidFill>
                  <a:schemeClr val="tx1">
                    <a:lumMod val="75000"/>
                  </a:schemeClr>
                </a:solidFill>
              </a:rPr>
              <a:t>直して終わり～</a:t>
            </a:r>
            <a:endParaRPr kumimoji="1" lang="ja-JP" altLang="en-US" sz="1400" dirty="0">
              <a:solidFill>
                <a:schemeClr val="tx1">
                  <a:lumMod val="75000"/>
                </a:schemeClr>
              </a:solidFill>
            </a:endParaRPr>
          </a:p>
        </p:txBody>
      </p:sp>
      <p:pic>
        <p:nvPicPr>
          <p:cNvPr id="8" name="図 7" descr="プログラミングをする人のイラスト（男性） | かわいいフリー素材集 ...">
            <a:extLst>
              <a:ext uri="{FF2B5EF4-FFF2-40B4-BE49-F238E27FC236}">
                <a16:creationId xmlns:a16="http://schemas.microsoft.com/office/drawing/2014/main" id="{B71CDEC6-E5E7-D455-6459-5333C51890FC}"/>
              </a:ext>
            </a:extLst>
          </p:cNvPr>
          <p:cNvPicPr>
            <a:picLocks noChangeAspect="1"/>
          </p:cNvPicPr>
          <p:nvPr/>
        </p:nvPicPr>
        <p:blipFill>
          <a:blip r:embed="rId2"/>
          <a:stretch>
            <a:fillRect/>
          </a:stretch>
        </p:blipFill>
        <p:spPr>
          <a:xfrm>
            <a:off x="4605908" y="3322414"/>
            <a:ext cx="2238375" cy="2038350"/>
          </a:xfrm>
          <a:prstGeom prst="rect">
            <a:avLst/>
          </a:prstGeom>
        </p:spPr>
      </p:pic>
      <p:sp>
        <p:nvSpPr>
          <p:cNvPr id="13" name="思考の吹き出し: 雲形 12">
            <a:extLst>
              <a:ext uri="{FF2B5EF4-FFF2-40B4-BE49-F238E27FC236}">
                <a16:creationId xmlns:a16="http://schemas.microsoft.com/office/drawing/2014/main" id="{5F03A59C-694A-670E-19EC-BF0D3DA76B43}"/>
              </a:ext>
            </a:extLst>
          </p:cNvPr>
          <p:cNvSpPr/>
          <p:nvPr/>
        </p:nvSpPr>
        <p:spPr>
          <a:xfrm>
            <a:off x="5690965" y="2466064"/>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75000"/>
                  </a:schemeClr>
                </a:solidFill>
              </a:rPr>
              <a:t>B</a:t>
            </a:r>
            <a:r>
              <a:rPr kumimoji="1" lang="ja-JP" altLang="en-US" sz="1400" dirty="0">
                <a:solidFill>
                  <a:schemeClr val="tx1">
                    <a:lumMod val="75000"/>
                  </a:schemeClr>
                </a:solidFill>
              </a:rPr>
              <a:t>機能いじって</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みるか</a:t>
            </a:r>
            <a:endParaRPr kumimoji="1" lang="en-US" altLang="ja-JP" sz="1400" dirty="0">
              <a:solidFill>
                <a:schemeClr val="tx1">
                  <a:lumMod val="75000"/>
                </a:schemeClr>
              </a:solidFill>
            </a:endParaRPr>
          </a:p>
          <a:p>
            <a:pPr algn="ctr"/>
            <a:r>
              <a:rPr lang="en-US" altLang="ja-JP" sz="1400" dirty="0">
                <a:solidFill>
                  <a:schemeClr val="tx1">
                    <a:lumMod val="75000"/>
                  </a:schemeClr>
                </a:solidFill>
              </a:rPr>
              <a:t>C</a:t>
            </a:r>
            <a:r>
              <a:rPr lang="ja-JP" altLang="en-US" sz="1400" dirty="0">
                <a:solidFill>
                  <a:schemeClr val="tx1">
                    <a:lumMod val="75000"/>
                  </a:schemeClr>
                </a:solidFill>
              </a:rPr>
              <a:t>機能いじって</a:t>
            </a:r>
            <a:endParaRPr lang="en-US" altLang="ja-JP" sz="1400" dirty="0">
              <a:solidFill>
                <a:schemeClr val="tx1">
                  <a:lumMod val="75000"/>
                </a:schemeClr>
              </a:solidFill>
            </a:endParaRPr>
          </a:p>
          <a:p>
            <a:pPr algn="ctr"/>
            <a:r>
              <a:rPr lang="ja-JP" altLang="en-US" sz="1400" dirty="0">
                <a:solidFill>
                  <a:schemeClr val="tx1">
                    <a:lumMod val="75000"/>
                  </a:schemeClr>
                </a:solidFill>
              </a:rPr>
              <a:t>みるか</a:t>
            </a:r>
            <a:endParaRPr kumimoji="1" lang="ja-JP" altLang="en-US" sz="1400" dirty="0">
              <a:solidFill>
                <a:schemeClr val="tx1">
                  <a:lumMod val="75000"/>
                </a:schemeClr>
              </a:solidFill>
            </a:endParaRPr>
          </a:p>
        </p:txBody>
      </p:sp>
      <p:pic>
        <p:nvPicPr>
          <p:cNvPr id="11" name="図 10" descr="無限のマーク | かわいいフリー素材集 いらすとや">
            <a:extLst>
              <a:ext uri="{FF2B5EF4-FFF2-40B4-BE49-F238E27FC236}">
                <a16:creationId xmlns:a16="http://schemas.microsoft.com/office/drawing/2014/main" id="{1A9495D2-5FE6-AFC8-1030-FCCAB4728816}"/>
              </a:ext>
            </a:extLst>
          </p:cNvPr>
          <p:cNvPicPr>
            <a:picLocks noChangeAspect="1"/>
          </p:cNvPicPr>
          <p:nvPr/>
        </p:nvPicPr>
        <p:blipFill>
          <a:blip r:embed="rId3"/>
          <a:stretch>
            <a:fillRect/>
          </a:stretch>
        </p:blipFill>
        <p:spPr>
          <a:xfrm>
            <a:off x="7300013" y="3750871"/>
            <a:ext cx="1565829" cy="1288021"/>
          </a:xfrm>
          <a:prstGeom prst="rect">
            <a:avLst/>
          </a:prstGeom>
        </p:spPr>
      </p:pic>
      <p:sp>
        <p:nvSpPr>
          <p:cNvPr id="12" name="四角形: 角を丸くする 11">
            <a:extLst>
              <a:ext uri="{FF2B5EF4-FFF2-40B4-BE49-F238E27FC236}">
                <a16:creationId xmlns:a16="http://schemas.microsoft.com/office/drawing/2014/main" id="{1A89351B-AD72-2B80-037B-DDEF69B5852D}"/>
              </a:ext>
            </a:extLst>
          </p:cNvPr>
          <p:cNvSpPr/>
          <p:nvPr/>
        </p:nvSpPr>
        <p:spPr>
          <a:xfrm>
            <a:off x="6992995" y="4848910"/>
            <a:ext cx="2179864" cy="729790"/>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lumMod val="75000"/>
                  </a:schemeClr>
                </a:solidFill>
              </a:rPr>
              <a:t>継続的な実験</a:t>
            </a:r>
            <a:r>
              <a:rPr kumimoji="1" lang="ja-JP" altLang="en-US" sz="1400" dirty="0">
                <a:solidFill>
                  <a:schemeClr val="tx1">
                    <a:lumMod val="75000"/>
                  </a:schemeClr>
                </a:solidFill>
              </a:rPr>
              <a:t>により、</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エビデンスを積み上げて</a:t>
            </a:r>
            <a:br>
              <a:rPr kumimoji="1" lang="en-US" altLang="ja-JP" sz="1400" dirty="0">
                <a:solidFill>
                  <a:schemeClr val="tx1">
                    <a:lumMod val="75000"/>
                  </a:schemeClr>
                </a:solidFill>
              </a:rPr>
            </a:br>
            <a:r>
              <a:rPr kumimoji="1" lang="ja-JP" altLang="en-US" sz="1400" dirty="0">
                <a:solidFill>
                  <a:schemeClr val="tx1">
                    <a:lumMod val="75000"/>
                  </a:schemeClr>
                </a:solidFill>
              </a:rPr>
              <a:t>因果関係を探る</a:t>
            </a:r>
            <a:endParaRPr kumimoji="1" lang="ja-JP" altLang="en-US" dirty="0">
              <a:solidFill>
                <a:schemeClr val="tx1">
                  <a:lumMod val="75000"/>
                </a:schemeClr>
              </a:solidFill>
            </a:endParaRPr>
          </a:p>
        </p:txBody>
      </p:sp>
    </p:spTree>
    <p:extLst>
      <p:ext uri="{BB962C8B-B14F-4D97-AF65-F5344CB8AC3E}">
        <p14:creationId xmlns:p14="http://schemas.microsoft.com/office/powerpoint/2010/main" val="41128475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A0026-F447-BD75-DEEF-795A20828F5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12B8B379-3D31-086C-0E38-1E979F047C1A}"/>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E489C5F0-D75D-F900-C71E-99683F02129B}"/>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「混沌系」：原因と対処の因果関係がわからない、不明点もわからない、</a:t>
            </a:r>
            <a:br>
              <a:rPr lang="en-US" altLang="ja-JP" sz="2800" dirty="0"/>
            </a:br>
            <a:r>
              <a:rPr lang="ja-JP" altLang="en-US" sz="2800" dirty="0"/>
              <a:t>また、安全な実験範囲もわからない。取れる対処は「後悔のない選択」をすること。</a:t>
            </a:r>
            <a:endParaRPr lang="en-US" altLang="ja-JP" sz="2800" dirty="0"/>
          </a:p>
        </p:txBody>
      </p:sp>
      <p:sp>
        <p:nvSpPr>
          <p:cNvPr id="4" name="タイトル プレースホルダー 1">
            <a:extLst>
              <a:ext uri="{FF2B5EF4-FFF2-40B4-BE49-F238E27FC236}">
                <a16:creationId xmlns:a16="http://schemas.microsoft.com/office/drawing/2014/main" id="{CA693427-32A2-AF51-C1D2-53E3872A9D37}"/>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それぞれの段階でできる対処</a:t>
            </a:r>
            <a:endParaRPr lang="en-US" altLang="ja-JP" dirty="0"/>
          </a:p>
        </p:txBody>
      </p:sp>
      <p:sp>
        <p:nvSpPr>
          <p:cNvPr id="6" name="爆発: 8 pt 5">
            <a:extLst>
              <a:ext uri="{FF2B5EF4-FFF2-40B4-BE49-F238E27FC236}">
                <a16:creationId xmlns:a16="http://schemas.microsoft.com/office/drawing/2014/main" id="{C362083E-61A4-D967-CA48-F718549438A8}"/>
              </a:ext>
            </a:extLst>
          </p:cNvPr>
          <p:cNvSpPr/>
          <p:nvPr/>
        </p:nvSpPr>
        <p:spPr>
          <a:xfrm>
            <a:off x="355600" y="2359478"/>
            <a:ext cx="2286000" cy="1404257"/>
          </a:xfrm>
          <a:prstGeom prst="irregularSeal1">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エラー！！</a:t>
            </a:r>
            <a:endParaRPr kumimoji="1" lang="ja-JP" altLang="en-US" dirty="0">
              <a:solidFill>
                <a:schemeClr val="tx1">
                  <a:lumMod val="75000"/>
                </a:schemeClr>
              </a:solidFill>
            </a:endParaRPr>
          </a:p>
        </p:txBody>
      </p:sp>
      <p:pic>
        <p:nvPicPr>
          <p:cNvPr id="7" name="図 6" descr="プログラミングをする人のイラスト（男性） | かわいいフリー素材集 ...">
            <a:extLst>
              <a:ext uri="{FF2B5EF4-FFF2-40B4-BE49-F238E27FC236}">
                <a16:creationId xmlns:a16="http://schemas.microsoft.com/office/drawing/2014/main" id="{4F6A7E61-CB28-336F-C360-E51E5EDFDC32}"/>
              </a:ext>
            </a:extLst>
          </p:cNvPr>
          <p:cNvPicPr>
            <a:picLocks noChangeAspect="1"/>
          </p:cNvPicPr>
          <p:nvPr/>
        </p:nvPicPr>
        <p:blipFill>
          <a:blip r:embed="rId2"/>
          <a:stretch>
            <a:fillRect/>
          </a:stretch>
        </p:blipFill>
        <p:spPr>
          <a:xfrm>
            <a:off x="2784021" y="3216905"/>
            <a:ext cx="1834242" cy="1670331"/>
          </a:xfrm>
          <a:prstGeom prst="rect">
            <a:avLst/>
          </a:prstGeom>
        </p:spPr>
      </p:pic>
      <p:sp>
        <p:nvSpPr>
          <p:cNvPr id="10" name="思考の吹き出し: 雲形 9">
            <a:extLst>
              <a:ext uri="{FF2B5EF4-FFF2-40B4-BE49-F238E27FC236}">
                <a16:creationId xmlns:a16="http://schemas.microsoft.com/office/drawing/2014/main" id="{6491B8BE-BEEB-04C3-3E70-4C7D5D7F4129}"/>
              </a:ext>
            </a:extLst>
          </p:cNvPr>
          <p:cNvSpPr/>
          <p:nvPr/>
        </p:nvSpPr>
        <p:spPr>
          <a:xfrm>
            <a:off x="3641272" y="2163985"/>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これは</a:t>
            </a:r>
            <a:r>
              <a:rPr kumimoji="1" lang="en-US" altLang="ja-JP" sz="1400" dirty="0">
                <a:solidFill>
                  <a:schemeClr val="tx1">
                    <a:lumMod val="75000"/>
                  </a:schemeClr>
                </a:solidFill>
              </a:rPr>
              <a:t>X</a:t>
            </a:r>
            <a:r>
              <a:rPr kumimoji="1" lang="ja-JP" altLang="en-US" sz="1400" dirty="0">
                <a:solidFill>
                  <a:schemeClr val="tx1">
                    <a:lumMod val="75000"/>
                  </a:schemeClr>
                </a:solidFill>
              </a:rPr>
              <a:t>で、</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エラーで原因</a:t>
            </a:r>
            <a:br>
              <a:rPr kumimoji="1" lang="en-US" altLang="ja-JP" sz="1400" dirty="0">
                <a:solidFill>
                  <a:schemeClr val="tx1">
                    <a:lumMod val="75000"/>
                  </a:schemeClr>
                </a:solidFill>
              </a:rPr>
            </a:br>
            <a:r>
              <a:rPr kumimoji="1" lang="ja-JP" altLang="en-US" sz="1400" dirty="0">
                <a:solidFill>
                  <a:schemeClr val="tx1">
                    <a:lumMod val="75000"/>
                  </a:schemeClr>
                </a:solidFill>
              </a:rPr>
              <a:t>わからん</a:t>
            </a:r>
          </a:p>
        </p:txBody>
      </p:sp>
      <p:pic>
        <p:nvPicPr>
          <p:cNvPr id="14" name="図 13" descr="プログラミングをする人のイラスト（男性） | かわいいフリー素材集 ...">
            <a:extLst>
              <a:ext uri="{FF2B5EF4-FFF2-40B4-BE49-F238E27FC236}">
                <a16:creationId xmlns:a16="http://schemas.microsoft.com/office/drawing/2014/main" id="{220DA258-7B6D-0A5E-E382-81BBA30F5CC2}"/>
              </a:ext>
            </a:extLst>
          </p:cNvPr>
          <p:cNvPicPr>
            <a:picLocks noChangeAspect="1"/>
          </p:cNvPicPr>
          <p:nvPr/>
        </p:nvPicPr>
        <p:blipFill>
          <a:blip r:embed="rId2"/>
          <a:stretch>
            <a:fillRect/>
          </a:stretch>
        </p:blipFill>
        <p:spPr>
          <a:xfrm>
            <a:off x="9235849" y="3085532"/>
            <a:ext cx="1834242" cy="1670331"/>
          </a:xfrm>
          <a:prstGeom prst="rect">
            <a:avLst/>
          </a:prstGeom>
        </p:spPr>
      </p:pic>
      <p:sp>
        <p:nvSpPr>
          <p:cNvPr id="15" name="思考の吹き出し: 雲形 14">
            <a:extLst>
              <a:ext uri="{FF2B5EF4-FFF2-40B4-BE49-F238E27FC236}">
                <a16:creationId xmlns:a16="http://schemas.microsoft.com/office/drawing/2014/main" id="{74ECB9E1-2C14-4515-A22E-D20AEE8DC3A2}"/>
              </a:ext>
            </a:extLst>
          </p:cNvPr>
          <p:cNvSpPr/>
          <p:nvPr/>
        </p:nvSpPr>
        <p:spPr>
          <a:xfrm>
            <a:off x="9348790" y="2304190"/>
            <a:ext cx="2179864" cy="962936"/>
          </a:xfrm>
          <a:prstGeom prst="cloudCallout">
            <a:avLst>
              <a:gd name="adj1" fmla="val -47425"/>
              <a:gd name="adj2" fmla="val 574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あ、</a:t>
            </a:r>
            <a:r>
              <a:rPr kumimoji="1" lang="en-US" altLang="ja-JP" sz="1400" dirty="0">
                <a:solidFill>
                  <a:schemeClr val="tx1">
                    <a:lumMod val="75000"/>
                  </a:schemeClr>
                </a:solidFill>
              </a:rPr>
              <a:t>F</a:t>
            </a:r>
            <a:r>
              <a:rPr kumimoji="1" lang="ja-JP" altLang="en-US" sz="1400" dirty="0">
                <a:solidFill>
                  <a:schemeClr val="tx1">
                    <a:lumMod val="75000"/>
                  </a:schemeClr>
                </a:solidFill>
              </a:rPr>
              <a:t>機能が</a:t>
            </a:r>
            <a:br>
              <a:rPr kumimoji="1" lang="en-US" altLang="ja-JP" sz="1400" dirty="0">
                <a:solidFill>
                  <a:schemeClr val="tx1">
                    <a:lumMod val="75000"/>
                  </a:schemeClr>
                </a:solidFill>
              </a:rPr>
            </a:br>
            <a:r>
              <a:rPr kumimoji="1" lang="ja-JP" altLang="en-US" sz="1400" dirty="0">
                <a:solidFill>
                  <a:schemeClr val="tx1">
                    <a:lumMod val="75000"/>
                  </a:schemeClr>
                </a:solidFill>
              </a:rPr>
              <a:t>壊れてた！</a:t>
            </a:r>
            <a:endParaRPr kumimoji="1" lang="en-US" altLang="ja-JP" sz="1400" dirty="0">
              <a:solidFill>
                <a:schemeClr val="tx1">
                  <a:lumMod val="75000"/>
                </a:schemeClr>
              </a:solidFill>
            </a:endParaRPr>
          </a:p>
          <a:p>
            <a:pPr algn="ctr"/>
            <a:r>
              <a:rPr lang="ja-JP" altLang="en-US" sz="1400" dirty="0">
                <a:solidFill>
                  <a:schemeClr val="tx1">
                    <a:lumMod val="75000"/>
                  </a:schemeClr>
                </a:solidFill>
              </a:rPr>
              <a:t>直して終わり～</a:t>
            </a:r>
            <a:endParaRPr kumimoji="1" lang="ja-JP" altLang="en-US" sz="1400" dirty="0">
              <a:solidFill>
                <a:schemeClr val="tx1">
                  <a:lumMod val="75000"/>
                </a:schemeClr>
              </a:solidFill>
            </a:endParaRPr>
          </a:p>
        </p:txBody>
      </p:sp>
      <p:pic>
        <p:nvPicPr>
          <p:cNvPr id="8" name="図 7" descr="プログラミングをする人のイラスト（男性） | かわいいフリー素材集 ...">
            <a:extLst>
              <a:ext uri="{FF2B5EF4-FFF2-40B4-BE49-F238E27FC236}">
                <a16:creationId xmlns:a16="http://schemas.microsoft.com/office/drawing/2014/main" id="{AA30540D-CFB7-EB8D-5018-ECBC38181255}"/>
              </a:ext>
            </a:extLst>
          </p:cNvPr>
          <p:cNvPicPr>
            <a:picLocks noChangeAspect="1"/>
          </p:cNvPicPr>
          <p:nvPr/>
        </p:nvPicPr>
        <p:blipFill>
          <a:blip r:embed="rId2"/>
          <a:stretch>
            <a:fillRect/>
          </a:stretch>
        </p:blipFill>
        <p:spPr>
          <a:xfrm>
            <a:off x="5434581" y="3216905"/>
            <a:ext cx="1834242" cy="1670331"/>
          </a:xfrm>
          <a:prstGeom prst="rect">
            <a:avLst/>
          </a:prstGeom>
        </p:spPr>
      </p:pic>
      <p:sp>
        <p:nvSpPr>
          <p:cNvPr id="13" name="思考の吹き出し: 雲形 12">
            <a:extLst>
              <a:ext uri="{FF2B5EF4-FFF2-40B4-BE49-F238E27FC236}">
                <a16:creationId xmlns:a16="http://schemas.microsoft.com/office/drawing/2014/main" id="{1EAF513A-20DF-778A-184A-AC2E6AAEA5F1}"/>
              </a:ext>
            </a:extLst>
          </p:cNvPr>
          <p:cNvSpPr/>
          <p:nvPr/>
        </p:nvSpPr>
        <p:spPr>
          <a:xfrm>
            <a:off x="6221641" y="2163985"/>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75000"/>
                  </a:schemeClr>
                </a:solidFill>
              </a:rPr>
              <a:t>B</a:t>
            </a:r>
            <a:r>
              <a:rPr kumimoji="1" lang="ja-JP" altLang="en-US" sz="1400" dirty="0">
                <a:solidFill>
                  <a:schemeClr val="tx1">
                    <a:lumMod val="75000"/>
                  </a:schemeClr>
                </a:solidFill>
              </a:rPr>
              <a:t>機能いじって</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みるか</a:t>
            </a:r>
            <a:endParaRPr kumimoji="1" lang="en-US" altLang="ja-JP" sz="1400" dirty="0">
              <a:solidFill>
                <a:schemeClr val="tx1">
                  <a:lumMod val="75000"/>
                </a:schemeClr>
              </a:solidFill>
            </a:endParaRPr>
          </a:p>
          <a:p>
            <a:pPr algn="ctr"/>
            <a:r>
              <a:rPr lang="en-US" altLang="ja-JP" sz="1400" dirty="0">
                <a:solidFill>
                  <a:schemeClr val="tx1">
                    <a:lumMod val="75000"/>
                  </a:schemeClr>
                </a:solidFill>
              </a:rPr>
              <a:t>C</a:t>
            </a:r>
            <a:r>
              <a:rPr lang="ja-JP" altLang="en-US" sz="1400" dirty="0">
                <a:solidFill>
                  <a:schemeClr val="tx1">
                    <a:lumMod val="75000"/>
                  </a:schemeClr>
                </a:solidFill>
              </a:rPr>
              <a:t>機能いじって</a:t>
            </a:r>
            <a:endParaRPr lang="en-US" altLang="ja-JP" sz="1400" dirty="0">
              <a:solidFill>
                <a:schemeClr val="tx1">
                  <a:lumMod val="75000"/>
                </a:schemeClr>
              </a:solidFill>
            </a:endParaRPr>
          </a:p>
          <a:p>
            <a:pPr algn="ctr"/>
            <a:r>
              <a:rPr lang="ja-JP" altLang="en-US" sz="1400" dirty="0">
                <a:solidFill>
                  <a:schemeClr val="tx1">
                    <a:lumMod val="75000"/>
                  </a:schemeClr>
                </a:solidFill>
              </a:rPr>
              <a:t>みるか</a:t>
            </a:r>
            <a:endParaRPr kumimoji="1" lang="ja-JP" altLang="en-US" sz="1400" dirty="0">
              <a:solidFill>
                <a:schemeClr val="tx1">
                  <a:lumMod val="75000"/>
                </a:schemeClr>
              </a:solidFill>
            </a:endParaRPr>
          </a:p>
        </p:txBody>
      </p:sp>
      <p:cxnSp>
        <p:nvCxnSpPr>
          <p:cNvPr id="11" name="直線矢印コネクタ 10">
            <a:extLst>
              <a:ext uri="{FF2B5EF4-FFF2-40B4-BE49-F238E27FC236}">
                <a16:creationId xmlns:a16="http://schemas.microsoft.com/office/drawing/2014/main" id="{E55442A3-D28A-8DAF-D08C-18C150BF92DC}"/>
              </a:ext>
            </a:extLst>
          </p:cNvPr>
          <p:cNvCxnSpPr>
            <a:cxnSpLocks/>
          </p:cNvCxnSpPr>
          <p:nvPr/>
        </p:nvCxnSpPr>
        <p:spPr>
          <a:xfrm>
            <a:off x="4618263" y="4141875"/>
            <a:ext cx="816318" cy="0"/>
          </a:xfrm>
          <a:prstGeom prst="straightConnector1">
            <a:avLst/>
          </a:prstGeom>
          <a:ln w="44450">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直線矢印コネクタ 11">
            <a:extLst>
              <a:ext uri="{FF2B5EF4-FFF2-40B4-BE49-F238E27FC236}">
                <a16:creationId xmlns:a16="http://schemas.microsoft.com/office/drawing/2014/main" id="{8ADF2CA1-30B4-CBCB-06C1-A4B99E7053DE}"/>
              </a:ext>
            </a:extLst>
          </p:cNvPr>
          <p:cNvCxnSpPr>
            <a:cxnSpLocks/>
            <a:endCxn id="18" idx="1"/>
          </p:cNvCxnSpPr>
          <p:nvPr/>
        </p:nvCxnSpPr>
        <p:spPr>
          <a:xfrm>
            <a:off x="4618263" y="4212771"/>
            <a:ext cx="2955476" cy="1434609"/>
          </a:xfrm>
          <a:prstGeom prst="straightConnector1">
            <a:avLst/>
          </a:prstGeom>
          <a:ln w="44450">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8" name="図 17" descr="気絶のイラスト | かわいいフリー素材集 いらすとや">
            <a:extLst>
              <a:ext uri="{FF2B5EF4-FFF2-40B4-BE49-F238E27FC236}">
                <a16:creationId xmlns:a16="http://schemas.microsoft.com/office/drawing/2014/main" id="{5299E7AC-7AE8-DFFC-0262-B5B275FD5494}"/>
              </a:ext>
            </a:extLst>
          </p:cNvPr>
          <p:cNvPicPr>
            <a:picLocks noChangeAspect="1"/>
          </p:cNvPicPr>
          <p:nvPr/>
        </p:nvPicPr>
        <p:blipFill>
          <a:blip r:embed="rId3"/>
          <a:stretch>
            <a:fillRect/>
          </a:stretch>
        </p:blipFill>
        <p:spPr>
          <a:xfrm>
            <a:off x="7573739" y="4755863"/>
            <a:ext cx="1728291" cy="1783033"/>
          </a:xfrm>
          <a:prstGeom prst="rect">
            <a:avLst/>
          </a:prstGeom>
        </p:spPr>
      </p:pic>
      <p:sp>
        <p:nvSpPr>
          <p:cNvPr id="27" name="思考の吹き出し: 雲形 26">
            <a:extLst>
              <a:ext uri="{FF2B5EF4-FFF2-40B4-BE49-F238E27FC236}">
                <a16:creationId xmlns:a16="http://schemas.microsoft.com/office/drawing/2014/main" id="{87144588-79A9-78B4-B8F9-10DF4EA84088}"/>
              </a:ext>
            </a:extLst>
          </p:cNvPr>
          <p:cNvSpPr/>
          <p:nvPr/>
        </p:nvSpPr>
        <p:spPr>
          <a:xfrm>
            <a:off x="9348790" y="4930075"/>
            <a:ext cx="2179864" cy="962936"/>
          </a:xfrm>
          <a:prstGeom prst="cloudCallout">
            <a:avLst>
              <a:gd name="adj1" fmla="val -47425"/>
              <a:gd name="adj2" fmla="val 574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あ、安全じゃないとこ触ってた！</a:t>
            </a:r>
            <a:endParaRPr kumimoji="1" lang="en-US" altLang="ja-JP" sz="1400" dirty="0">
              <a:solidFill>
                <a:schemeClr val="tx1">
                  <a:lumMod val="75000"/>
                </a:schemeClr>
              </a:solidFill>
            </a:endParaRPr>
          </a:p>
          <a:p>
            <a:pPr algn="ctr"/>
            <a:r>
              <a:rPr lang="ja-JP" altLang="en-US" sz="1400" dirty="0">
                <a:solidFill>
                  <a:schemeClr val="tx1">
                    <a:lumMod val="75000"/>
                  </a:schemeClr>
                </a:solidFill>
              </a:rPr>
              <a:t>機能がぶっ壊れた</a:t>
            </a:r>
            <a:endParaRPr kumimoji="1" lang="ja-JP" altLang="en-US" sz="1400" dirty="0">
              <a:solidFill>
                <a:schemeClr val="tx1">
                  <a:lumMod val="75000"/>
                </a:schemeClr>
              </a:solidFill>
            </a:endParaRPr>
          </a:p>
        </p:txBody>
      </p:sp>
      <p:pic>
        <p:nvPicPr>
          <p:cNvPr id="31" name="図 30" descr="無限のマーク | かわいいフリー素材集 いらすとや">
            <a:extLst>
              <a:ext uri="{FF2B5EF4-FFF2-40B4-BE49-F238E27FC236}">
                <a16:creationId xmlns:a16="http://schemas.microsoft.com/office/drawing/2014/main" id="{DB52EEA5-550D-D252-87BF-243D674FBA7D}"/>
              </a:ext>
            </a:extLst>
          </p:cNvPr>
          <p:cNvPicPr>
            <a:picLocks noChangeAspect="1"/>
          </p:cNvPicPr>
          <p:nvPr/>
        </p:nvPicPr>
        <p:blipFill>
          <a:blip r:embed="rId4"/>
          <a:stretch>
            <a:fillRect/>
          </a:stretch>
        </p:blipFill>
        <p:spPr>
          <a:xfrm>
            <a:off x="7897844" y="3429000"/>
            <a:ext cx="1174363" cy="966008"/>
          </a:xfrm>
          <a:prstGeom prst="rect">
            <a:avLst/>
          </a:prstGeom>
        </p:spPr>
      </p:pic>
      <p:sp>
        <p:nvSpPr>
          <p:cNvPr id="33" name="四角形: 角を丸くする 32">
            <a:extLst>
              <a:ext uri="{FF2B5EF4-FFF2-40B4-BE49-F238E27FC236}">
                <a16:creationId xmlns:a16="http://schemas.microsoft.com/office/drawing/2014/main" id="{7194589F-F1AF-B4CF-BBFD-2A4EFDEC6A31}"/>
              </a:ext>
            </a:extLst>
          </p:cNvPr>
          <p:cNvSpPr/>
          <p:nvPr/>
        </p:nvSpPr>
        <p:spPr>
          <a:xfrm>
            <a:off x="7460845" y="4157218"/>
            <a:ext cx="1954077" cy="654199"/>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lumMod val="75000"/>
                  </a:schemeClr>
                </a:solidFill>
              </a:rPr>
              <a:t>継続的な実験</a:t>
            </a:r>
            <a:r>
              <a:rPr kumimoji="1" lang="ja-JP" altLang="en-US" sz="1400" dirty="0">
                <a:solidFill>
                  <a:schemeClr val="tx1">
                    <a:lumMod val="75000"/>
                  </a:schemeClr>
                </a:solidFill>
              </a:rPr>
              <a:t>により、</a:t>
            </a:r>
            <a:endParaRPr kumimoji="1" lang="en-US" altLang="ja-JP" sz="1400" dirty="0">
              <a:solidFill>
                <a:schemeClr val="tx1">
                  <a:lumMod val="75000"/>
                </a:schemeClr>
              </a:solidFill>
            </a:endParaRPr>
          </a:p>
          <a:p>
            <a:pPr algn="ctr"/>
            <a:r>
              <a:rPr kumimoji="1" lang="ja-JP" altLang="en-US" sz="1400" dirty="0">
                <a:solidFill>
                  <a:schemeClr val="tx1">
                    <a:lumMod val="75000"/>
                  </a:schemeClr>
                </a:solidFill>
              </a:rPr>
              <a:t>エビデンスを積み上げる</a:t>
            </a:r>
            <a:endParaRPr kumimoji="1" lang="ja-JP" altLang="en-US" dirty="0">
              <a:solidFill>
                <a:schemeClr val="tx1">
                  <a:lumMod val="75000"/>
                </a:schemeClr>
              </a:solidFill>
            </a:endParaRPr>
          </a:p>
        </p:txBody>
      </p:sp>
      <p:pic>
        <p:nvPicPr>
          <p:cNvPr id="29" name="図 28" descr="進撃の巨人スピンオフ作品「悔いなき選択」は読むべきか、否か - 33c0mブログ">
            <a:extLst>
              <a:ext uri="{FF2B5EF4-FFF2-40B4-BE49-F238E27FC236}">
                <a16:creationId xmlns:a16="http://schemas.microsoft.com/office/drawing/2014/main" id="{00A3931A-5004-A98B-A6DF-644C132B09E0}"/>
              </a:ext>
            </a:extLst>
          </p:cNvPr>
          <p:cNvPicPr>
            <a:picLocks noChangeAspect="1"/>
          </p:cNvPicPr>
          <p:nvPr/>
        </p:nvPicPr>
        <p:blipFill>
          <a:blip r:embed="rId5"/>
          <a:stretch>
            <a:fillRect/>
          </a:stretch>
        </p:blipFill>
        <p:spPr>
          <a:xfrm>
            <a:off x="3298344" y="2568991"/>
            <a:ext cx="4929468" cy="3775099"/>
          </a:xfrm>
          <a:prstGeom prst="rect">
            <a:avLst/>
          </a:prstGeom>
        </p:spPr>
      </p:pic>
    </p:spTree>
    <p:extLst>
      <p:ext uri="{BB962C8B-B14F-4D97-AF65-F5344CB8AC3E}">
        <p14:creationId xmlns:p14="http://schemas.microsoft.com/office/powerpoint/2010/main" val="2295218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additive="base">
                                        <p:cTn id="7" dur="500" fill="hold"/>
                                        <p:tgtEl>
                                          <p:spTgt spid="29"/>
                                        </p:tgtEl>
                                        <p:attrNameLst>
                                          <p:attrName>ppt_x</p:attrName>
                                        </p:attrNameLst>
                                      </p:cBhvr>
                                      <p:tavLst>
                                        <p:tav tm="0">
                                          <p:val>
                                            <p:strVal val="#ppt_x"/>
                                          </p:val>
                                        </p:tav>
                                        <p:tav tm="100000">
                                          <p:val>
                                            <p:strVal val="#ppt_x"/>
                                          </p:val>
                                        </p:tav>
                                      </p:tavLst>
                                    </p:anim>
                                    <p:anim calcmode="lin" valueType="num">
                                      <p:cBhvr additive="base">
                                        <p:cTn id="8"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D6B06-19FA-99A8-85B6-FA45EF768C71}"/>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7F1292FB-3591-9FC9-CA16-FEFACF6B0104}"/>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16F4E9CE-D8CE-FF50-43DF-B1C64E1F8A4F}"/>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「無秩序」：自分がどの領域にいるかわからない。情報収集して分析し、おかれた状況を分析する必要がある。</a:t>
            </a:r>
            <a:endParaRPr lang="en-US" altLang="ja-JP" sz="2800" dirty="0"/>
          </a:p>
        </p:txBody>
      </p:sp>
      <p:sp>
        <p:nvSpPr>
          <p:cNvPr id="4" name="タイトル プレースホルダー 1">
            <a:extLst>
              <a:ext uri="{FF2B5EF4-FFF2-40B4-BE49-F238E27FC236}">
                <a16:creationId xmlns:a16="http://schemas.microsoft.com/office/drawing/2014/main" id="{99E38C1C-E396-6394-8056-2C0B4EC84547}"/>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それぞれの段階でできる対処</a:t>
            </a:r>
            <a:endParaRPr lang="en-US" altLang="ja-JP" dirty="0"/>
          </a:p>
        </p:txBody>
      </p:sp>
      <p:sp>
        <p:nvSpPr>
          <p:cNvPr id="6" name="爆発: 8 pt 5">
            <a:extLst>
              <a:ext uri="{FF2B5EF4-FFF2-40B4-BE49-F238E27FC236}">
                <a16:creationId xmlns:a16="http://schemas.microsoft.com/office/drawing/2014/main" id="{110E3238-2555-CF2C-FA0A-0E6038694626}"/>
              </a:ext>
            </a:extLst>
          </p:cNvPr>
          <p:cNvSpPr/>
          <p:nvPr/>
        </p:nvSpPr>
        <p:spPr>
          <a:xfrm>
            <a:off x="355600" y="2359478"/>
            <a:ext cx="2286000" cy="1404257"/>
          </a:xfrm>
          <a:prstGeom prst="irregularSeal1">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エラー！！</a:t>
            </a:r>
            <a:endParaRPr kumimoji="1" lang="ja-JP" altLang="en-US" dirty="0">
              <a:solidFill>
                <a:schemeClr val="tx1">
                  <a:lumMod val="75000"/>
                </a:schemeClr>
              </a:solidFill>
            </a:endParaRPr>
          </a:p>
        </p:txBody>
      </p:sp>
      <p:pic>
        <p:nvPicPr>
          <p:cNvPr id="7" name="図 6" descr="プログラミングをする人のイラスト（男性） | かわいいフリー素材集 ...">
            <a:extLst>
              <a:ext uri="{FF2B5EF4-FFF2-40B4-BE49-F238E27FC236}">
                <a16:creationId xmlns:a16="http://schemas.microsoft.com/office/drawing/2014/main" id="{E164AA21-8AEA-9ED7-AC4D-AEB5F509D007}"/>
              </a:ext>
            </a:extLst>
          </p:cNvPr>
          <p:cNvPicPr>
            <a:picLocks noChangeAspect="1"/>
          </p:cNvPicPr>
          <p:nvPr/>
        </p:nvPicPr>
        <p:blipFill>
          <a:blip r:embed="rId2"/>
          <a:stretch>
            <a:fillRect/>
          </a:stretch>
        </p:blipFill>
        <p:spPr>
          <a:xfrm>
            <a:off x="2784021" y="3216905"/>
            <a:ext cx="1834242" cy="1670331"/>
          </a:xfrm>
          <a:prstGeom prst="rect">
            <a:avLst/>
          </a:prstGeom>
        </p:spPr>
      </p:pic>
      <p:sp>
        <p:nvSpPr>
          <p:cNvPr id="10" name="思考の吹き出し: 雲形 9">
            <a:extLst>
              <a:ext uri="{FF2B5EF4-FFF2-40B4-BE49-F238E27FC236}">
                <a16:creationId xmlns:a16="http://schemas.microsoft.com/office/drawing/2014/main" id="{28FF2F31-0BB0-F79C-7D19-485E8C988486}"/>
              </a:ext>
            </a:extLst>
          </p:cNvPr>
          <p:cNvSpPr/>
          <p:nvPr/>
        </p:nvSpPr>
        <p:spPr>
          <a:xfrm>
            <a:off x="3641272" y="2163985"/>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なにこれ</a:t>
            </a:r>
          </a:p>
        </p:txBody>
      </p:sp>
      <p:sp>
        <p:nvSpPr>
          <p:cNvPr id="13" name="思考の吹き出し: 雲形 12">
            <a:extLst>
              <a:ext uri="{FF2B5EF4-FFF2-40B4-BE49-F238E27FC236}">
                <a16:creationId xmlns:a16="http://schemas.microsoft.com/office/drawing/2014/main" id="{762E5757-AF9F-B2D6-812A-C60766B6C52E}"/>
              </a:ext>
            </a:extLst>
          </p:cNvPr>
          <p:cNvSpPr/>
          <p:nvPr/>
        </p:nvSpPr>
        <p:spPr>
          <a:xfrm>
            <a:off x="6221641" y="2163985"/>
            <a:ext cx="2179864" cy="962936"/>
          </a:xfrm>
          <a:prstGeom prst="cloudCallou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今どんな状況？</a:t>
            </a:r>
          </a:p>
        </p:txBody>
      </p:sp>
      <p:sp>
        <p:nvSpPr>
          <p:cNvPr id="9" name="テキスト ボックス 8">
            <a:extLst>
              <a:ext uri="{FF2B5EF4-FFF2-40B4-BE49-F238E27FC236}">
                <a16:creationId xmlns:a16="http://schemas.microsoft.com/office/drawing/2014/main" id="{9C3A28BD-C022-283D-6727-DD1814DD9CA0}"/>
              </a:ext>
            </a:extLst>
          </p:cNvPr>
          <p:cNvSpPr txBox="1"/>
          <p:nvPr/>
        </p:nvSpPr>
        <p:spPr>
          <a:xfrm>
            <a:off x="8198985" y="3920697"/>
            <a:ext cx="1036864" cy="369332"/>
          </a:xfrm>
          <a:prstGeom prst="rect">
            <a:avLst/>
          </a:prstGeom>
          <a:noFill/>
        </p:spPr>
        <p:txBody>
          <a:bodyPr wrap="square" rtlCol="0">
            <a:spAutoFit/>
          </a:bodyPr>
          <a:lstStyle/>
          <a:p>
            <a:r>
              <a:rPr kumimoji="1" lang="ja-JP" altLang="en-US" b="1" dirty="0"/>
              <a:t>・・・</a:t>
            </a:r>
          </a:p>
        </p:txBody>
      </p:sp>
      <p:cxnSp>
        <p:nvCxnSpPr>
          <p:cNvPr id="11" name="直線矢印コネクタ 10">
            <a:extLst>
              <a:ext uri="{FF2B5EF4-FFF2-40B4-BE49-F238E27FC236}">
                <a16:creationId xmlns:a16="http://schemas.microsoft.com/office/drawing/2014/main" id="{E70763F1-F6AC-59FA-D4DE-42BB5105E909}"/>
              </a:ext>
            </a:extLst>
          </p:cNvPr>
          <p:cNvCxnSpPr>
            <a:cxnSpLocks/>
          </p:cNvCxnSpPr>
          <p:nvPr/>
        </p:nvCxnSpPr>
        <p:spPr>
          <a:xfrm>
            <a:off x="4618263" y="4141875"/>
            <a:ext cx="816318" cy="0"/>
          </a:xfrm>
          <a:prstGeom prst="straightConnector1">
            <a:avLst/>
          </a:prstGeom>
          <a:ln w="44450">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6" name="図 15" descr="いろいろな考え事をしている人たちのイラスト（ふきだし） | かわいい ...">
            <a:extLst>
              <a:ext uri="{FF2B5EF4-FFF2-40B4-BE49-F238E27FC236}">
                <a16:creationId xmlns:a16="http://schemas.microsoft.com/office/drawing/2014/main" id="{25AB11AD-FB29-E5BB-CF15-E0A8664E1D07}"/>
              </a:ext>
            </a:extLst>
          </p:cNvPr>
          <p:cNvPicPr>
            <a:picLocks noChangeAspect="1"/>
          </p:cNvPicPr>
          <p:nvPr/>
        </p:nvPicPr>
        <p:blipFill>
          <a:blip r:embed="rId3"/>
          <a:stretch>
            <a:fillRect/>
          </a:stretch>
        </p:blipFill>
        <p:spPr>
          <a:xfrm>
            <a:off x="5772094" y="3267126"/>
            <a:ext cx="1670331" cy="1670331"/>
          </a:xfrm>
          <a:prstGeom prst="rect">
            <a:avLst/>
          </a:prstGeom>
        </p:spPr>
      </p:pic>
      <p:pic>
        <p:nvPicPr>
          <p:cNvPr id="17" name="図 16" descr="菩提樹の木の下で悟りを開くブッダのイラスト | かわいいフリー素材集 ...">
            <a:extLst>
              <a:ext uri="{FF2B5EF4-FFF2-40B4-BE49-F238E27FC236}">
                <a16:creationId xmlns:a16="http://schemas.microsoft.com/office/drawing/2014/main" id="{50911B07-7F09-8E09-EC22-3B623A4ABEEE}"/>
              </a:ext>
            </a:extLst>
          </p:cNvPr>
          <p:cNvPicPr>
            <a:picLocks noChangeAspect="1"/>
          </p:cNvPicPr>
          <p:nvPr/>
        </p:nvPicPr>
        <p:blipFill>
          <a:blip r:embed="rId4"/>
          <a:stretch>
            <a:fillRect/>
          </a:stretch>
        </p:blipFill>
        <p:spPr>
          <a:xfrm>
            <a:off x="9235849" y="3316287"/>
            <a:ext cx="1670331" cy="1590445"/>
          </a:xfrm>
          <a:prstGeom prst="rect">
            <a:avLst/>
          </a:prstGeom>
        </p:spPr>
      </p:pic>
      <p:sp>
        <p:nvSpPr>
          <p:cNvPr id="15" name="思考の吹き出し: 雲形 14">
            <a:extLst>
              <a:ext uri="{FF2B5EF4-FFF2-40B4-BE49-F238E27FC236}">
                <a16:creationId xmlns:a16="http://schemas.microsoft.com/office/drawing/2014/main" id="{45C8BADE-A1CD-B86B-4B79-EBD0D82331E5}"/>
              </a:ext>
            </a:extLst>
          </p:cNvPr>
          <p:cNvSpPr/>
          <p:nvPr/>
        </p:nvSpPr>
        <p:spPr>
          <a:xfrm>
            <a:off x="9348790" y="2304190"/>
            <a:ext cx="2179864" cy="962936"/>
          </a:xfrm>
          <a:prstGeom prst="cloudCallout">
            <a:avLst>
              <a:gd name="adj1" fmla="val -47425"/>
              <a:gd name="adj2" fmla="val 57413"/>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あ、今はこういう状況ね</a:t>
            </a:r>
          </a:p>
        </p:txBody>
      </p:sp>
    </p:spTree>
    <p:extLst>
      <p:ext uri="{BB962C8B-B14F-4D97-AF65-F5344CB8AC3E}">
        <p14:creationId xmlns:p14="http://schemas.microsoft.com/office/powerpoint/2010/main" val="3421497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12C66-00D6-C2F3-3B92-437AB2F70AA1}"/>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EDC6632B-0B21-9B71-1D06-FFF87E14F24C}"/>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AC41B97-D926-49F1-2E04-4534C457B7B0}"/>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様々な要素が「結合」する「システム」の中での問題解決は、「複雑性」を理解し自分の状況を知る、ということが要求される。</a:t>
            </a:r>
            <a:endParaRPr lang="en-US" altLang="ja-JP" sz="2800" dirty="0"/>
          </a:p>
        </p:txBody>
      </p:sp>
      <p:sp>
        <p:nvSpPr>
          <p:cNvPr id="4" name="タイトル プレースホルダー 1">
            <a:extLst>
              <a:ext uri="{FF2B5EF4-FFF2-40B4-BE49-F238E27FC236}">
                <a16:creationId xmlns:a16="http://schemas.microsoft.com/office/drawing/2014/main" id="{70C780D3-362B-E28E-AB79-350FEE64D13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まとめ</a:t>
            </a:r>
            <a:endParaRPr lang="en-US" altLang="ja-JP" dirty="0"/>
          </a:p>
        </p:txBody>
      </p:sp>
      <p:cxnSp>
        <p:nvCxnSpPr>
          <p:cNvPr id="10" name="直線コネクタ 9">
            <a:extLst>
              <a:ext uri="{FF2B5EF4-FFF2-40B4-BE49-F238E27FC236}">
                <a16:creationId xmlns:a16="http://schemas.microsoft.com/office/drawing/2014/main" id="{8E7E4194-DF04-70BB-3C5A-65983A89FDFC}"/>
              </a:ext>
            </a:extLst>
          </p:cNvPr>
          <p:cNvCxnSpPr>
            <a:cxnSpLocks/>
          </p:cNvCxnSpPr>
          <p:nvPr/>
        </p:nvCxnSpPr>
        <p:spPr>
          <a:xfrm>
            <a:off x="6108329" y="2716567"/>
            <a:ext cx="5690094"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820D2459-E1F6-59B8-B8DA-DE673BD76E3D}"/>
              </a:ext>
            </a:extLst>
          </p:cNvPr>
          <p:cNvCxnSpPr>
            <a:cxnSpLocks/>
          </p:cNvCxnSpPr>
          <p:nvPr/>
        </p:nvCxnSpPr>
        <p:spPr>
          <a:xfrm>
            <a:off x="1074693" y="2716567"/>
            <a:ext cx="4285318"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F47729B1-FE22-00C5-8B4F-F45665F0F18A}"/>
              </a:ext>
            </a:extLst>
          </p:cNvPr>
          <p:cNvSpPr txBox="1"/>
          <p:nvPr/>
        </p:nvSpPr>
        <p:spPr>
          <a:xfrm>
            <a:off x="1074693" y="2330597"/>
            <a:ext cx="4285318" cy="369332"/>
          </a:xfrm>
          <a:prstGeom prst="rect">
            <a:avLst/>
          </a:prstGeom>
          <a:noFill/>
        </p:spPr>
        <p:txBody>
          <a:bodyPr wrap="square" rtlCol="0">
            <a:spAutoFit/>
          </a:bodyPr>
          <a:lstStyle/>
          <a:p>
            <a:pPr algn="ctr"/>
            <a:r>
              <a:rPr kumimoji="1" lang="ja-JP" altLang="en-US" dirty="0"/>
              <a:t>複雑性の</a:t>
            </a:r>
            <a:r>
              <a:rPr kumimoji="1" lang="en-US" altLang="ja-JP" dirty="0"/>
              <a:t>5</a:t>
            </a:r>
            <a:r>
              <a:rPr kumimoji="1" lang="ja-JP" altLang="en-US" dirty="0"/>
              <a:t>分類</a:t>
            </a:r>
          </a:p>
        </p:txBody>
      </p:sp>
      <p:sp>
        <p:nvSpPr>
          <p:cNvPr id="18" name="テキスト ボックス 17">
            <a:extLst>
              <a:ext uri="{FF2B5EF4-FFF2-40B4-BE49-F238E27FC236}">
                <a16:creationId xmlns:a16="http://schemas.microsoft.com/office/drawing/2014/main" id="{B1E97E20-AAF3-F8EC-D151-EEF5FDC503D3}"/>
              </a:ext>
            </a:extLst>
          </p:cNvPr>
          <p:cNvSpPr txBox="1"/>
          <p:nvPr/>
        </p:nvSpPr>
        <p:spPr>
          <a:xfrm>
            <a:off x="6096000" y="2330597"/>
            <a:ext cx="5690094" cy="369332"/>
          </a:xfrm>
          <a:prstGeom prst="rect">
            <a:avLst/>
          </a:prstGeom>
          <a:noFill/>
        </p:spPr>
        <p:txBody>
          <a:bodyPr wrap="square" rtlCol="0">
            <a:spAutoFit/>
          </a:bodyPr>
          <a:lstStyle/>
          <a:p>
            <a:pPr algn="ctr"/>
            <a:r>
              <a:rPr lang="ja-JP" altLang="en-US" dirty="0"/>
              <a:t>各複雑性概要</a:t>
            </a:r>
            <a:endParaRPr kumimoji="1" lang="ja-JP" altLang="en-US" dirty="0"/>
          </a:p>
        </p:txBody>
      </p:sp>
      <p:sp>
        <p:nvSpPr>
          <p:cNvPr id="19" name="正方形/長方形 18">
            <a:extLst>
              <a:ext uri="{FF2B5EF4-FFF2-40B4-BE49-F238E27FC236}">
                <a16:creationId xmlns:a16="http://schemas.microsoft.com/office/drawing/2014/main" id="{802980BD-ED19-B68B-A143-CF409B5D314D}"/>
              </a:ext>
            </a:extLst>
          </p:cNvPr>
          <p:cNvSpPr/>
          <p:nvPr/>
        </p:nvSpPr>
        <p:spPr>
          <a:xfrm>
            <a:off x="345090" y="2716567"/>
            <a:ext cx="487779" cy="38671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kumimoji="1" lang="ja-JP" altLang="en-US" dirty="0">
                <a:solidFill>
                  <a:schemeClr val="tx1">
                    <a:lumMod val="75000"/>
                  </a:schemeClr>
                </a:solidFill>
              </a:rPr>
              <a:t>複雑性</a:t>
            </a:r>
          </a:p>
        </p:txBody>
      </p:sp>
      <p:sp>
        <p:nvSpPr>
          <p:cNvPr id="22" name="フローチャート: 他ページ結合子 21">
            <a:extLst>
              <a:ext uri="{FF2B5EF4-FFF2-40B4-BE49-F238E27FC236}">
                <a16:creationId xmlns:a16="http://schemas.microsoft.com/office/drawing/2014/main" id="{48A15E07-509D-891C-A947-3CB4A1C7E230}"/>
              </a:ext>
            </a:extLst>
          </p:cNvPr>
          <p:cNvSpPr/>
          <p:nvPr/>
        </p:nvSpPr>
        <p:spPr>
          <a:xfrm rot="16200000">
            <a:off x="2996108" y="1065098"/>
            <a:ext cx="442487"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明確系</a:t>
            </a:r>
          </a:p>
        </p:txBody>
      </p:sp>
      <p:sp>
        <p:nvSpPr>
          <p:cNvPr id="26" name="テキスト ボックス 25">
            <a:extLst>
              <a:ext uri="{FF2B5EF4-FFF2-40B4-BE49-F238E27FC236}">
                <a16:creationId xmlns:a16="http://schemas.microsoft.com/office/drawing/2014/main" id="{49CFB52F-8CB6-D560-F457-D60AD2A1B7DC}"/>
              </a:ext>
            </a:extLst>
          </p:cNvPr>
          <p:cNvSpPr txBox="1"/>
          <p:nvPr/>
        </p:nvSpPr>
        <p:spPr>
          <a:xfrm>
            <a:off x="6120658" y="3018681"/>
            <a:ext cx="5677765" cy="369332"/>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因果関係が明らかで対処可能</a:t>
            </a:r>
            <a:endParaRPr lang="en-US" altLang="ja-JP" dirty="0"/>
          </a:p>
        </p:txBody>
      </p:sp>
      <p:sp>
        <p:nvSpPr>
          <p:cNvPr id="5" name="フローチャート: 他ページ結合子 4">
            <a:extLst>
              <a:ext uri="{FF2B5EF4-FFF2-40B4-BE49-F238E27FC236}">
                <a16:creationId xmlns:a16="http://schemas.microsoft.com/office/drawing/2014/main" id="{2AA7B70D-EDDF-AA2F-803C-131B72E2FE79}"/>
              </a:ext>
            </a:extLst>
          </p:cNvPr>
          <p:cNvSpPr/>
          <p:nvPr/>
        </p:nvSpPr>
        <p:spPr>
          <a:xfrm rot="16200000">
            <a:off x="2996109" y="1770084"/>
            <a:ext cx="442487"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煩雑系</a:t>
            </a:r>
          </a:p>
        </p:txBody>
      </p:sp>
      <p:sp>
        <p:nvSpPr>
          <p:cNvPr id="6" name="フローチャート: 他ページ結合子 5">
            <a:extLst>
              <a:ext uri="{FF2B5EF4-FFF2-40B4-BE49-F238E27FC236}">
                <a16:creationId xmlns:a16="http://schemas.microsoft.com/office/drawing/2014/main" id="{896D9262-6544-BEAF-6374-6D2C69D03BA3}"/>
              </a:ext>
            </a:extLst>
          </p:cNvPr>
          <p:cNvSpPr/>
          <p:nvPr/>
        </p:nvSpPr>
        <p:spPr>
          <a:xfrm rot="16200000">
            <a:off x="2996109" y="2475070"/>
            <a:ext cx="442487"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複雑系</a:t>
            </a:r>
          </a:p>
        </p:txBody>
      </p:sp>
      <p:sp>
        <p:nvSpPr>
          <p:cNvPr id="7" name="フローチャート: 他ページ結合子 6">
            <a:extLst>
              <a:ext uri="{FF2B5EF4-FFF2-40B4-BE49-F238E27FC236}">
                <a16:creationId xmlns:a16="http://schemas.microsoft.com/office/drawing/2014/main" id="{138E0A1D-8669-9805-BFC6-EC62CAF921B8}"/>
              </a:ext>
            </a:extLst>
          </p:cNvPr>
          <p:cNvSpPr/>
          <p:nvPr/>
        </p:nvSpPr>
        <p:spPr>
          <a:xfrm rot="16200000">
            <a:off x="2996110" y="3180056"/>
            <a:ext cx="442487"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混沌系</a:t>
            </a:r>
          </a:p>
        </p:txBody>
      </p:sp>
      <p:sp>
        <p:nvSpPr>
          <p:cNvPr id="8" name="フローチャート: 他ページ結合子 7">
            <a:extLst>
              <a:ext uri="{FF2B5EF4-FFF2-40B4-BE49-F238E27FC236}">
                <a16:creationId xmlns:a16="http://schemas.microsoft.com/office/drawing/2014/main" id="{E33E9347-E225-039D-99B3-5E852E76787A}"/>
              </a:ext>
            </a:extLst>
          </p:cNvPr>
          <p:cNvSpPr/>
          <p:nvPr/>
        </p:nvSpPr>
        <p:spPr>
          <a:xfrm rot="16200000">
            <a:off x="2996111" y="3885042"/>
            <a:ext cx="442487"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無秩序</a:t>
            </a:r>
          </a:p>
        </p:txBody>
      </p:sp>
      <p:sp>
        <p:nvSpPr>
          <p:cNvPr id="9" name="テキスト ボックス 8">
            <a:extLst>
              <a:ext uri="{FF2B5EF4-FFF2-40B4-BE49-F238E27FC236}">
                <a16:creationId xmlns:a16="http://schemas.microsoft.com/office/drawing/2014/main" id="{28061180-44FD-DB4E-4EAD-63DAC6A5C7F6}"/>
              </a:ext>
            </a:extLst>
          </p:cNvPr>
          <p:cNvSpPr txBox="1"/>
          <p:nvPr/>
        </p:nvSpPr>
        <p:spPr>
          <a:xfrm>
            <a:off x="6114493" y="3728077"/>
            <a:ext cx="5677765" cy="369332"/>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因果関係が明らかだが、対処の前に</a:t>
            </a:r>
            <a:r>
              <a:rPr lang="en-US" altLang="ja-JP" dirty="0"/>
              <a:t>1</a:t>
            </a:r>
            <a:r>
              <a:rPr lang="ja-JP" altLang="en-US" dirty="0"/>
              <a:t>アクションが必要</a:t>
            </a:r>
            <a:endParaRPr lang="en-US" altLang="ja-JP" dirty="0"/>
          </a:p>
        </p:txBody>
      </p:sp>
      <p:sp>
        <p:nvSpPr>
          <p:cNvPr id="12" name="テキスト ボックス 11">
            <a:extLst>
              <a:ext uri="{FF2B5EF4-FFF2-40B4-BE49-F238E27FC236}">
                <a16:creationId xmlns:a16="http://schemas.microsoft.com/office/drawing/2014/main" id="{595CD013-61C9-3E7A-C3F8-8541BA428D56}"/>
              </a:ext>
            </a:extLst>
          </p:cNvPr>
          <p:cNvSpPr txBox="1"/>
          <p:nvPr/>
        </p:nvSpPr>
        <p:spPr>
          <a:xfrm>
            <a:off x="6096000" y="4437473"/>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因果関係が不明だが、安全な実験が可能でアクションを積むことで対処可能</a:t>
            </a:r>
            <a:endParaRPr lang="en-US" altLang="ja-JP" dirty="0"/>
          </a:p>
        </p:txBody>
      </p:sp>
      <p:sp>
        <p:nvSpPr>
          <p:cNvPr id="13" name="テキスト ボックス 12">
            <a:extLst>
              <a:ext uri="{FF2B5EF4-FFF2-40B4-BE49-F238E27FC236}">
                <a16:creationId xmlns:a16="http://schemas.microsoft.com/office/drawing/2014/main" id="{6998A672-42A0-50F1-36C3-CF34A2C4C0BB}"/>
              </a:ext>
            </a:extLst>
          </p:cNvPr>
          <p:cNvSpPr txBox="1"/>
          <p:nvPr/>
        </p:nvSpPr>
        <p:spPr>
          <a:xfrm>
            <a:off x="6096000" y="5138049"/>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因果関係も不明で安全な実験も不可能なため、「適当」なアクションを取る必要がある</a:t>
            </a:r>
            <a:endParaRPr lang="en-US" altLang="ja-JP" dirty="0"/>
          </a:p>
        </p:txBody>
      </p:sp>
      <p:sp>
        <p:nvSpPr>
          <p:cNvPr id="16" name="テキスト ボックス 15">
            <a:extLst>
              <a:ext uri="{FF2B5EF4-FFF2-40B4-BE49-F238E27FC236}">
                <a16:creationId xmlns:a16="http://schemas.microsoft.com/office/drawing/2014/main" id="{ABD65EFF-5486-4CDE-2DBD-5C493C7A47D8}"/>
              </a:ext>
            </a:extLst>
          </p:cNvPr>
          <p:cNvSpPr txBox="1"/>
          <p:nvPr/>
        </p:nvSpPr>
        <p:spPr>
          <a:xfrm>
            <a:off x="6120658" y="5843035"/>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自らの置かれている状況をまずは把握して、適切なアクションにつなげる</a:t>
            </a:r>
            <a:endParaRPr lang="en-US" altLang="ja-JP" dirty="0"/>
          </a:p>
        </p:txBody>
      </p:sp>
    </p:spTree>
    <p:extLst>
      <p:ext uri="{BB962C8B-B14F-4D97-AF65-F5344CB8AC3E}">
        <p14:creationId xmlns:p14="http://schemas.microsoft.com/office/powerpoint/2010/main" val="18428495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5A7E9-4920-8842-B617-91CF7D8153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22CEBB-BB4E-2706-E846-5F2EF1226059}"/>
              </a:ext>
            </a:extLst>
          </p:cNvPr>
          <p:cNvSpPr>
            <a:spLocks noGrp="1"/>
          </p:cNvSpPr>
          <p:nvPr>
            <p:ph type="title" idx="4294967295"/>
          </p:nvPr>
        </p:nvSpPr>
        <p:spPr>
          <a:xfrm>
            <a:off x="336389" y="3128963"/>
            <a:ext cx="11517355" cy="600075"/>
          </a:xfrm>
        </p:spPr>
        <p:txBody>
          <a:bodyPr anchor="t" anchorCtr="0">
            <a:noAutofit/>
          </a:bodyPr>
          <a:lstStyle/>
          <a:p>
            <a:r>
              <a:rPr kumimoji="1" lang="ja-JP" altLang="en-US" sz="6000" b="1" dirty="0">
                <a:solidFill>
                  <a:schemeClr val="bg1">
                    <a:lumMod val="65000"/>
                  </a:schemeClr>
                </a:solidFill>
              </a:rPr>
              <a:t>参考文献</a:t>
            </a:r>
          </a:p>
        </p:txBody>
      </p:sp>
    </p:spTree>
    <p:extLst>
      <p:ext uri="{BB962C8B-B14F-4D97-AF65-F5344CB8AC3E}">
        <p14:creationId xmlns:p14="http://schemas.microsoft.com/office/powerpoint/2010/main" val="27819095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3924-18DE-C2D9-0034-82C2E8D3A511}"/>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656EF945-5EDD-730E-30FF-054654AFE14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AE9D3C0C-FB32-9171-ED63-195CF64DC01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システム設計に関する書籍はたくさんあるが、今回は一冊の内容にのみ注目した</a:t>
            </a:r>
            <a:endParaRPr lang="en-US" altLang="ja-JP" sz="2800" dirty="0"/>
          </a:p>
        </p:txBody>
      </p:sp>
      <p:sp>
        <p:nvSpPr>
          <p:cNvPr id="4" name="タイトル プレースホルダー 1">
            <a:extLst>
              <a:ext uri="{FF2B5EF4-FFF2-40B4-BE49-F238E27FC236}">
                <a16:creationId xmlns:a16="http://schemas.microsoft.com/office/drawing/2014/main" id="{B33E923D-9915-CF30-C162-7D73F3AC88AD}"/>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参考文献</a:t>
            </a:r>
            <a:endParaRPr lang="en-US" altLang="ja-JP" dirty="0"/>
          </a:p>
        </p:txBody>
      </p:sp>
      <p:sp>
        <p:nvSpPr>
          <p:cNvPr id="5" name="タイトル プレースホルダー 1">
            <a:extLst>
              <a:ext uri="{FF2B5EF4-FFF2-40B4-BE49-F238E27FC236}">
                <a16:creationId xmlns:a16="http://schemas.microsoft.com/office/drawing/2014/main" id="{9E1BFE6D-A9D8-2084-91CF-BE0CFEB37994}"/>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en-US" altLang="ja-JP" sz="1800" dirty="0"/>
              <a:t>Vlad </a:t>
            </a:r>
            <a:r>
              <a:rPr lang="en-US" altLang="ja-JP" sz="1800" dirty="0" err="1"/>
              <a:t>Khononv</a:t>
            </a:r>
            <a:r>
              <a:rPr lang="en-US" altLang="ja-JP" sz="1800" dirty="0"/>
              <a:t> = </a:t>
            </a:r>
            <a:r>
              <a:rPr lang="ja-JP" altLang="en-US" sz="1800" dirty="0"/>
              <a:t>著</a:t>
            </a:r>
            <a:r>
              <a:rPr lang="en-US" altLang="ja-JP" sz="1800" dirty="0"/>
              <a:t>,</a:t>
            </a:r>
            <a:r>
              <a:rPr lang="ja-JP" altLang="en-US" sz="1800" dirty="0"/>
              <a:t>　島田 浩二 </a:t>
            </a:r>
            <a:r>
              <a:rPr lang="en-US" altLang="ja-JP" sz="1800" dirty="0"/>
              <a:t>= </a:t>
            </a:r>
            <a:r>
              <a:rPr lang="ja-JP" altLang="en-US" sz="1800" dirty="0"/>
              <a:t>訳</a:t>
            </a:r>
            <a:r>
              <a:rPr lang="en-US" altLang="ja-JP" sz="1800" dirty="0"/>
              <a:t>, 『</a:t>
            </a:r>
            <a:r>
              <a:rPr lang="ja-JP" altLang="en-US" sz="1800" dirty="0"/>
              <a:t>ソフトウェア設計の結合バランス</a:t>
            </a:r>
            <a:r>
              <a:rPr lang="en-US" altLang="ja-JP" sz="1800" dirty="0"/>
              <a:t>』, </a:t>
            </a:r>
            <a:r>
              <a:rPr lang="ja-JP" altLang="en-US" sz="1800" dirty="0"/>
              <a:t>株式会社インプレス</a:t>
            </a:r>
            <a:br>
              <a:rPr lang="en-US" altLang="ja-JP" sz="1800" dirty="0"/>
            </a:br>
            <a:r>
              <a:rPr lang="ja-JP" altLang="ja-JP" sz="1800" dirty="0">
                <a:hlinkClick r:id="rId2"/>
              </a:rPr>
              <a:t>ソフトウェア設計の結合バランス　持続可能な成長を支えるモジュール化の原則 - インプレスブックス</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pic>
        <p:nvPicPr>
          <p:cNvPr id="7" name="図 6">
            <a:extLst>
              <a:ext uri="{FF2B5EF4-FFF2-40B4-BE49-F238E27FC236}">
                <a16:creationId xmlns:a16="http://schemas.microsoft.com/office/drawing/2014/main" id="{372BFA89-8419-2834-D5E2-5D9740B54239}"/>
              </a:ext>
            </a:extLst>
          </p:cNvPr>
          <p:cNvPicPr>
            <a:picLocks noChangeAspect="1"/>
          </p:cNvPicPr>
          <p:nvPr/>
        </p:nvPicPr>
        <p:blipFill>
          <a:blip r:embed="rId3"/>
          <a:stretch>
            <a:fillRect/>
          </a:stretch>
        </p:blipFill>
        <p:spPr>
          <a:xfrm>
            <a:off x="4730680" y="2879724"/>
            <a:ext cx="2730640" cy="3302170"/>
          </a:xfrm>
          <a:prstGeom prst="rect">
            <a:avLst/>
          </a:prstGeom>
        </p:spPr>
      </p:pic>
    </p:spTree>
    <p:extLst>
      <p:ext uri="{BB962C8B-B14F-4D97-AF65-F5344CB8AC3E}">
        <p14:creationId xmlns:p14="http://schemas.microsoft.com/office/powerpoint/2010/main" val="3518933521"/>
      </p:ext>
    </p:extLst>
  </p:cSld>
  <p:clrMapOvr>
    <a:masterClrMapping/>
  </p:clrMapOvr>
</p:sld>
</file>

<file path=ppt/theme/theme1.xml><?xml version="1.0" encoding="utf-8"?>
<a:theme xmlns:a="http://schemas.openxmlformats.org/drawingml/2006/main" name="Office テーマ">
  <a:themeElements>
    <a:clrScheme name="ユーザー定義 1">
      <a:dk1>
        <a:srgbClr val="3F3F3F"/>
      </a:dk1>
      <a:lt1>
        <a:sysClr val="window" lastClr="FFFFFF"/>
      </a:lt1>
      <a:dk2>
        <a:srgbClr val="3F3F3F"/>
      </a:dk2>
      <a:lt2>
        <a:srgbClr val="E8E8E8"/>
      </a:lt2>
      <a:accent1>
        <a:srgbClr val="FFFF00"/>
      </a:accent1>
      <a:accent2>
        <a:srgbClr val="FF0000"/>
      </a:accent2>
      <a:accent3>
        <a:srgbClr val="D8D8D8"/>
      </a:accent3>
      <a:accent4>
        <a:srgbClr val="0F9ED5"/>
      </a:accent4>
      <a:accent5>
        <a:srgbClr val="A02B93"/>
      </a:accent5>
      <a:accent6>
        <a:srgbClr val="4EA72E"/>
      </a:accent6>
      <a:hlink>
        <a:srgbClr val="467886"/>
      </a:hlink>
      <a:folHlink>
        <a:srgbClr val="96607D"/>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460</TotalTime>
  <Words>1179</Words>
  <Application>Microsoft Office PowerPoint</Application>
  <PresentationFormat>ワイド画面</PresentationFormat>
  <Paragraphs>164</Paragraphs>
  <Slides>14</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14</vt:i4>
      </vt:variant>
    </vt:vector>
  </HeadingPairs>
  <TitlesOfParts>
    <vt:vector size="18" baseType="lpstr">
      <vt:lpstr>Meiryo UI</vt:lpstr>
      <vt:lpstr>游ゴシック</vt:lpstr>
      <vt:lpstr>Arial</vt:lpstr>
      <vt:lpstr>Office テーマ</vt:lpstr>
      <vt:lpstr>PowerPoint プレゼンテーション</vt:lpstr>
      <vt:lpstr>目次</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参考文献</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弘樹 中村</dc:creator>
  <cp:lastModifiedBy>弘樹 中村</cp:lastModifiedBy>
  <cp:revision>14</cp:revision>
  <dcterms:created xsi:type="dcterms:W3CDTF">2025-10-25T06:16:43Z</dcterms:created>
  <dcterms:modified xsi:type="dcterms:W3CDTF">2026-10-02T08:34:28Z</dcterms:modified>
</cp:coreProperties>
</file>