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75" r:id="rId4"/>
    <p:sldId id="261" r:id="rId5"/>
    <p:sldId id="264" r:id="rId6"/>
    <p:sldId id="284" r:id="rId7"/>
    <p:sldId id="285" r:id="rId8"/>
    <p:sldId id="286" r:id="rId9"/>
    <p:sldId id="263" r:id="rId10"/>
    <p:sldId id="287" r:id="rId11"/>
    <p:sldId id="273" r:id="rId12"/>
    <p:sldId id="272" r:id="rId13"/>
    <p:sldId id="265" r:id="rId14"/>
    <p:sldId id="266" r:id="rId15"/>
    <p:sldId id="282" r:id="rId16"/>
    <p:sldId id="283" r:id="rId17"/>
    <p:sldId id="267" r:id="rId18"/>
    <p:sldId id="270" r:id="rId19"/>
    <p:sldId id="276" r:id="rId20"/>
    <p:sldId id="271" r:id="rId21"/>
    <p:sldId id="268" r:id="rId22"/>
    <p:sldId id="274" r:id="rId23"/>
    <p:sldId id="269" r:id="rId2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A85C9006-EB47-4D1F-8FED-7D34B2F437B8}">
          <p14:sldIdLst>
            <p14:sldId id="256"/>
          </p14:sldIdLst>
        </p14:section>
        <p14:section name="目次" id="{E74342EC-93D7-4CD8-A83A-4FC3F823B5B3}">
          <p14:sldIdLst>
            <p14:sldId id="259"/>
          </p14:sldIdLst>
        </p14:section>
        <p14:section name="よく使うフォーマット" id="{CD149920-7D1D-4D4F-A605-2F04F020684B}">
          <p14:sldIdLst>
            <p14:sldId id="275"/>
            <p14:sldId id="261"/>
            <p14:sldId id="264"/>
          </p14:sldIdLst>
        </p14:section>
        <p14:section name="分解" id="{9EB82B50-7F78-4758-998D-8C3AA9384D16}">
          <p14:sldIdLst>
            <p14:sldId id="284"/>
            <p14:sldId id="285"/>
            <p14:sldId id="286"/>
            <p14:sldId id="263"/>
          </p14:sldIdLst>
        </p14:section>
        <p14:section name="優先順位づけ" id="{A81B5107-0D16-41C9-98FE-96DD273D6714}">
          <p14:sldIdLst>
            <p14:sldId id="287"/>
            <p14:sldId id="273"/>
            <p14:sldId id="272"/>
            <p14:sldId id="265"/>
            <p14:sldId id="266"/>
          </p14:sldIdLst>
        </p14:section>
        <p14:section name="箇条書きパワポ" id="{A0E12D16-0C99-4A21-817C-6B73E17724E3}">
          <p14:sldIdLst>
            <p14:sldId id="282"/>
            <p14:sldId id="283"/>
          </p14:sldIdLst>
        </p14:section>
        <p14:section name="複数概念説明したいとき" id="{714CA27F-C44C-4FCF-B4CA-B5842AAC45BF}">
          <p14:sldIdLst>
            <p14:sldId id="267"/>
          </p14:sldIdLst>
        </p14:section>
        <p14:section name="4事象分割" id="{CB680BCD-8D6A-422C-B95D-954C6CBC505E}">
          <p14:sldIdLst>
            <p14:sldId id="270"/>
            <p14:sldId id="276"/>
          </p14:sldIdLst>
        </p14:section>
        <p14:section name="論理的なつながり" id="{78D502E8-3EF1-42AD-84C0-ACBF9BE4E96B}">
          <p14:sldIdLst>
            <p14:sldId id="271"/>
            <p14:sldId id="268"/>
            <p14:sldId id="274"/>
            <p14:sldId id="269"/>
          </p14:sldIdLst>
        </p14:section>
      </p14:sectionLst>
    </p:ex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CE50DC-EFCB-40BA-89A6-A6E2DFF3386A}" v="207" dt="2025-12-26T05:52:32.89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94660"/>
  </p:normalViewPr>
  <p:slideViewPr>
    <p:cSldViewPr snapToGrid="0" showGuides="1">
      <p:cViewPr varScale="1">
        <p:scale>
          <a:sx n="68" d="100"/>
          <a:sy n="68" d="100"/>
        </p:scale>
        <p:origin x="412" y="272"/>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弘樹 中村" userId="a025bb5ecfdc7ca2" providerId="LiveId" clId="{AC29752E-9633-413F-A998-E9529B1C9327}"/>
    <pc:docChg chg="undo custSel addSld delSld modSld sldOrd modMainMaster addSection modSection">
      <pc:chgData name="弘樹 中村" userId="a025bb5ecfdc7ca2" providerId="LiveId" clId="{AC29752E-9633-413F-A998-E9529B1C9327}" dt="2025-12-26T05:53:16.055" v="6793" actId="20577"/>
      <pc:docMkLst>
        <pc:docMk/>
      </pc:docMkLst>
      <pc:sldChg chg="modSp mod">
        <pc:chgData name="弘樹 中村" userId="a025bb5ecfdc7ca2" providerId="LiveId" clId="{AC29752E-9633-413F-A998-E9529B1C9327}" dt="2025-12-13T03:34:07.442" v="5575" actId="20577"/>
        <pc:sldMkLst>
          <pc:docMk/>
          <pc:sldMk cId="2332080212" sldId="259"/>
        </pc:sldMkLst>
        <pc:graphicFrameChg chg="modGraphic">
          <ac:chgData name="弘樹 中村" userId="a025bb5ecfdc7ca2" providerId="LiveId" clId="{AC29752E-9633-413F-A998-E9529B1C9327}" dt="2025-12-13T03:34:07.442" v="5575" actId="20577"/>
          <ac:graphicFrameMkLst>
            <pc:docMk/>
            <pc:sldMk cId="2332080212" sldId="259"/>
            <ac:graphicFrameMk id="3" creationId="{AD0D4A61-9C4A-4BF6-85EA-EC962F3F3BFC}"/>
          </ac:graphicFrameMkLst>
        </pc:graphicFrameChg>
      </pc:sldChg>
      <pc:sldChg chg="addSp delSp modSp add mod">
        <pc:chgData name="弘樹 中村" userId="a025bb5ecfdc7ca2" providerId="LiveId" clId="{AC29752E-9633-413F-A998-E9529B1C9327}" dt="2025-11-26T07:44:24.484" v="4183" actId="207"/>
        <pc:sldMkLst>
          <pc:docMk/>
          <pc:sldMk cId="582609331" sldId="273"/>
        </pc:sldMkLst>
        <pc:spChg chg="add mod">
          <ac:chgData name="弘樹 中村" userId="a025bb5ecfdc7ca2" providerId="LiveId" clId="{AC29752E-9633-413F-A998-E9529B1C9327}" dt="2025-11-26T07:44:24.484" v="4183" actId="207"/>
          <ac:spMkLst>
            <pc:docMk/>
            <pc:sldMk cId="582609331" sldId="273"/>
            <ac:spMk id="19" creationId="{EC067586-71B1-2578-8882-A737EFBFFE1E}"/>
          </ac:spMkLst>
        </pc:spChg>
        <pc:spChg chg="add mod">
          <ac:chgData name="弘樹 中村" userId="a025bb5ecfdc7ca2" providerId="LiveId" clId="{AC29752E-9633-413F-A998-E9529B1C9327}" dt="2025-11-26T07:44:24.484" v="4183" actId="207"/>
          <ac:spMkLst>
            <pc:docMk/>
            <pc:sldMk cId="582609331" sldId="273"/>
            <ac:spMk id="22" creationId="{FFDAAAA8-1ECB-A02A-3A0C-C5A48A62339F}"/>
          </ac:spMkLst>
        </pc:spChg>
        <pc:spChg chg="add mod">
          <ac:chgData name="弘樹 中村" userId="a025bb5ecfdc7ca2" providerId="LiveId" clId="{AC29752E-9633-413F-A998-E9529B1C9327}" dt="2025-11-26T07:44:24.484" v="4183" actId="207"/>
          <ac:spMkLst>
            <pc:docMk/>
            <pc:sldMk cId="582609331" sldId="273"/>
            <ac:spMk id="23" creationId="{81DA36AC-07E6-2B6D-0B56-85B5BA50A106}"/>
          </ac:spMkLst>
        </pc:spChg>
        <pc:spChg chg="add mod">
          <ac:chgData name="弘樹 中村" userId="a025bb5ecfdc7ca2" providerId="LiveId" clId="{AC29752E-9633-413F-A998-E9529B1C9327}" dt="2025-11-26T07:44:24.484" v="4183" actId="207"/>
          <ac:spMkLst>
            <pc:docMk/>
            <pc:sldMk cId="582609331" sldId="273"/>
            <ac:spMk id="24" creationId="{6FD05E6D-D534-5FEC-9B8A-4EAFD5E09FDB}"/>
          </ac:spMkLst>
        </pc:spChg>
        <pc:spChg chg="add mod">
          <ac:chgData name="弘樹 中村" userId="a025bb5ecfdc7ca2" providerId="LiveId" clId="{AC29752E-9633-413F-A998-E9529B1C9327}" dt="2025-11-26T07:44:24.484" v="4183" actId="207"/>
          <ac:spMkLst>
            <pc:docMk/>
            <pc:sldMk cId="582609331" sldId="273"/>
            <ac:spMk id="25" creationId="{975925EA-7407-6B88-E4F5-227D490AD1EA}"/>
          </ac:spMkLst>
        </pc:spChg>
      </pc:sldChg>
      <pc:sldChg chg="addSp delSp modSp add mod">
        <pc:chgData name="弘樹 中村" userId="a025bb5ecfdc7ca2" providerId="LiveId" clId="{AC29752E-9633-413F-A998-E9529B1C9327}" dt="2025-11-26T08:16:19.429" v="5504" actId="20577"/>
        <pc:sldMkLst>
          <pc:docMk/>
          <pc:sldMk cId="3758113492" sldId="276"/>
        </pc:sldMkLst>
        <pc:spChg chg="mod">
          <ac:chgData name="弘樹 中村" userId="a025bb5ecfdc7ca2" providerId="LiveId" clId="{AC29752E-9633-413F-A998-E9529B1C9327}" dt="2025-11-26T07:56:20.562" v="4206" actId="20577"/>
          <ac:spMkLst>
            <pc:docMk/>
            <pc:sldMk cId="3758113492" sldId="276"/>
            <ac:spMk id="3" creationId="{BA9946CA-FED8-9568-3AD1-3A10EDD5BED1}"/>
          </ac:spMkLst>
        </pc:spChg>
        <pc:spChg chg="add mod">
          <ac:chgData name="弘樹 中村" userId="a025bb5ecfdc7ca2" providerId="LiveId" clId="{AC29752E-9633-413F-A998-E9529B1C9327}" dt="2025-11-26T08:03:40.192" v="4499" actId="1038"/>
          <ac:spMkLst>
            <pc:docMk/>
            <pc:sldMk cId="3758113492" sldId="276"/>
            <ac:spMk id="5" creationId="{BDDFAE33-7064-E978-BDE5-8B0A5A613C59}"/>
          </ac:spMkLst>
        </pc:spChg>
        <pc:spChg chg="add mod">
          <ac:chgData name="弘樹 中村" userId="a025bb5ecfdc7ca2" providerId="LiveId" clId="{AC29752E-9633-413F-A998-E9529B1C9327}" dt="2025-11-26T08:03:40.192" v="4499" actId="1038"/>
          <ac:spMkLst>
            <pc:docMk/>
            <pc:sldMk cId="3758113492" sldId="276"/>
            <ac:spMk id="7" creationId="{D59428F2-7D30-91B9-0216-4582EEE1A01C}"/>
          </ac:spMkLst>
        </pc:spChg>
        <pc:spChg chg="mod">
          <ac:chgData name="弘樹 中村" userId="a025bb5ecfdc7ca2" providerId="LiveId" clId="{AC29752E-9633-413F-A998-E9529B1C9327}" dt="2025-11-26T08:03:40.192" v="4499" actId="1038"/>
          <ac:spMkLst>
            <pc:docMk/>
            <pc:sldMk cId="3758113492" sldId="276"/>
            <ac:spMk id="8" creationId="{B09E6ED9-C4F4-17FA-E179-8AAA42DCBBB1}"/>
          </ac:spMkLst>
        </pc:spChg>
        <pc:spChg chg="mod">
          <ac:chgData name="弘樹 中村" userId="a025bb5ecfdc7ca2" providerId="LiveId" clId="{AC29752E-9633-413F-A998-E9529B1C9327}" dt="2025-11-26T08:03:40.192" v="4499" actId="1038"/>
          <ac:spMkLst>
            <pc:docMk/>
            <pc:sldMk cId="3758113492" sldId="276"/>
            <ac:spMk id="14" creationId="{E67DA372-9D93-00A1-7A23-29A0FAF2CFC0}"/>
          </ac:spMkLst>
        </pc:spChg>
        <pc:spChg chg="add mod">
          <ac:chgData name="弘樹 中村" userId="a025bb5ecfdc7ca2" providerId="LiveId" clId="{AC29752E-9633-413F-A998-E9529B1C9327}" dt="2025-11-26T08:03:40.192" v="4499" actId="1038"/>
          <ac:spMkLst>
            <pc:docMk/>
            <pc:sldMk cId="3758113492" sldId="276"/>
            <ac:spMk id="16" creationId="{50F46E8A-8156-E4C6-99E2-CAF97CC54475}"/>
          </ac:spMkLst>
        </pc:spChg>
        <pc:spChg chg="add mod">
          <ac:chgData name="弘樹 中村" userId="a025bb5ecfdc7ca2" providerId="LiveId" clId="{AC29752E-9633-413F-A998-E9529B1C9327}" dt="2025-11-26T08:03:40.192" v="4499" actId="1038"/>
          <ac:spMkLst>
            <pc:docMk/>
            <pc:sldMk cId="3758113492" sldId="276"/>
            <ac:spMk id="17" creationId="{7C742F23-8601-ACD2-F335-E3A5F91CD28B}"/>
          </ac:spMkLst>
        </pc:spChg>
        <pc:spChg chg="add mod">
          <ac:chgData name="弘樹 中村" userId="a025bb5ecfdc7ca2" providerId="LiveId" clId="{AC29752E-9633-413F-A998-E9529B1C9327}" dt="2025-11-26T08:15:49.243" v="5499" actId="1036"/>
          <ac:spMkLst>
            <pc:docMk/>
            <pc:sldMk cId="3758113492" sldId="276"/>
            <ac:spMk id="18" creationId="{ABABD34D-D65B-8DE5-0476-92F06D74B0E2}"/>
          </ac:spMkLst>
        </pc:spChg>
        <pc:spChg chg="add mod">
          <ac:chgData name="弘樹 中村" userId="a025bb5ecfdc7ca2" providerId="LiveId" clId="{AC29752E-9633-413F-A998-E9529B1C9327}" dt="2025-11-26T08:16:19.429" v="5504" actId="20577"/>
          <ac:spMkLst>
            <pc:docMk/>
            <pc:sldMk cId="3758113492" sldId="276"/>
            <ac:spMk id="19" creationId="{822F2098-6DEA-561E-2E42-FE979A777ED9}"/>
          </ac:spMkLst>
        </pc:spChg>
        <pc:spChg chg="add mod">
          <ac:chgData name="弘樹 中村" userId="a025bb5ecfdc7ca2" providerId="LiveId" clId="{AC29752E-9633-413F-A998-E9529B1C9327}" dt="2025-11-26T08:15:49.243" v="5499" actId="1036"/>
          <ac:spMkLst>
            <pc:docMk/>
            <pc:sldMk cId="3758113492" sldId="276"/>
            <ac:spMk id="20" creationId="{DD88FA71-992B-7D55-835F-A369119D2A71}"/>
          </ac:spMkLst>
        </pc:spChg>
        <pc:spChg chg="add mod">
          <ac:chgData name="弘樹 中村" userId="a025bb5ecfdc7ca2" providerId="LiveId" clId="{AC29752E-9633-413F-A998-E9529B1C9327}" dt="2025-11-26T08:16:10.710" v="5501" actId="692"/>
          <ac:spMkLst>
            <pc:docMk/>
            <pc:sldMk cId="3758113492" sldId="276"/>
            <ac:spMk id="21" creationId="{51060E12-0AA4-641B-C18A-859BADCC9E3F}"/>
          </ac:spMkLst>
        </pc:spChg>
        <pc:spChg chg="add mod">
          <ac:chgData name="弘樹 中村" userId="a025bb5ecfdc7ca2" providerId="LiveId" clId="{AC29752E-9633-413F-A998-E9529B1C9327}" dt="2025-11-26T08:16:10.710" v="5501" actId="692"/>
          <ac:spMkLst>
            <pc:docMk/>
            <pc:sldMk cId="3758113492" sldId="276"/>
            <ac:spMk id="22" creationId="{D78E396F-6C59-B388-1301-A13C2CB69551}"/>
          </ac:spMkLst>
        </pc:spChg>
        <pc:spChg chg="add mod">
          <ac:chgData name="弘樹 中村" userId="a025bb5ecfdc7ca2" providerId="LiveId" clId="{AC29752E-9633-413F-A998-E9529B1C9327}" dt="2025-11-26T08:16:10.710" v="5501" actId="692"/>
          <ac:spMkLst>
            <pc:docMk/>
            <pc:sldMk cId="3758113492" sldId="276"/>
            <ac:spMk id="23" creationId="{A87CF794-258E-A1A1-6D51-3B0090157DB8}"/>
          </ac:spMkLst>
        </pc:spChg>
        <pc:spChg chg="add mod">
          <ac:chgData name="弘樹 中村" userId="a025bb5ecfdc7ca2" providerId="LiveId" clId="{AC29752E-9633-413F-A998-E9529B1C9327}" dt="2025-11-26T08:16:10.710" v="5501" actId="692"/>
          <ac:spMkLst>
            <pc:docMk/>
            <pc:sldMk cId="3758113492" sldId="276"/>
            <ac:spMk id="27" creationId="{F075CE55-A7AD-B36B-E7AB-8DC2D026D211}"/>
          </ac:spMkLst>
        </pc:spChg>
        <pc:spChg chg="add mod">
          <ac:chgData name="弘樹 中村" userId="a025bb5ecfdc7ca2" providerId="LiveId" clId="{AC29752E-9633-413F-A998-E9529B1C9327}" dt="2025-11-26T08:16:10.710" v="5501" actId="692"/>
          <ac:spMkLst>
            <pc:docMk/>
            <pc:sldMk cId="3758113492" sldId="276"/>
            <ac:spMk id="28" creationId="{C72096DA-7549-92E8-616F-1E72F34C76EF}"/>
          </ac:spMkLst>
        </pc:spChg>
        <pc:spChg chg="add mod">
          <ac:chgData name="弘樹 中村" userId="a025bb5ecfdc7ca2" providerId="LiveId" clId="{AC29752E-9633-413F-A998-E9529B1C9327}" dt="2025-11-26T08:16:10.710" v="5501" actId="692"/>
          <ac:spMkLst>
            <pc:docMk/>
            <pc:sldMk cId="3758113492" sldId="276"/>
            <ac:spMk id="29" creationId="{A04816CA-60DB-5C68-179E-286AE194D8DC}"/>
          </ac:spMkLst>
        </pc:spChg>
        <pc:spChg chg="add mod">
          <ac:chgData name="弘樹 中村" userId="a025bb5ecfdc7ca2" providerId="LiveId" clId="{AC29752E-9633-413F-A998-E9529B1C9327}" dt="2025-11-26T08:16:10.710" v="5501" actId="692"/>
          <ac:spMkLst>
            <pc:docMk/>
            <pc:sldMk cId="3758113492" sldId="276"/>
            <ac:spMk id="30" creationId="{CD3C1337-0A38-FE77-FCB6-D2806BB3051F}"/>
          </ac:spMkLst>
        </pc:spChg>
        <pc:spChg chg="add mod">
          <ac:chgData name="弘樹 中村" userId="a025bb5ecfdc7ca2" providerId="LiveId" clId="{AC29752E-9633-413F-A998-E9529B1C9327}" dt="2025-11-26T08:16:10.710" v="5501" actId="692"/>
          <ac:spMkLst>
            <pc:docMk/>
            <pc:sldMk cId="3758113492" sldId="276"/>
            <ac:spMk id="31" creationId="{3E9BD067-5CE9-8668-C114-362EA88C0EC0}"/>
          </ac:spMkLst>
        </pc:spChg>
        <pc:spChg chg="add mod">
          <ac:chgData name="弘樹 中村" userId="a025bb5ecfdc7ca2" providerId="LiveId" clId="{AC29752E-9633-413F-A998-E9529B1C9327}" dt="2025-11-26T08:16:10.710" v="5501" actId="692"/>
          <ac:spMkLst>
            <pc:docMk/>
            <pc:sldMk cId="3758113492" sldId="276"/>
            <ac:spMk id="32" creationId="{49B2A18B-1A12-170A-770C-1CA1AA3189A0}"/>
          </ac:spMkLst>
        </pc:spChg>
        <pc:spChg chg="add mod">
          <ac:chgData name="弘樹 中村" userId="a025bb5ecfdc7ca2" providerId="LiveId" clId="{AC29752E-9633-413F-A998-E9529B1C9327}" dt="2025-11-26T08:12:29.706" v="5283" actId="20577"/>
          <ac:spMkLst>
            <pc:docMk/>
            <pc:sldMk cId="3758113492" sldId="276"/>
            <ac:spMk id="34" creationId="{584AEA9A-0390-CC7E-E101-D2B666DF5B38}"/>
          </ac:spMkLst>
        </pc:spChg>
        <pc:spChg chg="add mod">
          <ac:chgData name="弘樹 中村" userId="a025bb5ecfdc7ca2" providerId="LiveId" clId="{AC29752E-9633-413F-A998-E9529B1C9327}" dt="2025-11-26T08:12:50.147" v="5362" actId="20577"/>
          <ac:spMkLst>
            <pc:docMk/>
            <pc:sldMk cId="3758113492" sldId="276"/>
            <ac:spMk id="35" creationId="{1C50A700-36C2-CBF3-1481-3A7EA6894C67}"/>
          </ac:spMkLst>
        </pc:spChg>
        <pc:spChg chg="add mod">
          <ac:chgData name="弘樹 中村" userId="a025bb5ecfdc7ca2" providerId="LiveId" clId="{AC29752E-9633-413F-A998-E9529B1C9327}" dt="2025-11-26T08:12:59.679" v="5384" actId="20577"/>
          <ac:spMkLst>
            <pc:docMk/>
            <pc:sldMk cId="3758113492" sldId="276"/>
            <ac:spMk id="36" creationId="{2E8EF2A6-5A8C-8158-0174-D125F6A1BD9A}"/>
          </ac:spMkLst>
        </pc:spChg>
        <pc:spChg chg="add mod">
          <ac:chgData name="弘樹 中村" userId="a025bb5ecfdc7ca2" providerId="LiveId" clId="{AC29752E-9633-413F-A998-E9529B1C9327}" dt="2025-11-26T08:13:21.615" v="5416" actId="20577"/>
          <ac:spMkLst>
            <pc:docMk/>
            <pc:sldMk cId="3758113492" sldId="276"/>
            <ac:spMk id="37" creationId="{673C0BB2-3D5E-A9F4-BBFA-4294C61B8B2B}"/>
          </ac:spMkLst>
        </pc:spChg>
        <pc:spChg chg="add mod">
          <ac:chgData name="弘樹 中村" userId="a025bb5ecfdc7ca2" providerId="LiveId" clId="{AC29752E-9633-413F-A998-E9529B1C9327}" dt="2025-11-26T08:13:46.767" v="5460" actId="20577"/>
          <ac:spMkLst>
            <pc:docMk/>
            <pc:sldMk cId="3758113492" sldId="276"/>
            <ac:spMk id="38" creationId="{7FD9EF35-D8DF-A1C9-8FA9-24E1C9D7C236}"/>
          </ac:spMkLst>
        </pc:spChg>
        <pc:spChg chg="add mod">
          <ac:chgData name="弘樹 中村" userId="a025bb5ecfdc7ca2" providerId="LiveId" clId="{AC29752E-9633-413F-A998-E9529B1C9327}" dt="2025-11-26T08:14:02.456" v="5496" actId="20577"/>
          <ac:spMkLst>
            <pc:docMk/>
            <pc:sldMk cId="3758113492" sldId="276"/>
            <ac:spMk id="39" creationId="{513C1AF8-7A9B-BA41-2AA0-DBA869146019}"/>
          </ac:spMkLst>
        </pc:spChg>
      </pc:sldChg>
      <pc:sldChg chg="addSp delSp modSp add mod">
        <pc:chgData name="弘樹 中村" userId="a025bb5ecfdc7ca2" providerId="LiveId" clId="{AC29752E-9633-413F-A998-E9529B1C9327}" dt="2025-12-13T03:45:00.607" v="6165" actId="255"/>
        <pc:sldMkLst>
          <pc:docMk/>
          <pc:sldMk cId="1657378982" sldId="282"/>
        </pc:sldMkLst>
        <pc:spChg chg="mod">
          <ac:chgData name="弘樹 中村" userId="a025bb5ecfdc7ca2" providerId="LiveId" clId="{AC29752E-9633-413F-A998-E9529B1C9327}" dt="2025-12-13T03:34:55.635" v="5652" actId="20577"/>
          <ac:spMkLst>
            <pc:docMk/>
            <pc:sldMk cId="1657378982" sldId="282"/>
            <ac:spMk id="4" creationId="{8A571B44-D375-78C4-8C0A-C508C750CC4B}"/>
          </ac:spMkLst>
        </pc:spChg>
        <pc:graphicFrameChg chg="add mod modGraphic">
          <ac:chgData name="弘樹 中村" userId="a025bb5ecfdc7ca2" providerId="LiveId" clId="{AC29752E-9633-413F-A998-E9529B1C9327}" dt="2025-12-13T03:45:00.607" v="6165" actId="255"/>
          <ac:graphicFrameMkLst>
            <pc:docMk/>
            <pc:sldMk cId="1657378982" sldId="282"/>
            <ac:graphicFrameMk id="6" creationId="{12620074-ED3D-4E35-32C9-B98BFF930AB1}"/>
          </ac:graphicFrameMkLst>
        </pc:graphicFrameChg>
      </pc:sldChg>
      <pc:sldChg chg="addSp modSp add mod ord">
        <pc:chgData name="弘樹 中村" userId="a025bb5ecfdc7ca2" providerId="LiveId" clId="{AC29752E-9633-413F-A998-E9529B1C9327}" dt="2025-12-14T01:17:25.338" v="6169"/>
        <pc:sldMkLst>
          <pc:docMk/>
          <pc:sldMk cId="4194565185" sldId="283"/>
        </pc:sldMkLst>
        <pc:spChg chg="mod">
          <ac:chgData name="弘樹 中村" userId="a025bb5ecfdc7ca2" providerId="LiveId" clId="{AC29752E-9633-413F-A998-E9529B1C9327}" dt="2025-12-13T03:37:03.023" v="5736" actId="20577"/>
          <ac:spMkLst>
            <pc:docMk/>
            <pc:sldMk cId="4194565185" sldId="283"/>
            <ac:spMk id="4" creationId="{5C5ECAB3-281C-C73B-2171-1532BF0062D0}"/>
          </ac:spMkLst>
        </pc:spChg>
        <pc:spChg chg="mod">
          <ac:chgData name="弘樹 中村" userId="a025bb5ecfdc7ca2" providerId="LiveId" clId="{AC29752E-9633-413F-A998-E9529B1C9327}" dt="2025-12-13T03:39:21.612" v="5856" actId="554"/>
          <ac:spMkLst>
            <pc:docMk/>
            <pc:sldMk cId="4194565185" sldId="283"/>
            <ac:spMk id="5" creationId="{5D8B55F6-A2C2-FCF8-66A7-E60FA851C604}"/>
          </ac:spMkLst>
        </pc:spChg>
        <pc:spChg chg="add mod">
          <ac:chgData name="弘樹 中村" userId="a025bb5ecfdc7ca2" providerId="LiveId" clId="{AC29752E-9633-413F-A998-E9529B1C9327}" dt="2025-12-13T03:42:03.678" v="5944" actId="1076"/>
          <ac:spMkLst>
            <pc:docMk/>
            <pc:sldMk cId="4194565185" sldId="283"/>
            <ac:spMk id="6" creationId="{CF9CE61D-9D86-FDD3-D5B8-969AC5366612}"/>
          </ac:spMkLst>
        </pc:spChg>
        <pc:spChg chg="add mod">
          <ac:chgData name="弘樹 中村" userId="a025bb5ecfdc7ca2" providerId="LiveId" clId="{AC29752E-9633-413F-A998-E9529B1C9327}" dt="2025-12-13T03:42:07.250" v="5945"/>
          <ac:spMkLst>
            <pc:docMk/>
            <pc:sldMk cId="4194565185" sldId="283"/>
            <ac:spMk id="7" creationId="{7EE94637-2744-B99B-C902-582030123518}"/>
          </ac:spMkLst>
        </pc:spChg>
        <pc:spChg chg="add mod">
          <ac:chgData name="弘樹 中村" userId="a025bb5ecfdc7ca2" providerId="LiveId" clId="{AC29752E-9633-413F-A998-E9529B1C9327}" dt="2025-12-13T03:42:08.201" v="5946"/>
          <ac:spMkLst>
            <pc:docMk/>
            <pc:sldMk cId="4194565185" sldId="283"/>
            <ac:spMk id="8" creationId="{11593A89-73DF-789B-294B-52AF5E55C33C}"/>
          </ac:spMkLst>
        </pc:spChg>
        <pc:spChg chg="add mod">
          <ac:chgData name="弘樹 中村" userId="a025bb5ecfdc7ca2" providerId="LiveId" clId="{AC29752E-9633-413F-A998-E9529B1C9327}" dt="2025-12-13T03:41:20.208" v="5906" actId="20577"/>
          <ac:spMkLst>
            <pc:docMk/>
            <pc:sldMk cId="4194565185" sldId="283"/>
            <ac:spMk id="9" creationId="{99F73615-037B-EC74-7A90-632A4430E67B}"/>
          </ac:spMkLst>
        </pc:spChg>
        <pc:spChg chg="add mod">
          <ac:chgData name="弘樹 中村" userId="a025bb5ecfdc7ca2" providerId="LiveId" clId="{AC29752E-9633-413F-A998-E9529B1C9327}" dt="2025-12-13T03:44:13.669" v="6051" actId="20577"/>
          <ac:spMkLst>
            <pc:docMk/>
            <pc:sldMk cId="4194565185" sldId="283"/>
            <ac:spMk id="12" creationId="{A591E279-201F-EE33-68EF-9D8E8A3F1C90}"/>
          </ac:spMkLst>
        </pc:spChg>
        <pc:spChg chg="add mod">
          <ac:chgData name="弘樹 中村" userId="a025bb5ecfdc7ca2" providerId="LiveId" clId="{AC29752E-9633-413F-A998-E9529B1C9327}" dt="2025-12-13T03:43:46.763" v="5972" actId="20577"/>
          <ac:spMkLst>
            <pc:docMk/>
            <pc:sldMk cId="4194565185" sldId="283"/>
            <ac:spMk id="13" creationId="{4857B1C8-1897-5EF7-AE24-D4149474D263}"/>
          </ac:spMkLst>
        </pc:spChg>
        <pc:spChg chg="add mod">
          <ac:chgData name="弘樹 中村" userId="a025bb5ecfdc7ca2" providerId="LiveId" clId="{AC29752E-9633-413F-A998-E9529B1C9327}" dt="2025-12-13T03:43:36.861" v="5967" actId="571"/>
          <ac:spMkLst>
            <pc:docMk/>
            <pc:sldMk cId="4194565185" sldId="283"/>
            <ac:spMk id="15" creationId="{B1C433CC-4904-A33A-CC35-666D2332EFB9}"/>
          </ac:spMkLst>
        </pc:spChg>
        <pc:spChg chg="add mod">
          <ac:chgData name="弘樹 中村" userId="a025bb5ecfdc7ca2" providerId="LiveId" clId="{AC29752E-9633-413F-A998-E9529B1C9327}" dt="2025-12-13T03:43:49.722" v="5974" actId="20577"/>
          <ac:spMkLst>
            <pc:docMk/>
            <pc:sldMk cId="4194565185" sldId="283"/>
            <ac:spMk id="16" creationId="{ED170B57-5790-9C7F-A197-85874927D3DC}"/>
          </ac:spMkLst>
        </pc:spChg>
        <pc:spChg chg="add mod">
          <ac:chgData name="弘樹 中村" userId="a025bb5ecfdc7ca2" providerId="LiveId" clId="{AC29752E-9633-413F-A998-E9529B1C9327}" dt="2025-12-13T03:43:42.285" v="5968" actId="571"/>
          <ac:spMkLst>
            <pc:docMk/>
            <pc:sldMk cId="4194565185" sldId="283"/>
            <ac:spMk id="18" creationId="{B4E5C92C-33A0-F2F6-25E5-DB0B450CF0C0}"/>
          </ac:spMkLst>
        </pc:spChg>
        <pc:cxnChg chg="add mod">
          <ac:chgData name="弘樹 中村" userId="a025bb5ecfdc7ca2" providerId="LiveId" clId="{AC29752E-9633-413F-A998-E9529B1C9327}" dt="2025-12-13T03:42:21.664" v="5950" actId="1035"/>
          <ac:cxnSpMkLst>
            <pc:docMk/>
            <pc:sldMk cId="4194565185" sldId="283"/>
            <ac:cxnSpMk id="11" creationId="{8639F152-13AE-1980-A231-3B8B1053C218}"/>
          </ac:cxnSpMkLst>
        </pc:cxnChg>
        <pc:cxnChg chg="add mod">
          <ac:chgData name="弘樹 中村" userId="a025bb5ecfdc7ca2" providerId="LiveId" clId="{AC29752E-9633-413F-A998-E9529B1C9327}" dt="2025-12-13T03:43:36.861" v="5967" actId="571"/>
          <ac:cxnSpMkLst>
            <pc:docMk/>
            <pc:sldMk cId="4194565185" sldId="283"/>
            <ac:cxnSpMk id="14" creationId="{F4330CC1-25E0-0D1A-43B7-58116425140D}"/>
          </ac:cxnSpMkLst>
        </pc:cxnChg>
        <pc:cxnChg chg="add mod">
          <ac:chgData name="弘樹 中村" userId="a025bb5ecfdc7ca2" providerId="LiveId" clId="{AC29752E-9633-413F-A998-E9529B1C9327}" dt="2025-12-13T03:43:42.285" v="5968" actId="571"/>
          <ac:cxnSpMkLst>
            <pc:docMk/>
            <pc:sldMk cId="4194565185" sldId="283"/>
            <ac:cxnSpMk id="17" creationId="{FFE01D81-F897-665A-748F-AFEF2D4A537C}"/>
          </ac:cxnSpMkLst>
        </pc:cxnChg>
      </pc:sldChg>
      <pc:sldChg chg="addSp modSp add mod">
        <pc:chgData name="弘樹 中村" userId="a025bb5ecfdc7ca2" providerId="LiveId" clId="{AC29752E-9633-413F-A998-E9529B1C9327}" dt="2025-12-26T05:41:29.195" v="6278" actId="11529"/>
        <pc:sldMkLst>
          <pc:docMk/>
          <pc:sldMk cId="1755686314" sldId="284"/>
        </pc:sldMkLst>
        <pc:spChg chg="mod">
          <ac:chgData name="弘樹 中村" userId="a025bb5ecfdc7ca2" providerId="LiveId" clId="{AC29752E-9633-413F-A998-E9529B1C9327}" dt="2025-12-26T05:37:22.532" v="6177" actId="20577"/>
          <ac:spMkLst>
            <pc:docMk/>
            <pc:sldMk cId="1755686314" sldId="284"/>
            <ac:spMk id="4" creationId="{489FA472-DE0B-9C11-7074-251D2B33E68D}"/>
          </ac:spMkLst>
        </pc:spChg>
        <pc:spChg chg="mod">
          <ac:chgData name="弘樹 中村" userId="a025bb5ecfdc7ca2" providerId="LiveId" clId="{AC29752E-9633-413F-A998-E9529B1C9327}" dt="2025-12-26T05:41:12.359" v="6276" actId="20577"/>
          <ac:spMkLst>
            <pc:docMk/>
            <pc:sldMk cId="1755686314" sldId="284"/>
            <ac:spMk id="5" creationId="{C06EAEDA-0E19-FEF0-681E-3BA0927BCE89}"/>
          </ac:spMkLst>
        </pc:spChg>
        <pc:spChg chg="add mod">
          <ac:chgData name="弘樹 中村" userId="a025bb5ecfdc7ca2" providerId="LiveId" clId="{AC29752E-9633-413F-A998-E9529B1C9327}" dt="2025-12-26T05:38:08.100" v="6182" actId="1076"/>
          <ac:spMkLst>
            <pc:docMk/>
            <pc:sldMk cId="1755686314" sldId="284"/>
            <ac:spMk id="6" creationId="{AFCCD529-85AB-8A88-A1E8-9A2C587719BC}"/>
          </ac:spMkLst>
        </pc:spChg>
        <pc:spChg chg="add mod">
          <ac:chgData name="弘樹 中村" userId="a025bb5ecfdc7ca2" providerId="LiveId" clId="{AC29752E-9633-413F-A998-E9529B1C9327}" dt="2025-12-26T05:38:25.817" v="6185" actId="1076"/>
          <ac:spMkLst>
            <pc:docMk/>
            <pc:sldMk cId="1755686314" sldId="284"/>
            <ac:spMk id="7" creationId="{BF96AE94-65A1-C877-9775-ADAA00D10BB0}"/>
          </ac:spMkLst>
        </pc:spChg>
        <pc:spChg chg="add mod">
          <ac:chgData name="弘樹 中村" userId="a025bb5ecfdc7ca2" providerId="LiveId" clId="{AC29752E-9633-413F-A998-E9529B1C9327}" dt="2025-12-26T05:38:30.426" v="6186" actId="571"/>
          <ac:spMkLst>
            <pc:docMk/>
            <pc:sldMk cId="1755686314" sldId="284"/>
            <ac:spMk id="8" creationId="{BB464C96-12F4-93C2-7ACD-B80846D470F0}"/>
          </ac:spMkLst>
        </pc:spChg>
        <pc:spChg chg="add mod">
          <ac:chgData name="弘樹 中村" userId="a025bb5ecfdc7ca2" providerId="LiveId" clId="{AC29752E-9633-413F-A998-E9529B1C9327}" dt="2025-12-26T05:38:35.316" v="6187" actId="571"/>
          <ac:spMkLst>
            <pc:docMk/>
            <pc:sldMk cId="1755686314" sldId="284"/>
            <ac:spMk id="9" creationId="{D99B5B17-43F8-00E6-AE07-1D644DC5453F}"/>
          </ac:spMkLst>
        </pc:spChg>
        <pc:spChg chg="add mod">
          <ac:chgData name="弘樹 中村" userId="a025bb5ecfdc7ca2" providerId="LiveId" clId="{AC29752E-9633-413F-A998-E9529B1C9327}" dt="2025-12-26T05:38:47.469" v="6202" actId="1036"/>
          <ac:spMkLst>
            <pc:docMk/>
            <pc:sldMk cId="1755686314" sldId="284"/>
            <ac:spMk id="10" creationId="{475C7925-E561-AD7D-5BD4-B610A3A892CA}"/>
          </ac:spMkLst>
        </pc:spChg>
        <pc:spChg chg="add mod">
          <ac:chgData name="弘樹 中村" userId="a025bb5ecfdc7ca2" providerId="LiveId" clId="{AC29752E-9633-413F-A998-E9529B1C9327}" dt="2025-12-26T05:38:54.585" v="6203" actId="571"/>
          <ac:spMkLst>
            <pc:docMk/>
            <pc:sldMk cId="1755686314" sldId="284"/>
            <ac:spMk id="11" creationId="{0C5CAA25-2884-01AD-5B68-2469DCE64A67}"/>
          </ac:spMkLst>
        </pc:spChg>
        <pc:spChg chg="add mod">
          <ac:chgData name="弘樹 中村" userId="a025bb5ecfdc7ca2" providerId="LiveId" clId="{AC29752E-9633-413F-A998-E9529B1C9327}" dt="2025-12-26T05:40:19.427" v="6211" actId="1076"/>
          <ac:spMkLst>
            <pc:docMk/>
            <pc:sldMk cId="1755686314" sldId="284"/>
            <ac:spMk id="24" creationId="{760BF985-7FE1-4EAA-AF00-9528DF8AE232}"/>
          </ac:spMkLst>
        </pc:spChg>
        <pc:spChg chg="add mod">
          <ac:chgData name="弘樹 中村" userId="a025bb5ecfdc7ca2" providerId="LiveId" clId="{AC29752E-9633-413F-A998-E9529B1C9327}" dt="2025-12-26T05:40:23.755" v="6212" actId="571"/>
          <ac:spMkLst>
            <pc:docMk/>
            <pc:sldMk cId="1755686314" sldId="284"/>
            <ac:spMk id="25" creationId="{662512F0-8099-B42F-A38C-1A803489F5E7}"/>
          </ac:spMkLst>
        </pc:spChg>
        <pc:spChg chg="add mod">
          <ac:chgData name="弘樹 中村" userId="a025bb5ecfdc7ca2" providerId="LiveId" clId="{AC29752E-9633-413F-A998-E9529B1C9327}" dt="2025-12-26T05:41:18.019" v="6277" actId="571"/>
          <ac:spMkLst>
            <pc:docMk/>
            <pc:sldMk cId="1755686314" sldId="284"/>
            <ac:spMk id="31" creationId="{CE00CB7D-86A6-33A3-6E71-F75BEB181F05}"/>
          </ac:spMkLst>
        </pc:spChg>
        <pc:cxnChg chg="add mod">
          <ac:chgData name="弘樹 中村" userId="a025bb5ecfdc7ca2" providerId="LiveId" clId="{AC29752E-9633-413F-A998-E9529B1C9327}" dt="2025-12-26T05:39:15.429" v="6205" actId="14100"/>
          <ac:cxnSpMkLst>
            <pc:docMk/>
            <pc:sldMk cId="1755686314" sldId="284"/>
            <ac:cxnSpMk id="13" creationId="{FF57BF83-E189-450F-49B7-4FDE9A2D9540}"/>
          </ac:cxnSpMkLst>
        </pc:cxnChg>
        <pc:cxnChg chg="add">
          <ac:chgData name="弘樹 中村" userId="a025bb5ecfdc7ca2" providerId="LiveId" clId="{AC29752E-9633-413F-A998-E9529B1C9327}" dt="2025-12-26T05:39:34.095" v="6206" actId="11529"/>
          <ac:cxnSpMkLst>
            <pc:docMk/>
            <pc:sldMk cId="1755686314" sldId="284"/>
            <ac:cxnSpMk id="16" creationId="{DB1D3BC1-BD34-7972-D266-B1B52423D8E6}"/>
          </ac:cxnSpMkLst>
        </pc:cxnChg>
        <pc:cxnChg chg="add">
          <ac:chgData name="弘樹 中村" userId="a025bb5ecfdc7ca2" providerId="LiveId" clId="{AC29752E-9633-413F-A998-E9529B1C9327}" dt="2025-12-26T05:39:44.706" v="6207" actId="11529"/>
          <ac:cxnSpMkLst>
            <pc:docMk/>
            <pc:sldMk cId="1755686314" sldId="284"/>
            <ac:cxnSpMk id="18" creationId="{A4223461-020D-4954-EDD7-FE7F9F0BBC15}"/>
          </ac:cxnSpMkLst>
        </pc:cxnChg>
        <pc:cxnChg chg="add">
          <ac:chgData name="弘樹 中村" userId="a025bb5ecfdc7ca2" providerId="LiveId" clId="{AC29752E-9633-413F-A998-E9529B1C9327}" dt="2025-12-26T05:39:55.332" v="6208" actId="11529"/>
          <ac:cxnSpMkLst>
            <pc:docMk/>
            <pc:sldMk cId="1755686314" sldId="284"/>
            <ac:cxnSpMk id="20" creationId="{43257997-C114-9545-5C01-3CE8AB7C64E5}"/>
          </ac:cxnSpMkLst>
        </pc:cxnChg>
        <pc:cxnChg chg="add">
          <ac:chgData name="弘樹 中村" userId="a025bb5ecfdc7ca2" providerId="LiveId" clId="{AC29752E-9633-413F-A998-E9529B1C9327}" dt="2025-12-26T05:40:04.474" v="6209" actId="11529"/>
          <ac:cxnSpMkLst>
            <pc:docMk/>
            <pc:sldMk cId="1755686314" sldId="284"/>
            <ac:cxnSpMk id="22" creationId="{EC1347D3-B545-167D-AFE9-DA66F55D8F1E}"/>
          </ac:cxnSpMkLst>
        </pc:cxnChg>
        <pc:cxnChg chg="add">
          <ac:chgData name="弘樹 中村" userId="a025bb5ecfdc7ca2" providerId="LiveId" clId="{AC29752E-9633-413F-A998-E9529B1C9327}" dt="2025-12-26T05:40:33.567" v="6213" actId="11529"/>
          <ac:cxnSpMkLst>
            <pc:docMk/>
            <pc:sldMk cId="1755686314" sldId="284"/>
            <ac:cxnSpMk id="27" creationId="{7CEAA139-80AF-54E8-6A4A-99A545BF5873}"/>
          </ac:cxnSpMkLst>
        </pc:cxnChg>
        <pc:cxnChg chg="add">
          <ac:chgData name="弘樹 中村" userId="a025bb5ecfdc7ca2" providerId="LiveId" clId="{AC29752E-9633-413F-A998-E9529B1C9327}" dt="2025-12-26T05:40:41.537" v="6214" actId="11529"/>
          <ac:cxnSpMkLst>
            <pc:docMk/>
            <pc:sldMk cId="1755686314" sldId="284"/>
            <ac:cxnSpMk id="29" creationId="{06F7B911-FDC2-A061-F267-E5CEB483140E}"/>
          </ac:cxnSpMkLst>
        </pc:cxnChg>
        <pc:cxnChg chg="add">
          <ac:chgData name="弘樹 中村" userId="a025bb5ecfdc7ca2" providerId="LiveId" clId="{AC29752E-9633-413F-A998-E9529B1C9327}" dt="2025-12-26T05:41:29.195" v="6278" actId="11529"/>
          <ac:cxnSpMkLst>
            <pc:docMk/>
            <pc:sldMk cId="1755686314" sldId="284"/>
            <ac:cxnSpMk id="33" creationId="{FAD21DEE-C882-CA99-F1AE-40F2F995A5FF}"/>
          </ac:cxnSpMkLst>
        </pc:cxnChg>
      </pc:sldChg>
      <pc:sldChg chg="addSp delSp modSp add mod">
        <pc:chgData name="弘樹 中村" userId="a025bb5ecfdc7ca2" providerId="LiveId" clId="{AC29752E-9633-413F-A998-E9529B1C9327}" dt="2025-12-26T05:44:01.444" v="6401" actId="20577"/>
        <pc:sldMkLst>
          <pc:docMk/>
          <pc:sldMk cId="11201252" sldId="285"/>
        </pc:sldMkLst>
        <pc:spChg chg="mod">
          <ac:chgData name="弘樹 中村" userId="a025bb5ecfdc7ca2" providerId="LiveId" clId="{AC29752E-9633-413F-A998-E9529B1C9327}" dt="2025-12-26T05:41:56.648" v="6294" actId="20577"/>
          <ac:spMkLst>
            <pc:docMk/>
            <pc:sldMk cId="11201252" sldId="285"/>
            <ac:spMk id="4" creationId="{E34C69B8-1CC7-7929-D7CF-4F0F7833D1B0}"/>
          </ac:spMkLst>
        </pc:spChg>
        <pc:spChg chg="del">
          <ac:chgData name="弘樹 中村" userId="a025bb5ecfdc7ca2" providerId="LiveId" clId="{AC29752E-9633-413F-A998-E9529B1C9327}" dt="2025-12-26T05:41:50.909" v="6280" actId="478"/>
          <ac:spMkLst>
            <pc:docMk/>
            <pc:sldMk cId="11201252" sldId="285"/>
            <ac:spMk id="5" creationId="{8B4A53A6-BB4E-D266-5B94-328FF35DCD2E}"/>
          </ac:spMkLst>
        </pc:spChg>
        <pc:spChg chg="add mod">
          <ac:chgData name="弘樹 中村" userId="a025bb5ecfdc7ca2" providerId="LiveId" clId="{AC29752E-9633-413F-A998-E9529B1C9327}" dt="2025-12-26T05:44:01.444" v="6401" actId="20577"/>
          <ac:spMkLst>
            <pc:docMk/>
            <pc:sldMk cId="11201252" sldId="285"/>
            <ac:spMk id="6" creationId="{1E917474-F5C8-9688-1FB7-23F9F8CC3DD9}"/>
          </ac:spMkLst>
        </pc:spChg>
        <pc:spChg chg="add mod">
          <ac:chgData name="弘樹 中村" userId="a025bb5ecfdc7ca2" providerId="LiveId" clId="{AC29752E-9633-413F-A998-E9529B1C9327}" dt="2025-12-26T05:43:43.232" v="6357" actId="1037"/>
          <ac:spMkLst>
            <pc:docMk/>
            <pc:sldMk cId="11201252" sldId="285"/>
            <ac:spMk id="7" creationId="{9D4F47B0-899C-DC8A-EBC0-814235BD8BE4}"/>
          </ac:spMkLst>
        </pc:spChg>
        <pc:spChg chg="add mod">
          <ac:chgData name="弘樹 中村" userId="a025bb5ecfdc7ca2" providerId="LiveId" clId="{AC29752E-9633-413F-A998-E9529B1C9327}" dt="2025-12-26T05:43:43.232" v="6357" actId="1037"/>
          <ac:spMkLst>
            <pc:docMk/>
            <pc:sldMk cId="11201252" sldId="285"/>
            <ac:spMk id="8" creationId="{0C36EA1A-89D2-F22A-3A35-6B130850FD8C}"/>
          </ac:spMkLst>
        </pc:spChg>
        <pc:spChg chg="add mod">
          <ac:chgData name="弘樹 中村" userId="a025bb5ecfdc7ca2" providerId="LiveId" clId="{AC29752E-9633-413F-A998-E9529B1C9327}" dt="2025-12-26T05:43:43.232" v="6357" actId="1037"/>
          <ac:spMkLst>
            <pc:docMk/>
            <pc:sldMk cId="11201252" sldId="285"/>
            <ac:spMk id="9" creationId="{D3B4CFBC-9A2D-087F-7C20-2940C4916562}"/>
          </ac:spMkLst>
        </pc:spChg>
      </pc:sldChg>
      <pc:sldChg chg="addSp delSp modSp add mod">
        <pc:chgData name="弘樹 中村" userId="a025bb5ecfdc7ca2" providerId="LiveId" clId="{AC29752E-9633-413F-A998-E9529B1C9327}" dt="2025-12-26T05:47:03.039" v="6526" actId="11529"/>
        <pc:sldMkLst>
          <pc:docMk/>
          <pc:sldMk cId="3458348416" sldId="286"/>
        </pc:sldMkLst>
        <pc:spChg chg="del mod">
          <ac:chgData name="弘樹 中村" userId="a025bb5ecfdc7ca2" providerId="LiveId" clId="{AC29752E-9633-413F-A998-E9529B1C9327}" dt="2025-12-26T05:44:17.432" v="6405" actId="478"/>
          <ac:spMkLst>
            <pc:docMk/>
            <pc:sldMk cId="3458348416" sldId="286"/>
            <ac:spMk id="5" creationId="{1150BACA-BB28-42DC-EFC9-28B8C7655F54}"/>
          </ac:spMkLst>
        </pc:spChg>
        <pc:spChg chg="add mod">
          <ac:chgData name="弘樹 中村" userId="a025bb5ecfdc7ca2" providerId="LiveId" clId="{AC29752E-9633-413F-A998-E9529B1C9327}" dt="2025-12-26T05:44:51.689" v="6476" actId="20577"/>
          <ac:spMkLst>
            <pc:docMk/>
            <pc:sldMk cId="3458348416" sldId="286"/>
            <ac:spMk id="6" creationId="{1A28CD4B-8D98-6C58-B926-910BBD3D40C2}"/>
          </ac:spMkLst>
        </pc:spChg>
        <pc:spChg chg="add mod">
          <ac:chgData name="弘樹 中村" userId="a025bb5ecfdc7ca2" providerId="LiveId" clId="{AC29752E-9633-413F-A998-E9529B1C9327}" dt="2025-12-26T05:45:11.695" v="6480" actId="14100"/>
          <ac:spMkLst>
            <pc:docMk/>
            <pc:sldMk cId="3458348416" sldId="286"/>
            <ac:spMk id="7" creationId="{8FBACA13-C4C3-ADA5-D958-247C482FF7CC}"/>
          </ac:spMkLst>
        </pc:spChg>
        <pc:spChg chg="add mod">
          <ac:chgData name="弘樹 中村" userId="a025bb5ecfdc7ca2" providerId="LiveId" clId="{AC29752E-9633-413F-A998-E9529B1C9327}" dt="2025-12-26T05:45:21.197" v="6482" actId="1076"/>
          <ac:spMkLst>
            <pc:docMk/>
            <pc:sldMk cId="3458348416" sldId="286"/>
            <ac:spMk id="8" creationId="{C1E093C0-7AB5-C963-456C-CE98FF74E293}"/>
          </ac:spMkLst>
        </pc:spChg>
        <pc:spChg chg="add mod">
          <ac:chgData name="弘樹 中村" userId="a025bb5ecfdc7ca2" providerId="LiveId" clId="{AC29752E-9633-413F-A998-E9529B1C9327}" dt="2025-12-26T05:45:34.922" v="6484" actId="1076"/>
          <ac:spMkLst>
            <pc:docMk/>
            <pc:sldMk cId="3458348416" sldId="286"/>
            <ac:spMk id="9" creationId="{1510F148-CC65-E1B6-A1AD-621048BCA661}"/>
          </ac:spMkLst>
        </pc:spChg>
        <pc:spChg chg="add mod">
          <ac:chgData name="弘樹 中村" userId="a025bb5ecfdc7ca2" providerId="LiveId" clId="{AC29752E-9633-413F-A998-E9529B1C9327}" dt="2025-12-26T05:45:43.120" v="6485" actId="571"/>
          <ac:spMkLst>
            <pc:docMk/>
            <pc:sldMk cId="3458348416" sldId="286"/>
            <ac:spMk id="10" creationId="{7A6F9553-D4E5-65E4-38F5-AA12FDA2DD31}"/>
          </ac:spMkLst>
        </pc:spChg>
        <pc:spChg chg="add mod">
          <ac:chgData name="弘樹 中村" userId="a025bb5ecfdc7ca2" providerId="LiveId" clId="{AC29752E-9633-413F-A998-E9529B1C9327}" dt="2025-12-26T05:46:53.987" v="6525" actId="1036"/>
          <ac:spMkLst>
            <pc:docMk/>
            <pc:sldMk cId="3458348416" sldId="286"/>
            <ac:spMk id="11" creationId="{399197AE-1B1E-ECF2-0D53-C4C96DDF5D1F}"/>
          </ac:spMkLst>
        </pc:spChg>
        <pc:cxnChg chg="add">
          <ac:chgData name="弘樹 中村" userId="a025bb5ecfdc7ca2" providerId="LiveId" clId="{AC29752E-9633-413F-A998-E9529B1C9327}" dt="2025-12-26T05:46:03.262" v="6513" actId="11529"/>
          <ac:cxnSpMkLst>
            <pc:docMk/>
            <pc:sldMk cId="3458348416" sldId="286"/>
            <ac:cxnSpMk id="13" creationId="{AD30A600-E26A-A185-3EB8-6F5D87B8AC18}"/>
          </ac:cxnSpMkLst>
        </pc:cxnChg>
        <pc:cxnChg chg="add">
          <ac:chgData name="弘樹 中村" userId="a025bb5ecfdc7ca2" providerId="LiveId" clId="{AC29752E-9633-413F-A998-E9529B1C9327}" dt="2025-12-26T05:46:11.031" v="6514" actId="11529"/>
          <ac:cxnSpMkLst>
            <pc:docMk/>
            <pc:sldMk cId="3458348416" sldId="286"/>
            <ac:cxnSpMk id="15" creationId="{D6935BB0-5E93-1FBF-00CE-5E78DCB80AAF}"/>
          </ac:cxnSpMkLst>
        </pc:cxnChg>
        <pc:cxnChg chg="add">
          <ac:chgData name="弘樹 中村" userId="a025bb5ecfdc7ca2" providerId="LiveId" clId="{AC29752E-9633-413F-A998-E9529B1C9327}" dt="2025-12-26T05:46:23.420" v="6515" actId="11529"/>
          <ac:cxnSpMkLst>
            <pc:docMk/>
            <pc:sldMk cId="3458348416" sldId="286"/>
            <ac:cxnSpMk id="17" creationId="{E5DED94B-2B7B-1C12-F9C9-6AEBD9651D68}"/>
          </ac:cxnSpMkLst>
        </pc:cxnChg>
        <pc:cxnChg chg="add">
          <ac:chgData name="弘樹 中村" userId="a025bb5ecfdc7ca2" providerId="LiveId" clId="{AC29752E-9633-413F-A998-E9529B1C9327}" dt="2025-12-26T05:46:36.034" v="6516" actId="11529"/>
          <ac:cxnSpMkLst>
            <pc:docMk/>
            <pc:sldMk cId="3458348416" sldId="286"/>
            <ac:cxnSpMk id="19" creationId="{64192DD3-D1F4-C045-168A-E3DDCC4CA542}"/>
          </ac:cxnSpMkLst>
        </pc:cxnChg>
        <pc:cxnChg chg="add mod">
          <ac:chgData name="弘樹 中村" userId="a025bb5ecfdc7ca2" providerId="LiveId" clId="{AC29752E-9633-413F-A998-E9529B1C9327}" dt="2025-12-26T05:46:53.987" v="6525" actId="1036"/>
          <ac:cxnSpMkLst>
            <pc:docMk/>
            <pc:sldMk cId="3458348416" sldId="286"/>
            <ac:cxnSpMk id="21" creationId="{08F557FD-AD71-DEEE-AF2F-EDFEE78E6D1D}"/>
          </ac:cxnSpMkLst>
        </pc:cxnChg>
        <pc:cxnChg chg="add">
          <ac:chgData name="弘樹 中村" userId="a025bb5ecfdc7ca2" providerId="LiveId" clId="{AC29752E-9633-413F-A998-E9529B1C9327}" dt="2025-12-26T05:47:03.039" v="6526" actId="11529"/>
          <ac:cxnSpMkLst>
            <pc:docMk/>
            <pc:sldMk cId="3458348416" sldId="286"/>
            <ac:cxnSpMk id="23" creationId="{4C20A49C-14B3-C7C5-B82D-ED93CFFBD69E}"/>
          </ac:cxnSpMkLst>
        </pc:cxnChg>
      </pc:sldChg>
      <pc:sldChg chg="addSp delSp modSp add mod">
        <pc:chgData name="弘樹 中村" userId="a025bb5ecfdc7ca2" providerId="LiveId" clId="{AC29752E-9633-413F-A998-E9529B1C9327}" dt="2025-12-26T05:53:16.055" v="6793" actId="20577"/>
        <pc:sldMkLst>
          <pc:docMk/>
          <pc:sldMk cId="2373643351" sldId="287"/>
        </pc:sldMkLst>
        <pc:spChg chg="mod">
          <ac:chgData name="弘樹 中村" userId="a025bb5ecfdc7ca2" providerId="LiveId" clId="{AC29752E-9633-413F-A998-E9529B1C9327}" dt="2025-12-26T05:53:16.055" v="6793" actId="20577"/>
          <ac:spMkLst>
            <pc:docMk/>
            <pc:sldMk cId="2373643351" sldId="287"/>
            <ac:spMk id="4" creationId="{36178834-2868-A913-580E-E18E96C56795}"/>
          </ac:spMkLst>
        </pc:spChg>
        <pc:spChg chg="del">
          <ac:chgData name="弘樹 中村" userId="a025bb5ecfdc7ca2" providerId="LiveId" clId="{AC29752E-9633-413F-A998-E9529B1C9327}" dt="2025-12-26T05:47:57.987" v="6532" actId="478"/>
          <ac:spMkLst>
            <pc:docMk/>
            <pc:sldMk cId="2373643351" sldId="287"/>
            <ac:spMk id="5" creationId="{67AAA4EB-5F14-CD56-4667-D3DC6E9605AB}"/>
          </ac:spMkLst>
        </pc:spChg>
        <pc:spChg chg="add mod">
          <ac:chgData name="弘樹 中村" userId="a025bb5ecfdc7ca2" providerId="LiveId" clId="{AC29752E-9633-413F-A998-E9529B1C9327}" dt="2025-12-26T05:53:02.713" v="6774" actId="14100"/>
          <ac:spMkLst>
            <pc:docMk/>
            <pc:sldMk cId="2373643351" sldId="287"/>
            <ac:spMk id="6" creationId="{ED213100-5A00-33EE-9D66-9F4B80EDC912}"/>
          </ac:spMkLst>
        </pc:spChg>
        <pc:spChg chg="add mod">
          <ac:chgData name="弘樹 中村" userId="a025bb5ecfdc7ca2" providerId="LiveId" clId="{AC29752E-9633-413F-A998-E9529B1C9327}" dt="2025-12-26T05:51:42.538" v="6748" actId="554"/>
          <ac:spMkLst>
            <pc:docMk/>
            <pc:sldMk cId="2373643351" sldId="287"/>
            <ac:spMk id="7" creationId="{E2CAA30F-7605-91FD-B28B-D95562F347C8}"/>
          </ac:spMkLst>
        </pc:spChg>
        <pc:spChg chg="add del mod">
          <ac:chgData name="弘樹 中村" userId="a025bb5ecfdc7ca2" providerId="LiveId" clId="{AC29752E-9633-413F-A998-E9529B1C9327}" dt="2025-12-26T05:49:20.132" v="6616" actId="478"/>
          <ac:spMkLst>
            <pc:docMk/>
            <pc:sldMk cId="2373643351" sldId="287"/>
            <ac:spMk id="8" creationId="{BA7B3FEE-E417-B30A-7D23-BFC10E3197BE}"/>
          </ac:spMkLst>
        </pc:spChg>
        <pc:spChg chg="add mod">
          <ac:chgData name="弘樹 中村" userId="a025bb5ecfdc7ca2" providerId="LiveId" clId="{AC29752E-9633-413F-A998-E9529B1C9327}" dt="2025-12-26T05:52:39.488" v="6760" actId="20577"/>
          <ac:spMkLst>
            <pc:docMk/>
            <pc:sldMk cId="2373643351" sldId="287"/>
            <ac:spMk id="9" creationId="{A7ABA4E8-B1BF-A126-2D21-4F04FD4DCF1D}"/>
          </ac:spMkLst>
        </pc:spChg>
        <pc:spChg chg="add mod">
          <ac:chgData name="弘樹 中村" userId="a025bb5ecfdc7ca2" providerId="LiveId" clId="{AC29752E-9633-413F-A998-E9529B1C9327}" dt="2025-12-26T05:52:45.241" v="6765" actId="20577"/>
          <ac:spMkLst>
            <pc:docMk/>
            <pc:sldMk cId="2373643351" sldId="287"/>
            <ac:spMk id="10" creationId="{DA8602C4-38F3-5E3D-BACE-BC1DC4915A4D}"/>
          </ac:spMkLst>
        </pc:spChg>
        <pc:spChg chg="add mod">
          <ac:chgData name="弘樹 中村" userId="a025bb5ecfdc7ca2" providerId="LiveId" clId="{AC29752E-9633-413F-A998-E9529B1C9327}" dt="2025-12-26T05:50:30.472" v="6734" actId="1038"/>
          <ac:spMkLst>
            <pc:docMk/>
            <pc:sldMk cId="2373643351" sldId="287"/>
            <ac:spMk id="11" creationId="{C76B0296-ADEF-1E67-84D5-9FB318D22DC0}"/>
          </ac:spMkLst>
        </pc:spChg>
        <pc:spChg chg="add mod">
          <ac:chgData name="弘樹 中村" userId="a025bb5ecfdc7ca2" providerId="LiveId" clId="{AC29752E-9633-413F-A998-E9529B1C9327}" dt="2025-12-26T05:52:49.570" v="6768" actId="20577"/>
          <ac:spMkLst>
            <pc:docMk/>
            <pc:sldMk cId="2373643351" sldId="287"/>
            <ac:spMk id="12" creationId="{31B1B0AD-A018-37F6-DC44-3564E4A6EACD}"/>
          </ac:spMkLst>
        </pc:spChg>
        <pc:spChg chg="add mod">
          <ac:chgData name="弘樹 中村" userId="a025bb5ecfdc7ca2" providerId="LiveId" clId="{AC29752E-9633-413F-A998-E9529B1C9327}" dt="2025-12-26T05:52:56.745" v="6773" actId="20577"/>
          <ac:spMkLst>
            <pc:docMk/>
            <pc:sldMk cId="2373643351" sldId="287"/>
            <ac:spMk id="13" creationId="{71DDF908-229C-5FA1-F391-466081DE359D}"/>
          </ac:spMkLst>
        </pc:spChg>
        <pc:spChg chg="add del mod">
          <ac:chgData name="弘樹 中村" userId="a025bb5ecfdc7ca2" providerId="LiveId" clId="{AC29752E-9633-413F-A998-E9529B1C9327}" dt="2025-12-26T05:51:00.135" v="6736" actId="478"/>
          <ac:spMkLst>
            <pc:docMk/>
            <pc:sldMk cId="2373643351" sldId="287"/>
            <ac:spMk id="14" creationId="{585AA70E-7F2E-8CFC-5DAF-C85D634165AD}"/>
          </ac:spMkLst>
        </pc:spChg>
        <pc:spChg chg="add mod">
          <ac:chgData name="弘樹 中村" userId="a025bb5ecfdc7ca2" providerId="LiveId" clId="{AC29752E-9633-413F-A998-E9529B1C9327}" dt="2025-12-26T05:51:42.538" v="6748" actId="554"/>
          <ac:spMkLst>
            <pc:docMk/>
            <pc:sldMk cId="2373643351" sldId="287"/>
            <ac:spMk id="15" creationId="{FEAB997B-3B1A-7A4B-C1E3-F43035A0EB1B}"/>
          </ac:spMkLst>
        </pc:spChg>
        <pc:spChg chg="add mod">
          <ac:chgData name="弘樹 中村" userId="a025bb5ecfdc7ca2" providerId="LiveId" clId="{AC29752E-9633-413F-A998-E9529B1C9327}" dt="2025-12-26T05:51:48.913" v="6749" actId="554"/>
          <ac:spMkLst>
            <pc:docMk/>
            <pc:sldMk cId="2373643351" sldId="287"/>
            <ac:spMk id="16" creationId="{EAF71668-FD39-BB1F-2355-3363EB10D466}"/>
          </ac:spMkLst>
        </pc:spChg>
        <pc:spChg chg="add mod">
          <ac:chgData name="弘樹 中村" userId="a025bb5ecfdc7ca2" providerId="LiveId" clId="{AC29752E-9633-413F-A998-E9529B1C9327}" dt="2025-12-26T05:51:58.977" v="6751" actId="554"/>
          <ac:spMkLst>
            <pc:docMk/>
            <pc:sldMk cId="2373643351" sldId="287"/>
            <ac:spMk id="17" creationId="{74EBD940-68EA-747E-B7FB-9417C22F9679}"/>
          </ac:spMkLst>
        </pc:spChg>
        <pc:spChg chg="add mod">
          <ac:chgData name="弘樹 中村" userId="a025bb5ecfdc7ca2" providerId="LiveId" clId="{AC29752E-9633-413F-A998-E9529B1C9327}" dt="2025-12-26T05:52:07.411" v="6752" actId="571"/>
          <ac:spMkLst>
            <pc:docMk/>
            <pc:sldMk cId="2373643351" sldId="287"/>
            <ac:spMk id="18" creationId="{FAA40142-F1F8-C2EA-6037-9ED42B18ADA9}"/>
          </ac:spMkLst>
        </pc:spChg>
        <pc:spChg chg="add mod">
          <ac:chgData name="弘樹 中村" userId="a025bb5ecfdc7ca2" providerId="LiveId" clId="{AC29752E-9633-413F-A998-E9529B1C9327}" dt="2025-12-26T05:52:13.830" v="6753" actId="571"/>
          <ac:spMkLst>
            <pc:docMk/>
            <pc:sldMk cId="2373643351" sldId="287"/>
            <ac:spMk id="19" creationId="{C7743053-A2F0-CD1F-9E53-4A271FA01B97}"/>
          </ac:spMkLst>
        </pc:spChg>
        <pc:spChg chg="add mod">
          <ac:chgData name="弘樹 中村" userId="a025bb5ecfdc7ca2" providerId="LiveId" clId="{AC29752E-9633-413F-A998-E9529B1C9327}" dt="2025-12-26T05:52:18.942" v="6754" actId="571"/>
          <ac:spMkLst>
            <pc:docMk/>
            <pc:sldMk cId="2373643351" sldId="287"/>
            <ac:spMk id="20" creationId="{B33D112B-009D-7883-811C-009B48BF8792}"/>
          </ac:spMkLst>
        </pc:spChg>
        <pc:spChg chg="add mod">
          <ac:chgData name="弘樹 中村" userId="a025bb5ecfdc7ca2" providerId="LiveId" clId="{AC29752E-9633-413F-A998-E9529B1C9327}" dt="2025-12-26T05:52:23.214" v="6755" actId="571"/>
          <ac:spMkLst>
            <pc:docMk/>
            <pc:sldMk cId="2373643351" sldId="287"/>
            <ac:spMk id="21" creationId="{78109DB2-6BD5-B5E7-1B6F-D93E920A9C99}"/>
          </ac:spMkLst>
        </pc:spChg>
        <pc:spChg chg="add mod">
          <ac:chgData name="弘樹 中村" userId="a025bb5ecfdc7ca2" providerId="LiveId" clId="{AC29752E-9633-413F-A998-E9529B1C9327}" dt="2025-12-26T05:52:28.066" v="6756" actId="571"/>
          <ac:spMkLst>
            <pc:docMk/>
            <pc:sldMk cId="2373643351" sldId="287"/>
            <ac:spMk id="22" creationId="{588D6FD0-3172-8961-8637-104856F18B4C}"/>
          </ac:spMkLst>
        </pc:spChg>
        <pc:spChg chg="add mod">
          <ac:chgData name="弘樹 中村" userId="a025bb5ecfdc7ca2" providerId="LiveId" clId="{AC29752E-9633-413F-A998-E9529B1C9327}" dt="2025-12-26T05:52:32.894" v="6757" actId="571"/>
          <ac:spMkLst>
            <pc:docMk/>
            <pc:sldMk cId="2373643351" sldId="287"/>
            <ac:spMk id="23" creationId="{72ADDF5F-0D5B-4917-0F17-C5363CD469C2}"/>
          </ac:spMkLst>
        </pc:spChg>
      </pc:sldChg>
      <pc:sldChg chg="add del">
        <pc:chgData name="弘樹 中村" userId="a025bb5ecfdc7ca2" providerId="LiveId" clId="{AC29752E-9633-413F-A998-E9529B1C9327}" dt="2025-12-26T05:44:19.526" v="6407"/>
        <pc:sldMkLst>
          <pc:docMk/>
          <pc:sldMk cId="3434973316" sldId="287"/>
        </pc:sldMkLst>
      </pc:sldChg>
      <pc:sldChg chg="add del">
        <pc:chgData name="弘樹 中村" userId="a025bb5ecfdc7ca2" providerId="LiveId" clId="{AC29752E-9633-413F-A998-E9529B1C9327}" dt="2025-12-26T05:44:23.297" v="6409"/>
        <pc:sldMkLst>
          <pc:docMk/>
          <pc:sldMk cId="3995296709" sldId="28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C76CB974-6965-3B05-22C5-D7ABD8B670B8}"/>
              </a:ext>
            </a:extLst>
          </p:cNvPr>
          <p:cNvSpPr>
            <a:spLocks noGrp="1"/>
          </p:cNvSpPr>
          <p:nvPr>
            <p:ph type="dt" sz="half" idx="10"/>
          </p:nvPr>
        </p:nvSpPr>
        <p:spPr/>
        <p:txBody>
          <a:bodyPr/>
          <a:lstStyle/>
          <a:p>
            <a:fld id="{715B6A4E-7C34-4A40-8B61-BB0C6AAC2A27}"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B95E1E01-BBD1-8D09-DD42-3B2674861F1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481568C-6E3F-DDC4-62FD-3B38E97BC86D}"/>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
        <p:nvSpPr>
          <p:cNvPr id="19" name="タイトル プレースホルダー 1">
            <a:extLst>
              <a:ext uri="{FF2B5EF4-FFF2-40B4-BE49-F238E27FC236}">
                <a16:creationId xmlns:a16="http://schemas.microsoft.com/office/drawing/2014/main" id="{F5448BF9-421D-682B-97F0-3386334EF2B4}"/>
              </a:ext>
            </a:extLst>
          </p:cNvPr>
          <p:cNvSpPr txBox="1">
            <a:spLocks/>
          </p:cNvSpPr>
          <p:nvPr userDrawn="1"/>
        </p:nvSpPr>
        <p:spPr>
          <a:xfrm>
            <a:off x="355600" y="981078"/>
            <a:ext cx="11506200" cy="6064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endParaRPr lang="ja-JP" altLang="en-US" dirty="0"/>
          </a:p>
        </p:txBody>
      </p:sp>
    </p:spTree>
    <p:extLst>
      <p:ext uri="{BB962C8B-B14F-4D97-AF65-F5344CB8AC3E}">
        <p14:creationId xmlns:p14="http://schemas.microsoft.com/office/powerpoint/2010/main" val="15227181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EEE96987-1474-034D-4B91-DA1366DBAADC}"/>
              </a:ext>
            </a:extLst>
          </p:cNvPr>
          <p:cNvSpPr>
            <a:spLocks noGrp="1"/>
          </p:cNvSpPr>
          <p:nvPr>
            <p:ph type="dt" sz="half" idx="10"/>
          </p:nvPr>
        </p:nvSpPr>
        <p:spPr/>
        <p:txBody>
          <a:bodyPr/>
          <a:lstStyle/>
          <a:p>
            <a:fld id="{715B6A4E-7C34-4A40-8B61-BB0C6AAC2A27}"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023E1FDD-ACA4-AA64-0A41-20B5F41830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4EF6310-7943-3617-498B-10AAE18E6D94}"/>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1573038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7AD362-CCE4-0138-34C0-74808599B59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F52A03E-16D7-EB7B-A856-B6C414702E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FB607D9-BE18-1CA4-2567-38A4D665985B}"/>
              </a:ext>
            </a:extLst>
          </p:cNvPr>
          <p:cNvSpPr>
            <a:spLocks noGrp="1"/>
          </p:cNvSpPr>
          <p:nvPr>
            <p:ph type="dt" sz="half" idx="10"/>
          </p:nvPr>
        </p:nvSpPr>
        <p:spPr/>
        <p:txBody>
          <a:bodyPr/>
          <a:lstStyle/>
          <a:p>
            <a:fld id="{715B6A4E-7C34-4A40-8B61-BB0C6AAC2A27}"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12D6161D-3BA0-12A7-EDDD-84AF39D535A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109196-30B9-3BA9-7378-2B646B148D46}"/>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408524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5E107B-94EB-CA6A-9434-B517B78814C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91A68D-D644-05F1-EC2B-B435C07973F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6769D75-4D40-B663-63B0-062F751EBE5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E6C5320-846E-46F4-F02F-89FEE981C5BF}"/>
              </a:ext>
            </a:extLst>
          </p:cNvPr>
          <p:cNvSpPr>
            <a:spLocks noGrp="1"/>
          </p:cNvSpPr>
          <p:nvPr>
            <p:ph type="dt" sz="half" idx="10"/>
          </p:nvPr>
        </p:nvSpPr>
        <p:spPr/>
        <p:txBody>
          <a:bodyPr/>
          <a:lstStyle/>
          <a:p>
            <a:fld id="{715B6A4E-7C34-4A40-8B61-BB0C6AAC2A27}" type="datetimeFigureOut">
              <a:rPr kumimoji="1" lang="ja-JP" altLang="en-US" smtClean="0"/>
              <a:t>2025/12/26</a:t>
            </a:fld>
            <a:endParaRPr kumimoji="1" lang="ja-JP" altLang="en-US"/>
          </a:p>
        </p:txBody>
      </p:sp>
      <p:sp>
        <p:nvSpPr>
          <p:cNvPr id="6" name="フッター プレースホルダー 5">
            <a:extLst>
              <a:ext uri="{FF2B5EF4-FFF2-40B4-BE49-F238E27FC236}">
                <a16:creationId xmlns:a16="http://schemas.microsoft.com/office/drawing/2014/main" id="{BBB90F69-439E-906B-F6F2-6A175E62A75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0D91C6E-E0CA-6F0E-E004-87E58414DFAD}"/>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66793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51B5D0-3CE0-0809-87A5-67D6A638AF1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AE82A07-D943-14BC-1DA5-7577411A46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F0DF91F-8EAE-3475-4135-E993288EE6A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246EA62-CEEC-99A6-4959-1D70A6BD2E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53D2A83-8D3E-F815-6FB1-28DB99F6E8D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5F72EAB-3580-B0A9-91CC-117290E04114}"/>
              </a:ext>
            </a:extLst>
          </p:cNvPr>
          <p:cNvSpPr>
            <a:spLocks noGrp="1"/>
          </p:cNvSpPr>
          <p:nvPr>
            <p:ph type="dt" sz="half" idx="10"/>
          </p:nvPr>
        </p:nvSpPr>
        <p:spPr/>
        <p:txBody>
          <a:bodyPr/>
          <a:lstStyle/>
          <a:p>
            <a:fld id="{715B6A4E-7C34-4A40-8B61-BB0C6AAC2A27}" type="datetimeFigureOut">
              <a:rPr kumimoji="1" lang="ja-JP" altLang="en-US" smtClean="0"/>
              <a:t>2025/12/26</a:t>
            </a:fld>
            <a:endParaRPr kumimoji="1" lang="ja-JP" altLang="en-US"/>
          </a:p>
        </p:txBody>
      </p:sp>
      <p:sp>
        <p:nvSpPr>
          <p:cNvPr id="8" name="フッター プレースホルダー 7">
            <a:extLst>
              <a:ext uri="{FF2B5EF4-FFF2-40B4-BE49-F238E27FC236}">
                <a16:creationId xmlns:a16="http://schemas.microsoft.com/office/drawing/2014/main" id="{F572CF3B-0559-E47E-AFDF-D07C78B9C9A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03BBED3-5D9B-D2D0-0CB8-B479204C9207}"/>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189422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7FFFF-1F39-F244-C20B-95FFFA0D5B7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69DAD91-03CE-A711-F26A-D2035B0034DC}"/>
              </a:ext>
            </a:extLst>
          </p:cNvPr>
          <p:cNvSpPr>
            <a:spLocks noGrp="1"/>
          </p:cNvSpPr>
          <p:nvPr>
            <p:ph type="dt" sz="half" idx="10"/>
          </p:nvPr>
        </p:nvSpPr>
        <p:spPr/>
        <p:txBody>
          <a:bodyPr/>
          <a:lstStyle/>
          <a:p>
            <a:fld id="{715B6A4E-7C34-4A40-8B61-BB0C6AAC2A27}" type="datetimeFigureOut">
              <a:rPr kumimoji="1" lang="ja-JP" altLang="en-US" smtClean="0"/>
              <a:t>2025/12/26</a:t>
            </a:fld>
            <a:endParaRPr kumimoji="1" lang="ja-JP" altLang="en-US"/>
          </a:p>
        </p:txBody>
      </p:sp>
      <p:sp>
        <p:nvSpPr>
          <p:cNvPr id="4" name="フッター プレースホルダー 3">
            <a:extLst>
              <a:ext uri="{FF2B5EF4-FFF2-40B4-BE49-F238E27FC236}">
                <a16:creationId xmlns:a16="http://schemas.microsoft.com/office/drawing/2014/main" id="{A0176CE3-533A-EA58-4674-9C7B7CC91DB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B837AAD-12CA-E083-138A-4A44672925CC}"/>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7033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FF35215-C192-AB02-9DBE-F70BF57433DB}"/>
              </a:ext>
            </a:extLst>
          </p:cNvPr>
          <p:cNvSpPr>
            <a:spLocks noGrp="1"/>
          </p:cNvSpPr>
          <p:nvPr>
            <p:ph type="dt" sz="half" idx="10"/>
          </p:nvPr>
        </p:nvSpPr>
        <p:spPr/>
        <p:txBody>
          <a:bodyPr/>
          <a:lstStyle/>
          <a:p>
            <a:fld id="{715B6A4E-7C34-4A40-8B61-BB0C6AAC2A27}" type="datetimeFigureOut">
              <a:rPr kumimoji="1" lang="ja-JP" altLang="en-US" smtClean="0"/>
              <a:t>2025/12/26</a:t>
            </a:fld>
            <a:endParaRPr kumimoji="1" lang="ja-JP" altLang="en-US"/>
          </a:p>
        </p:txBody>
      </p:sp>
      <p:sp>
        <p:nvSpPr>
          <p:cNvPr id="3" name="フッター プレースホルダー 2">
            <a:extLst>
              <a:ext uri="{FF2B5EF4-FFF2-40B4-BE49-F238E27FC236}">
                <a16:creationId xmlns:a16="http://schemas.microsoft.com/office/drawing/2014/main" id="{C44F8E8A-76A5-72AE-9C33-55F23040A58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D228C80-18E8-EB4A-6D72-36233AE4316C}"/>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506233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64395B-9EC9-F820-B6CF-BDC7B0610C6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254441-A095-775A-11FA-4ECA6B866C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252438A-77AE-9D95-5ADE-1810E0614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6C934D5-B163-194D-5902-936123785AC2}"/>
              </a:ext>
            </a:extLst>
          </p:cNvPr>
          <p:cNvSpPr>
            <a:spLocks noGrp="1"/>
          </p:cNvSpPr>
          <p:nvPr>
            <p:ph type="dt" sz="half" idx="10"/>
          </p:nvPr>
        </p:nvSpPr>
        <p:spPr/>
        <p:txBody>
          <a:bodyPr/>
          <a:lstStyle/>
          <a:p>
            <a:fld id="{715B6A4E-7C34-4A40-8B61-BB0C6AAC2A27}" type="datetimeFigureOut">
              <a:rPr kumimoji="1" lang="ja-JP" altLang="en-US" smtClean="0"/>
              <a:t>2025/12/26</a:t>
            </a:fld>
            <a:endParaRPr kumimoji="1" lang="ja-JP" altLang="en-US"/>
          </a:p>
        </p:txBody>
      </p:sp>
      <p:sp>
        <p:nvSpPr>
          <p:cNvPr id="6" name="フッター プレースホルダー 5">
            <a:extLst>
              <a:ext uri="{FF2B5EF4-FFF2-40B4-BE49-F238E27FC236}">
                <a16:creationId xmlns:a16="http://schemas.microsoft.com/office/drawing/2014/main" id="{4DEB49EA-18A0-8C85-FC81-E4742813763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BE151B-A72F-FEE7-80E0-78907CC6F9E8}"/>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644459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076550-EE61-3F6E-6846-A405F874119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1C75BD5-9055-E6D2-9EB8-9FA6CC8B91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E7205C2-0F37-154A-EF89-87DA9DD2B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220F01C-9045-C0AC-2C65-9645DD15229A}"/>
              </a:ext>
            </a:extLst>
          </p:cNvPr>
          <p:cNvSpPr>
            <a:spLocks noGrp="1"/>
          </p:cNvSpPr>
          <p:nvPr>
            <p:ph type="dt" sz="half" idx="10"/>
          </p:nvPr>
        </p:nvSpPr>
        <p:spPr/>
        <p:txBody>
          <a:bodyPr/>
          <a:lstStyle/>
          <a:p>
            <a:fld id="{715B6A4E-7C34-4A40-8B61-BB0C6AAC2A27}" type="datetimeFigureOut">
              <a:rPr kumimoji="1" lang="ja-JP" altLang="en-US" smtClean="0"/>
              <a:t>2025/12/26</a:t>
            </a:fld>
            <a:endParaRPr kumimoji="1" lang="ja-JP" altLang="en-US"/>
          </a:p>
        </p:txBody>
      </p:sp>
      <p:sp>
        <p:nvSpPr>
          <p:cNvPr id="6" name="フッター プレースホルダー 5">
            <a:extLst>
              <a:ext uri="{FF2B5EF4-FFF2-40B4-BE49-F238E27FC236}">
                <a16:creationId xmlns:a16="http://schemas.microsoft.com/office/drawing/2014/main" id="{DE296708-5A4D-F288-6864-C5C6AFA999E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73568F7-0F73-AF47-9559-56364FCCA916}"/>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449097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50A875-B467-4AE7-8320-8366CE103E4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7AE5161-F73D-6300-C77B-00B9080629A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AD1774-5BD4-022E-280B-F07918F2BB47}"/>
              </a:ext>
            </a:extLst>
          </p:cNvPr>
          <p:cNvSpPr>
            <a:spLocks noGrp="1"/>
          </p:cNvSpPr>
          <p:nvPr>
            <p:ph type="dt" sz="half" idx="10"/>
          </p:nvPr>
        </p:nvSpPr>
        <p:spPr/>
        <p:txBody>
          <a:bodyPr/>
          <a:lstStyle/>
          <a:p>
            <a:fld id="{715B6A4E-7C34-4A40-8B61-BB0C6AAC2A27}"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21FDD860-79BF-83F7-41CE-6BE0EEAE54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D3EE30-B4B0-6F12-CBEE-7ADE4718CD43}"/>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77533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129DAA8-8FD8-C24F-2BA1-E47ADE21F87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AA1B9A7-0AB5-59E1-EEE0-A426399EA9A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46EDEC-6654-0C01-8323-D872787FC87B}"/>
              </a:ext>
            </a:extLst>
          </p:cNvPr>
          <p:cNvSpPr>
            <a:spLocks noGrp="1"/>
          </p:cNvSpPr>
          <p:nvPr>
            <p:ph type="dt" sz="half" idx="10"/>
          </p:nvPr>
        </p:nvSpPr>
        <p:spPr/>
        <p:txBody>
          <a:bodyPr/>
          <a:lstStyle/>
          <a:p>
            <a:fld id="{715B6A4E-7C34-4A40-8B61-BB0C6AAC2A27}"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6AAA2A5E-461D-D277-74B4-F7DAA98764A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3CF1EB9-728C-F7DD-4813-E76D8E66728F}"/>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16996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3C2996E-F3C1-B5E7-8B83-027DA8B966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B43E46F3-7EDF-6B23-ED04-7DBB49F40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9AA5DB-07EC-165B-50EE-33369E5761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5B6A4E-7C34-4A40-8B61-BB0C6AAC2A27}"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D64261CF-F9A8-A78C-E381-D8BAF390D5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9DE0BC9-A1C9-5BBF-44A0-F664E1A5C4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31579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DDBC31ED-067E-28C0-BF64-3410795368BC}"/>
              </a:ext>
            </a:extLst>
          </p:cNvPr>
          <p:cNvGrpSpPr/>
          <p:nvPr/>
        </p:nvGrpSpPr>
        <p:grpSpPr>
          <a:xfrm>
            <a:off x="1053170" y="1257300"/>
            <a:ext cx="7925730" cy="4296318"/>
            <a:chOff x="1103970" y="596900"/>
            <a:chExt cx="7176430" cy="4131218"/>
          </a:xfrm>
        </p:grpSpPr>
        <p:sp>
          <p:nvSpPr>
            <p:cNvPr id="5" name="正方形/長方形 4">
              <a:extLst>
                <a:ext uri="{FF2B5EF4-FFF2-40B4-BE49-F238E27FC236}">
                  <a16:creationId xmlns:a16="http://schemas.microsoft.com/office/drawing/2014/main" id="{9F2902F8-F03B-98EE-0E63-39A5D1BB8DF8}"/>
                </a:ext>
              </a:extLst>
            </p:cNvPr>
            <p:cNvSpPr/>
            <p:nvPr userDrawn="1"/>
          </p:nvSpPr>
          <p:spPr>
            <a:xfrm>
              <a:off x="1103970" y="2018371"/>
              <a:ext cx="7176430" cy="27097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kumimoji="1" lang="en-US" altLang="ja-JP" sz="2400" dirty="0">
                  <a:solidFill>
                    <a:schemeClr val="tx1">
                      <a:lumMod val="75000"/>
                    </a:schemeClr>
                  </a:solidFill>
                </a:rPr>
                <a:t>####</a:t>
              </a:r>
              <a:r>
                <a:rPr kumimoji="1" lang="ja-JP" altLang="en-US" sz="2400" dirty="0">
                  <a:solidFill>
                    <a:schemeClr val="tx1">
                      <a:lumMod val="75000"/>
                    </a:schemeClr>
                  </a:solidFill>
                </a:rPr>
                <a:t>向け</a:t>
              </a:r>
              <a:endParaRPr kumimoji="1" lang="en-US" altLang="ja-JP" sz="2400" dirty="0">
                <a:solidFill>
                  <a:schemeClr val="tx1">
                    <a:lumMod val="75000"/>
                  </a:schemeClr>
                </a:solidFill>
              </a:endParaRPr>
            </a:p>
            <a:p>
              <a:pPr algn="l"/>
              <a:r>
                <a:rPr kumimoji="1" lang="ja-JP" altLang="en-US" sz="3600" b="1" dirty="0">
                  <a:solidFill>
                    <a:schemeClr val="tx1">
                      <a:lumMod val="75000"/>
                    </a:schemeClr>
                  </a:solidFill>
                </a:rPr>
                <a:t>タイトルタイトルタイトルタイトル</a:t>
              </a:r>
              <a:endParaRPr kumimoji="1" lang="en-US" altLang="ja-JP" sz="3600" b="1" dirty="0">
                <a:solidFill>
                  <a:schemeClr val="tx1">
                    <a:lumMod val="75000"/>
                  </a:schemeClr>
                </a:solidFill>
              </a:endParaRPr>
            </a:p>
            <a:p>
              <a:pPr algn="l"/>
              <a:r>
                <a:rPr kumimoji="1" lang="en-US" altLang="ja-JP" sz="2400" b="0" dirty="0">
                  <a:solidFill>
                    <a:schemeClr val="tx1">
                      <a:lumMod val="75000"/>
                    </a:schemeClr>
                  </a:solidFill>
                </a:rPr>
                <a:t>Name </a:t>
              </a:r>
              <a:r>
                <a:rPr kumimoji="1" lang="en-US" altLang="ja-JP" sz="2400" b="0" dirty="0" err="1">
                  <a:solidFill>
                    <a:schemeClr val="tx1">
                      <a:lumMod val="75000"/>
                    </a:schemeClr>
                  </a:solidFill>
                </a:rPr>
                <a:t>Name</a:t>
              </a:r>
              <a:endParaRPr kumimoji="1" lang="en-US" altLang="ja-JP" sz="2400" b="0" dirty="0">
                <a:solidFill>
                  <a:schemeClr val="tx1">
                    <a:lumMod val="75000"/>
                  </a:schemeClr>
                </a:solidFill>
              </a:endParaRPr>
            </a:p>
            <a:p>
              <a:pPr algn="l"/>
              <a:r>
                <a:rPr kumimoji="1" lang="en-US" altLang="ja-JP" sz="2400" b="0" dirty="0">
                  <a:solidFill>
                    <a:schemeClr val="tx1">
                      <a:lumMod val="75000"/>
                    </a:schemeClr>
                  </a:solidFill>
                </a:rPr>
                <a:t>YYYY</a:t>
              </a:r>
              <a:r>
                <a:rPr kumimoji="1" lang="ja-JP" altLang="en-US" sz="2400" b="0" dirty="0">
                  <a:solidFill>
                    <a:schemeClr val="tx1">
                      <a:lumMod val="75000"/>
                    </a:schemeClr>
                  </a:solidFill>
                </a:rPr>
                <a:t>年</a:t>
              </a:r>
              <a:r>
                <a:rPr kumimoji="1" lang="en-US" altLang="ja-JP" sz="2400" b="0" dirty="0">
                  <a:solidFill>
                    <a:schemeClr val="tx1">
                      <a:lumMod val="75000"/>
                    </a:schemeClr>
                  </a:solidFill>
                </a:rPr>
                <a:t>MM</a:t>
              </a:r>
              <a:r>
                <a:rPr kumimoji="1" lang="ja-JP" altLang="en-US" sz="2400" b="0" dirty="0">
                  <a:solidFill>
                    <a:schemeClr val="tx1">
                      <a:lumMod val="75000"/>
                    </a:schemeClr>
                  </a:solidFill>
                </a:rPr>
                <a:t>月</a:t>
              </a:r>
              <a:r>
                <a:rPr kumimoji="1" lang="en-US" altLang="ja-JP" sz="2400" b="0" dirty="0">
                  <a:solidFill>
                    <a:schemeClr val="tx1">
                      <a:lumMod val="75000"/>
                    </a:schemeClr>
                  </a:solidFill>
                </a:rPr>
                <a:t>DD</a:t>
              </a:r>
              <a:r>
                <a:rPr kumimoji="1" lang="ja-JP" altLang="en-US" sz="2400" b="0" dirty="0">
                  <a:solidFill>
                    <a:schemeClr val="tx1">
                      <a:lumMod val="75000"/>
                    </a:schemeClr>
                  </a:solidFill>
                </a:rPr>
                <a:t>日</a:t>
              </a:r>
            </a:p>
          </p:txBody>
        </p:sp>
        <p:sp>
          <p:nvSpPr>
            <p:cNvPr id="6" name="二等辺三角形 5">
              <a:extLst>
                <a:ext uri="{FF2B5EF4-FFF2-40B4-BE49-F238E27FC236}">
                  <a16:creationId xmlns:a16="http://schemas.microsoft.com/office/drawing/2014/main" id="{40983595-4389-6DBC-4C66-952AD4CFA6D5}"/>
                </a:ext>
              </a:extLst>
            </p:cNvPr>
            <p:cNvSpPr/>
            <p:nvPr userDrawn="1"/>
          </p:nvSpPr>
          <p:spPr>
            <a:xfrm>
              <a:off x="1104899" y="596900"/>
              <a:ext cx="7175483" cy="1422400"/>
            </a:xfrm>
            <a:prstGeom prst="triangle">
              <a:avLst>
                <a:gd name="adj" fmla="val 100000"/>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grpSp>
    </p:spTree>
    <p:extLst>
      <p:ext uri="{BB962C8B-B14F-4D97-AF65-F5344CB8AC3E}">
        <p14:creationId xmlns:p14="http://schemas.microsoft.com/office/powerpoint/2010/main" val="1592062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3A6939-426B-4FB5-1811-E120EE5ED799}"/>
              </a:ext>
            </a:extLst>
          </p:cNvPr>
          <p:cNvSpPr>
            <a:spLocks noGrp="1"/>
          </p:cNvSpPr>
          <p:nvPr>
            <p:ph type="title" idx="4294967295"/>
          </p:nvPr>
        </p:nvSpPr>
        <p:spPr>
          <a:xfrm>
            <a:off x="336389" y="522414"/>
            <a:ext cx="11517355" cy="600075"/>
          </a:xfrm>
        </p:spPr>
        <p:txBody>
          <a:bodyPr anchor="t" anchorCtr="0">
            <a:normAutofit/>
          </a:bodyPr>
          <a:lstStyle/>
          <a:p>
            <a:r>
              <a:rPr kumimoji="1" lang="ja-JP" altLang="en-US" sz="3600" dirty="0"/>
              <a:t>目次</a:t>
            </a:r>
          </a:p>
        </p:txBody>
      </p:sp>
      <p:graphicFrame>
        <p:nvGraphicFramePr>
          <p:cNvPr id="3" name="表 2">
            <a:extLst>
              <a:ext uri="{FF2B5EF4-FFF2-40B4-BE49-F238E27FC236}">
                <a16:creationId xmlns:a16="http://schemas.microsoft.com/office/drawing/2014/main" id="{AD0D4A61-9C4A-4BF6-85EA-EC962F3F3BFC}"/>
              </a:ext>
            </a:extLst>
          </p:cNvPr>
          <p:cNvGraphicFramePr>
            <a:graphicFrameLocks noGrp="1"/>
          </p:cNvGraphicFramePr>
          <p:nvPr>
            <p:extLst>
              <p:ext uri="{D42A27DB-BD31-4B8C-83A1-F6EECF244321}">
                <p14:modId xmlns:p14="http://schemas.microsoft.com/office/powerpoint/2010/main" val="2266935136"/>
              </p:ext>
            </p:extLst>
          </p:nvPr>
        </p:nvGraphicFramePr>
        <p:xfrm>
          <a:off x="323687" y="1276608"/>
          <a:ext cx="11530057" cy="4855076"/>
        </p:xfrm>
        <a:graphic>
          <a:graphicData uri="http://schemas.openxmlformats.org/drawingml/2006/table">
            <a:tbl>
              <a:tblPr firstRow="1" bandRow="1">
                <a:tableStyleId>{F5AB1C69-6EDB-4FF4-983F-18BD219EF322}</a:tableStyleId>
              </a:tblPr>
              <a:tblGrid>
                <a:gridCol w="743113">
                  <a:extLst>
                    <a:ext uri="{9D8B030D-6E8A-4147-A177-3AD203B41FA5}">
                      <a16:colId xmlns:a16="http://schemas.microsoft.com/office/drawing/2014/main" val="851819213"/>
                    </a:ext>
                  </a:extLst>
                </a:gridCol>
                <a:gridCol w="2726888">
                  <a:extLst>
                    <a:ext uri="{9D8B030D-6E8A-4147-A177-3AD203B41FA5}">
                      <a16:colId xmlns:a16="http://schemas.microsoft.com/office/drawing/2014/main" val="618744104"/>
                    </a:ext>
                  </a:extLst>
                </a:gridCol>
                <a:gridCol w="5177542">
                  <a:extLst>
                    <a:ext uri="{9D8B030D-6E8A-4147-A177-3AD203B41FA5}">
                      <a16:colId xmlns:a16="http://schemas.microsoft.com/office/drawing/2014/main" val="952234859"/>
                    </a:ext>
                  </a:extLst>
                </a:gridCol>
                <a:gridCol w="2882514">
                  <a:extLst>
                    <a:ext uri="{9D8B030D-6E8A-4147-A177-3AD203B41FA5}">
                      <a16:colId xmlns:a16="http://schemas.microsoft.com/office/drawing/2014/main" val="2162630281"/>
                    </a:ext>
                  </a:extLst>
                </a:gridCol>
              </a:tblGrid>
              <a:tr h="507298">
                <a:tc>
                  <a:txBody>
                    <a:bodyPr/>
                    <a:lstStyle/>
                    <a:p>
                      <a:r>
                        <a:rPr kumimoji="1" lang="en-US" altLang="ja-JP" dirty="0"/>
                        <a:t>#</a:t>
                      </a:r>
                      <a:endParaRPr kumimoji="1" lang="ja-JP"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タイトル</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r>
                        <a:rPr kumimoji="1" lang="en-US" altLang="ja-JP" dirty="0"/>
                        <a:t>3</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507298">
                <a:tc>
                  <a:txBody>
                    <a:bodyPr/>
                    <a:lstStyle/>
                    <a:p>
                      <a:r>
                        <a:rPr kumimoji="1" lang="en-US" altLang="ja-JP" dirty="0"/>
                        <a:t>4</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r h="507298">
                <a:tc>
                  <a:txBody>
                    <a:bodyPr/>
                    <a:lstStyle/>
                    <a:p>
                      <a:r>
                        <a:rPr kumimoji="1" lang="en-US" altLang="ja-JP" dirty="0"/>
                        <a:t>5</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2554559"/>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Appendix</a:t>
                      </a:r>
                      <a:r>
                        <a:rPr kumimoji="1" lang="ja-JP" altLang="en-US" dirty="0"/>
                        <a:t>②</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dirty="0"/>
                        <a:t>-</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dirty="0"/>
                        <a:t>-</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4851187"/>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参考文献</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dirty="0"/>
                        <a:t>-</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dirty="0"/>
                        <a:t>-</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26560638"/>
                  </a:ext>
                </a:extLst>
              </a:tr>
            </a:tbl>
          </a:graphicData>
        </a:graphic>
      </p:graphicFrame>
    </p:spTree>
    <p:extLst>
      <p:ext uri="{BB962C8B-B14F-4D97-AF65-F5344CB8AC3E}">
        <p14:creationId xmlns:p14="http://schemas.microsoft.com/office/powerpoint/2010/main" val="2332080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33F67-3C10-6633-12BE-34F8F8A48A1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740C99E-8A60-EAC0-A89B-6836B6DF154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C7510BA4-7A54-A2C4-E89D-C4EF6C3509CC}"/>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a:t>～は、～により、～することを目的としている</a:t>
            </a:r>
            <a:endParaRPr lang="en-US" altLang="ja-JP" sz="2800" dirty="0"/>
          </a:p>
        </p:txBody>
      </p:sp>
      <p:sp>
        <p:nvSpPr>
          <p:cNvPr id="4" name="タイトル プレースホルダー 1">
            <a:extLst>
              <a:ext uri="{FF2B5EF4-FFF2-40B4-BE49-F238E27FC236}">
                <a16:creationId xmlns:a16="http://schemas.microsoft.com/office/drawing/2014/main" id="{37A9D8E7-0DDA-4144-04F1-32E2E21FA926}"/>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8" name="二等辺三角形 7">
            <a:extLst>
              <a:ext uri="{FF2B5EF4-FFF2-40B4-BE49-F238E27FC236}">
                <a16:creationId xmlns:a16="http://schemas.microsoft.com/office/drawing/2014/main" id="{EB5AC460-77C4-3273-3AD4-F1611D15E829}"/>
              </a:ext>
            </a:extLst>
          </p:cNvPr>
          <p:cNvSpPr/>
          <p:nvPr/>
        </p:nvSpPr>
        <p:spPr>
          <a:xfrm rot="5400000">
            <a:off x="4329359" y="4369736"/>
            <a:ext cx="3601016" cy="585679"/>
          </a:xfrm>
          <a:prstGeom prst="triangle">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C118070-57E6-FC5D-24FC-51292E3ACB11}"/>
              </a:ext>
            </a:extLst>
          </p:cNvPr>
          <p:cNvSpPr/>
          <p:nvPr/>
        </p:nvSpPr>
        <p:spPr>
          <a:xfrm>
            <a:off x="336024" y="2876616"/>
            <a:ext cx="5015186" cy="358646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kumimoji="1" lang="ja-JP" altLang="en-US" dirty="0">
                <a:solidFill>
                  <a:schemeClr val="tx1">
                    <a:lumMod val="75000"/>
                  </a:schemeClr>
                </a:solidFill>
              </a:rPr>
              <a:t>ああ</a:t>
            </a:r>
          </a:p>
        </p:txBody>
      </p:sp>
      <p:sp>
        <p:nvSpPr>
          <p:cNvPr id="10" name="正方形/長方形 9">
            <a:extLst>
              <a:ext uri="{FF2B5EF4-FFF2-40B4-BE49-F238E27FC236}">
                <a16:creationId xmlns:a16="http://schemas.microsoft.com/office/drawing/2014/main" id="{A5DD0F5F-F7DD-E0B3-E8B8-43DC8378525E}"/>
              </a:ext>
            </a:extLst>
          </p:cNvPr>
          <p:cNvSpPr/>
          <p:nvPr/>
        </p:nvSpPr>
        <p:spPr>
          <a:xfrm>
            <a:off x="6821214" y="2876616"/>
            <a:ext cx="5015186" cy="358646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kumimoji="1" lang="ja-JP" altLang="en-US" dirty="0">
                <a:solidFill>
                  <a:schemeClr val="tx1">
                    <a:lumMod val="75000"/>
                  </a:schemeClr>
                </a:solidFill>
              </a:rPr>
              <a:t>ああ</a:t>
            </a:r>
          </a:p>
        </p:txBody>
      </p:sp>
      <p:sp>
        <p:nvSpPr>
          <p:cNvPr id="6" name="正方形/長方形 5">
            <a:extLst>
              <a:ext uri="{FF2B5EF4-FFF2-40B4-BE49-F238E27FC236}">
                <a16:creationId xmlns:a16="http://schemas.microsoft.com/office/drawing/2014/main" id="{725A5F26-C6B0-E077-E1C8-6C313703AE69}"/>
              </a:ext>
            </a:extLst>
          </p:cNvPr>
          <p:cNvSpPr/>
          <p:nvPr/>
        </p:nvSpPr>
        <p:spPr>
          <a:xfrm>
            <a:off x="355600" y="2322788"/>
            <a:ext cx="5015186" cy="53927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本スライドの背景</a:t>
            </a:r>
            <a:endParaRPr lang="ja-JP" altLang="en-US" dirty="0">
              <a:solidFill>
                <a:schemeClr val="tx1">
                  <a:lumMod val="75000"/>
                </a:schemeClr>
              </a:solidFill>
            </a:endParaRPr>
          </a:p>
        </p:txBody>
      </p:sp>
      <p:sp>
        <p:nvSpPr>
          <p:cNvPr id="7" name="正方形/長方形 6">
            <a:extLst>
              <a:ext uri="{FF2B5EF4-FFF2-40B4-BE49-F238E27FC236}">
                <a16:creationId xmlns:a16="http://schemas.microsoft.com/office/drawing/2014/main" id="{484040B2-3DEC-59AA-9DBF-F91CE4F75D54}"/>
              </a:ext>
            </a:extLst>
          </p:cNvPr>
          <p:cNvSpPr/>
          <p:nvPr/>
        </p:nvSpPr>
        <p:spPr>
          <a:xfrm>
            <a:off x="6821214" y="2322788"/>
            <a:ext cx="5015186" cy="53927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本スライドの目的</a:t>
            </a:r>
            <a:endParaRPr kumimoji="1" lang="ja-JP" altLang="en-US" dirty="0"/>
          </a:p>
        </p:txBody>
      </p:sp>
    </p:spTree>
    <p:extLst>
      <p:ext uri="{BB962C8B-B14F-4D97-AF65-F5344CB8AC3E}">
        <p14:creationId xmlns:p14="http://schemas.microsoft.com/office/powerpoint/2010/main" val="2755181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D2C1743-B1DF-1311-D64E-194A38B34837}"/>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1FC88A8E-53F0-B469-5D52-051622F0ECDE}"/>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306678DD-E9B8-0DA4-574D-12FF7A1F77B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5" name="タイトル プレースホルダー 1">
            <a:extLst>
              <a:ext uri="{FF2B5EF4-FFF2-40B4-BE49-F238E27FC236}">
                <a16:creationId xmlns:a16="http://schemas.microsoft.com/office/drawing/2014/main" id="{D6D34CD7-D252-D2AA-DA88-AFBF77624AF7}"/>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本文</a:t>
            </a:r>
            <a:endParaRPr lang="en-US" altLang="ja-JP" sz="1800" dirty="0"/>
          </a:p>
          <a:p>
            <a:r>
              <a:rPr lang="ja-JP" altLang="en-US" sz="1800" dirty="0"/>
              <a:t>冗長にならないように頑張る</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Tree>
    <p:extLst>
      <p:ext uri="{BB962C8B-B14F-4D97-AF65-F5344CB8AC3E}">
        <p14:creationId xmlns:p14="http://schemas.microsoft.com/office/powerpoint/2010/main" val="3808109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E24A1-1F56-220F-D965-52CA104B398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BD344855-77BE-A0C3-E6BD-87FBAC4CED79}"/>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9CE11133-2A75-FA27-FAE9-43A412FD06E7}"/>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07C590E0-F21F-20DC-6F39-C584668E5141}"/>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5" name="タイトル プレースホルダー 1">
            <a:extLst>
              <a:ext uri="{FF2B5EF4-FFF2-40B4-BE49-F238E27FC236}">
                <a16:creationId xmlns:a16="http://schemas.microsoft.com/office/drawing/2014/main" id="{6CDD10C7-761A-23F2-5FEC-71EB9CA49293}"/>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箇条書きしたかったらパワポのデフォルトのやつのポチを使う</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Tree>
    <p:extLst>
      <p:ext uri="{BB962C8B-B14F-4D97-AF65-F5344CB8AC3E}">
        <p14:creationId xmlns:p14="http://schemas.microsoft.com/office/powerpoint/2010/main" val="832867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82631-C86D-7880-1221-3897CA0E3CEA}"/>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E8A06A2F-CB9B-CA58-C287-E9DD2D8FC2F8}"/>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4F293823-B077-DF97-E7C1-A46FB3038F92}"/>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489FA472-DE0B-9C11-7074-251D2B33E68D}"/>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ツリー</a:t>
            </a:r>
            <a:endParaRPr lang="en-US" altLang="ja-JP" dirty="0"/>
          </a:p>
        </p:txBody>
      </p:sp>
      <p:sp>
        <p:nvSpPr>
          <p:cNvPr id="5" name="タイトル プレースホルダー 1">
            <a:extLst>
              <a:ext uri="{FF2B5EF4-FFF2-40B4-BE49-F238E27FC236}">
                <a16:creationId xmlns:a16="http://schemas.microsoft.com/office/drawing/2014/main" id="{C06EAEDA-0E19-FEF0-681E-3BA0927BCE89}"/>
              </a:ext>
            </a:extLst>
          </p:cNvPr>
          <p:cNvSpPr txBox="1">
            <a:spLocks/>
          </p:cNvSpPr>
          <p:nvPr/>
        </p:nvSpPr>
        <p:spPr>
          <a:xfrm>
            <a:off x="7541442" y="2146304"/>
            <a:ext cx="4320357"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課題・施策の分解</a:t>
            </a:r>
            <a:endParaRPr lang="en-US" altLang="ja-JP" sz="1800" dirty="0"/>
          </a:p>
          <a:p>
            <a:pPr marL="285750" indent="-285750">
              <a:buFont typeface="Arial" panose="020B0604020202020204" pitchFamily="34" charset="0"/>
              <a:buChar char="•"/>
            </a:pPr>
            <a:r>
              <a:rPr lang="en-US" altLang="ja-JP" sz="1800" dirty="0"/>
              <a:t>KPI</a:t>
            </a:r>
            <a:r>
              <a:rPr lang="ja-JP" altLang="en-US" sz="1800" dirty="0"/>
              <a:t>分解</a:t>
            </a:r>
            <a:endParaRPr lang="en-US" altLang="ja-JP" sz="1800" dirty="0"/>
          </a:p>
          <a:p>
            <a:pPr marL="285750" indent="-285750">
              <a:buFont typeface="Arial" panose="020B0604020202020204" pitchFamily="34" charset="0"/>
              <a:buChar char="•"/>
            </a:pPr>
            <a:r>
              <a:rPr lang="ja-JP" altLang="en-US" sz="1800" dirty="0"/>
              <a:t>収支分解</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正方形/長方形 5">
            <a:extLst>
              <a:ext uri="{FF2B5EF4-FFF2-40B4-BE49-F238E27FC236}">
                <a16:creationId xmlns:a16="http://schemas.microsoft.com/office/drawing/2014/main" id="{AFCCD529-85AB-8A88-A1E8-9A2C587719BC}"/>
              </a:ext>
            </a:extLst>
          </p:cNvPr>
          <p:cNvSpPr/>
          <p:nvPr/>
        </p:nvSpPr>
        <p:spPr>
          <a:xfrm>
            <a:off x="355600" y="3869639"/>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7" name="正方形/長方形 6">
            <a:extLst>
              <a:ext uri="{FF2B5EF4-FFF2-40B4-BE49-F238E27FC236}">
                <a16:creationId xmlns:a16="http://schemas.microsoft.com/office/drawing/2014/main" id="{BF96AE94-65A1-C877-9775-ADAA00D10BB0}"/>
              </a:ext>
            </a:extLst>
          </p:cNvPr>
          <p:cNvSpPr/>
          <p:nvPr/>
        </p:nvSpPr>
        <p:spPr>
          <a:xfrm>
            <a:off x="2490521" y="3869639"/>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8" name="正方形/長方形 7">
            <a:extLst>
              <a:ext uri="{FF2B5EF4-FFF2-40B4-BE49-F238E27FC236}">
                <a16:creationId xmlns:a16="http://schemas.microsoft.com/office/drawing/2014/main" id="{BB464C96-12F4-93C2-7ACD-B80846D470F0}"/>
              </a:ext>
            </a:extLst>
          </p:cNvPr>
          <p:cNvSpPr/>
          <p:nvPr/>
        </p:nvSpPr>
        <p:spPr>
          <a:xfrm>
            <a:off x="2490521" y="2408484"/>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9" name="正方形/長方形 8">
            <a:extLst>
              <a:ext uri="{FF2B5EF4-FFF2-40B4-BE49-F238E27FC236}">
                <a16:creationId xmlns:a16="http://schemas.microsoft.com/office/drawing/2014/main" id="{D99B5B17-43F8-00E6-AE07-1D644DC5453F}"/>
              </a:ext>
            </a:extLst>
          </p:cNvPr>
          <p:cNvSpPr/>
          <p:nvPr/>
        </p:nvSpPr>
        <p:spPr>
          <a:xfrm>
            <a:off x="2490521" y="5330794"/>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10" name="正方形/長方形 9">
            <a:extLst>
              <a:ext uri="{FF2B5EF4-FFF2-40B4-BE49-F238E27FC236}">
                <a16:creationId xmlns:a16="http://schemas.microsoft.com/office/drawing/2014/main" id="{475C7925-E561-AD7D-5BD4-B610A3A892CA}"/>
              </a:ext>
            </a:extLst>
          </p:cNvPr>
          <p:cNvSpPr/>
          <p:nvPr/>
        </p:nvSpPr>
        <p:spPr>
          <a:xfrm>
            <a:off x="5015981" y="2125680"/>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11" name="正方形/長方形 10">
            <a:extLst>
              <a:ext uri="{FF2B5EF4-FFF2-40B4-BE49-F238E27FC236}">
                <a16:creationId xmlns:a16="http://schemas.microsoft.com/office/drawing/2014/main" id="{0C5CAA25-2884-01AD-5B68-2469DCE64A67}"/>
              </a:ext>
            </a:extLst>
          </p:cNvPr>
          <p:cNvSpPr/>
          <p:nvPr/>
        </p:nvSpPr>
        <p:spPr>
          <a:xfrm>
            <a:off x="5015981" y="2976372"/>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cxnSp>
        <p:nvCxnSpPr>
          <p:cNvPr id="13" name="直線コネクタ 12">
            <a:extLst>
              <a:ext uri="{FF2B5EF4-FFF2-40B4-BE49-F238E27FC236}">
                <a16:creationId xmlns:a16="http://schemas.microsoft.com/office/drawing/2014/main" id="{FF57BF83-E189-450F-49B7-4FDE9A2D9540}"/>
              </a:ext>
            </a:extLst>
          </p:cNvPr>
          <p:cNvCxnSpPr>
            <a:cxnSpLocks/>
            <a:stCxn id="6" idx="3"/>
            <a:endCxn id="7" idx="1"/>
          </p:cNvCxnSpPr>
          <p:nvPr/>
        </p:nvCxnSpPr>
        <p:spPr>
          <a:xfrm>
            <a:off x="1813600" y="4229096"/>
            <a:ext cx="6769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コネクタ: カギ線 15">
            <a:extLst>
              <a:ext uri="{FF2B5EF4-FFF2-40B4-BE49-F238E27FC236}">
                <a16:creationId xmlns:a16="http://schemas.microsoft.com/office/drawing/2014/main" id="{DB1D3BC1-BD34-7972-D266-B1B52423D8E6}"/>
              </a:ext>
            </a:extLst>
          </p:cNvPr>
          <p:cNvCxnSpPr>
            <a:stCxn id="6" idx="3"/>
            <a:endCxn id="8" idx="1"/>
          </p:cNvCxnSpPr>
          <p:nvPr/>
        </p:nvCxnSpPr>
        <p:spPr>
          <a:xfrm flipV="1">
            <a:off x="1813600" y="2767941"/>
            <a:ext cx="676921" cy="146115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8" name="コネクタ: カギ線 17">
            <a:extLst>
              <a:ext uri="{FF2B5EF4-FFF2-40B4-BE49-F238E27FC236}">
                <a16:creationId xmlns:a16="http://schemas.microsoft.com/office/drawing/2014/main" id="{A4223461-020D-4954-EDD7-FE7F9F0BBC15}"/>
              </a:ext>
            </a:extLst>
          </p:cNvPr>
          <p:cNvCxnSpPr>
            <a:stCxn id="6" idx="3"/>
            <a:endCxn id="9" idx="1"/>
          </p:cNvCxnSpPr>
          <p:nvPr/>
        </p:nvCxnSpPr>
        <p:spPr>
          <a:xfrm>
            <a:off x="1813600" y="4229096"/>
            <a:ext cx="676921" cy="146115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0" name="コネクタ: カギ線 19">
            <a:extLst>
              <a:ext uri="{FF2B5EF4-FFF2-40B4-BE49-F238E27FC236}">
                <a16:creationId xmlns:a16="http://schemas.microsoft.com/office/drawing/2014/main" id="{43257997-C114-9545-5C01-3CE8AB7C64E5}"/>
              </a:ext>
            </a:extLst>
          </p:cNvPr>
          <p:cNvCxnSpPr>
            <a:stCxn id="8" idx="3"/>
            <a:endCxn id="10" idx="1"/>
          </p:cNvCxnSpPr>
          <p:nvPr/>
        </p:nvCxnSpPr>
        <p:spPr>
          <a:xfrm flipV="1">
            <a:off x="3948521" y="2485137"/>
            <a:ext cx="1067460" cy="282804"/>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2" name="コネクタ: カギ線 21">
            <a:extLst>
              <a:ext uri="{FF2B5EF4-FFF2-40B4-BE49-F238E27FC236}">
                <a16:creationId xmlns:a16="http://schemas.microsoft.com/office/drawing/2014/main" id="{EC1347D3-B545-167D-AFE9-DA66F55D8F1E}"/>
              </a:ext>
            </a:extLst>
          </p:cNvPr>
          <p:cNvCxnSpPr>
            <a:stCxn id="8" idx="3"/>
            <a:endCxn id="11" idx="1"/>
          </p:cNvCxnSpPr>
          <p:nvPr/>
        </p:nvCxnSpPr>
        <p:spPr>
          <a:xfrm>
            <a:off x="3948521" y="2767941"/>
            <a:ext cx="1067460" cy="567888"/>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24" name="正方形/長方形 23">
            <a:extLst>
              <a:ext uri="{FF2B5EF4-FFF2-40B4-BE49-F238E27FC236}">
                <a16:creationId xmlns:a16="http://schemas.microsoft.com/office/drawing/2014/main" id="{760BF985-7FE1-4EAA-AF00-9528DF8AE232}"/>
              </a:ext>
            </a:extLst>
          </p:cNvPr>
          <p:cNvSpPr/>
          <p:nvPr/>
        </p:nvSpPr>
        <p:spPr>
          <a:xfrm>
            <a:off x="5015981" y="3827064"/>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25" name="正方形/長方形 24">
            <a:extLst>
              <a:ext uri="{FF2B5EF4-FFF2-40B4-BE49-F238E27FC236}">
                <a16:creationId xmlns:a16="http://schemas.microsoft.com/office/drawing/2014/main" id="{662512F0-8099-B42F-A38C-1A803489F5E7}"/>
              </a:ext>
            </a:extLst>
          </p:cNvPr>
          <p:cNvSpPr/>
          <p:nvPr/>
        </p:nvSpPr>
        <p:spPr>
          <a:xfrm>
            <a:off x="5015981" y="4677756"/>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cxnSp>
        <p:nvCxnSpPr>
          <p:cNvPr id="27" name="コネクタ: カギ線 26">
            <a:extLst>
              <a:ext uri="{FF2B5EF4-FFF2-40B4-BE49-F238E27FC236}">
                <a16:creationId xmlns:a16="http://schemas.microsoft.com/office/drawing/2014/main" id="{7CEAA139-80AF-54E8-6A4A-99A545BF5873}"/>
              </a:ext>
            </a:extLst>
          </p:cNvPr>
          <p:cNvCxnSpPr>
            <a:stCxn id="7" idx="3"/>
            <a:endCxn id="24" idx="1"/>
          </p:cNvCxnSpPr>
          <p:nvPr/>
        </p:nvCxnSpPr>
        <p:spPr>
          <a:xfrm flipV="1">
            <a:off x="3948521" y="4186521"/>
            <a:ext cx="1067460" cy="4257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9" name="コネクタ: カギ線 28">
            <a:extLst>
              <a:ext uri="{FF2B5EF4-FFF2-40B4-BE49-F238E27FC236}">
                <a16:creationId xmlns:a16="http://schemas.microsoft.com/office/drawing/2014/main" id="{06F7B911-FDC2-A061-F267-E5CEB483140E}"/>
              </a:ext>
            </a:extLst>
          </p:cNvPr>
          <p:cNvCxnSpPr>
            <a:stCxn id="7" idx="3"/>
            <a:endCxn id="25" idx="1"/>
          </p:cNvCxnSpPr>
          <p:nvPr/>
        </p:nvCxnSpPr>
        <p:spPr>
          <a:xfrm>
            <a:off x="3948521" y="4229096"/>
            <a:ext cx="1067460" cy="808117"/>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CE00CB7D-86A6-33A3-6E71-F75BEB181F05}"/>
              </a:ext>
            </a:extLst>
          </p:cNvPr>
          <p:cNvSpPr/>
          <p:nvPr/>
        </p:nvSpPr>
        <p:spPr>
          <a:xfrm>
            <a:off x="5015981" y="5528448"/>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cxnSp>
        <p:nvCxnSpPr>
          <p:cNvPr id="33" name="コネクタ: カギ線 32">
            <a:extLst>
              <a:ext uri="{FF2B5EF4-FFF2-40B4-BE49-F238E27FC236}">
                <a16:creationId xmlns:a16="http://schemas.microsoft.com/office/drawing/2014/main" id="{FAD21DEE-C882-CA99-F1AE-40F2F995A5FF}"/>
              </a:ext>
            </a:extLst>
          </p:cNvPr>
          <p:cNvCxnSpPr>
            <a:stCxn id="9" idx="3"/>
            <a:endCxn id="31" idx="1"/>
          </p:cNvCxnSpPr>
          <p:nvPr/>
        </p:nvCxnSpPr>
        <p:spPr>
          <a:xfrm>
            <a:off x="3948521" y="5690251"/>
            <a:ext cx="1067460" cy="197654"/>
          </a:xfrm>
          <a:prstGeom prst="bentConnector3">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5686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F68EE-1A46-3A03-3F0B-DCE71857E64A}"/>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C3AA8E8F-8BDB-3C50-FC1B-8451ADE07263}"/>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A49EC5EB-AA31-B498-E7F6-5D67061A6814}"/>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E34C69B8-1CC7-7929-D7CF-4F0F7833D1B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ステップ図</a:t>
            </a:r>
            <a:endParaRPr lang="en-US" altLang="ja-JP" dirty="0"/>
          </a:p>
        </p:txBody>
      </p:sp>
      <p:sp>
        <p:nvSpPr>
          <p:cNvPr id="6" name="タイトル プレースホルダー 1">
            <a:extLst>
              <a:ext uri="{FF2B5EF4-FFF2-40B4-BE49-F238E27FC236}">
                <a16:creationId xmlns:a16="http://schemas.microsoft.com/office/drawing/2014/main" id="{1E917474-F5C8-9688-1FB7-23F9F8CC3DD9}"/>
              </a:ext>
            </a:extLst>
          </p:cNvPr>
          <p:cNvSpPr txBox="1">
            <a:spLocks/>
          </p:cNvSpPr>
          <p:nvPr/>
        </p:nvSpPr>
        <p:spPr>
          <a:xfrm>
            <a:off x="355600" y="4937124"/>
            <a:ext cx="11506199" cy="1374763"/>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バリューチェーン</a:t>
            </a:r>
            <a:endParaRPr lang="en-US" altLang="ja-JP" sz="1800" dirty="0"/>
          </a:p>
          <a:p>
            <a:pPr marL="285750" indent="-285750">
              <a:buFont typeface="Arial" panose="020B0604020202020204" pitchFamily="34" charset="0"/>
              <a:buChar char="•"/>
            </a:pPr>
            <a:r>
              <a:rPr lang="ja-JP" altLang="en-US" sz="1800" dirty="0"/>
              <a:t>検討アプローチ</a:t>
            </a:r>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7" name="矢印: 五方向 6">
            <a:extLst>
              <a:ext uri="{FF2B5EF4-FFF2-40B4-BE49-F238E27FC236}">
                <a16:creationId xmlns:a16="http://schemas.microsoft.com/office/drawing/2014/main" id="{9D4F47B0-899C-DC8A-EBC0-814235BD8BE4}"/>
              </a:ext>
            </a:extLst>
          </p:cNvPr>
          <p:cNvSpPr/>
          <p:nvPr/>
        </p:nvSpPr>
        <p:spPr>
          <a:xfrm>
            <a:off x="1650997" y="2669018"/>
            <a:ext cx="2962635" cy="1592989"/>
          </a:xfrm>
          <a:prstGeom prst="homePlat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五方向 7">
            <a:extLst>
              <a:ext uri="{FF2B5EF4-FFF2-40B4-BE49-F238E27FC236}">
                <a16:creationId xmlns:a16="http://schemas.microsoft.com/office/drawing/2014/main" id="{0C36EA1A-89D2-F22A-3A35-6B130850FD8C}"/>
              </a:ext>
            </a:extLst>
          </p:cNvPr>
          <p:cNvSpPr/>
          <p:nvPr/>
        </p:nvSpPr>
        <p:spPr>
          <a:xfrm>
            <a:off x="4705282" y="2669018"/>
            <a:ext cx="2962635" cy="1592989"/>
          </a:xfrm>
          <a:prstGeom prst="homePlat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五方向 8">
            <a:extLst>
              <a:ext uri="{FF2B5EF4-FFF2-40B4-BE49-F238E27FC236}">
                <a16:creationId xmlns:a16="http://schemas.microsoft.com/office/drawing/2014/main" id="{D3B4CFBC-9A2D-087F-7C20-2940C4916562}"/>
              </a:ext>
            </a:extLst>
          </p:cNvPr>
          <p:cNvSpPr/>
          <p:nvPr/>
        </p:nvSpPr>
        <p:spPr>
          <a:xfrm>
            <a:off x="7759567" y="2669018"/>
            <a:ext cx="2962635" cy="1592989"/>
          </a:xfrm>
          <a:prstGeom prst="homePlat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201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20F8D-7D6F-BCB1-D834-4BE64B402FEC}"/>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312A614B-B7E1-66F3-93FC-7C68EADC4B92}"/>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4EC22920-18AF-5F05-1FBD-345A4F58CB6A}"/>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95AD810E-CD8B-A60F-D611-073BB01B4C1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6" name="タイトル プレースホルダー 1">
            <a:extLst>
              <a:ext uri="{FF2B5EF4-FFF2-40B4-BE49-F238E27FC236}">
                <a16:creationId xmlns:a16="http://schemas.microsoft.com/office/drawing/2014/main" id="{1A28CD4B-8D98-6C58-B926-910BBD3D40C2}"/>
              </a:ext>
            </a:extLst>
          </p:cNvPr>
          <p:cNvSpPr txBox="1">
            <a:spLocks/>
          </p:cNvSpPr>
          <p:nvPr/>
        </p:nvSpPr>
        <p:spPr>
          <a:xfrm>
            <a:off x="7541442" y="2146304"/>
            <a:ext cx="4320357"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課題・施策分解</a:t>
            </a:r>
            <a:br>
              <a:rPr lang="en-US" altLang="ja-JP" sz="1800" dirty="0"/>
            </a:br>
            <a:r>
              <a:rPr lang="ja-JP" altLang="en-US" sz="1800" dirty="0"/>
              <a:t>（因果関係があるとき）</a:t>
            </a:r>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7" name="正方形/長方形 6">
            <a:extLst>
              <a:ext uri="{FF2B5EF4-FFF2-40B4-BE49-F238E27FC236}">
                <a16:creationId xmlns:a16="http://schemas.microsoft.com/office/drawing/2014/main" id="{8FBACA13-C4C3-ADA5-D958-247C482FF7CC}"/>
              </a:ext>
            </a:extLst>
          </p:cNvPr>
          <p:cNvSpPr/>
          <p:nvPr/>
        </p:nvSpPr>
        <p:spPr>
          <a:xfrm>
            <a:off x="355599" y="3869639"/>
            <a:ext cx="1605175"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8" name="正方形/長方形 7">
            <a:extLst>
              <a:ext uri="{FF2B5EF4-FFF2-40B4-BE49-F238E27FC236}">
                <a16:creationId xmlns:a16="http://schemas.microsoft.com/office/drawing/2014/main" id="{C1E093C0-7AB5-C963-456C-CE98FF74E293}"/>
              </a:ext>
            </a:extLst>
          </p:cNvPr>
          <p:cNvSpPr/>
          <p:nvPr/>
        </p:nvSpPr>
        <p:spPr>
          <a:xfrm>
            <a:off x="2193826" y="2710087"/>
            <a:ext cx="1605175"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9" name="正方形/長方形 8">
            <a:extLst>
              <a:ext uri="{FF2B5EF4-FFF2-40B4-BE49-F238E27FC236}">
                <a16:creationId xmlns:a16="http://schemas.microsoft.com/office/drawing/2014/main" id="{1510F148-CC65-E1B6-A1AD-621048BCA661}"/>
              </a:ext>
            </a:extLst>
          </p:cNvPr>
          <p:cNvSpPr/>
          <p:nvPr/>
        </p:nvSpPr>
        <p:spPr>
          <a:xfrm>
            <a:off x="4220589" y="3869639"/>
            <a:ext cx="1605175"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10" name="正方形/長方形 9">
            <a:extLst>
              <a:ext uri="{FF2B5EF4-FFF2-40B4-BE49-F238E27FC236}">
                <a16:creationId xmlns:a16="http://schemas.microsoft.com/office/drawing/2014/main" id="{7A6F9553-D4E5-65E4-38F5-AA12FDA2DD31}"/>
              </a:ext>
            </a:extLst>
          </p:cNvPr>
          <p:cNvSpPr/>
          <p:nvPr/>
        </p:nvSpPr>
        <p:spPr>
          <a:xfrm>
            <a:off x="2193826" y="5151630"/>
            <a:ext cx="1605175"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11" name="正方形/長方形 10">
            <a:extLst>
              <a:ext uri="{FF2B5EF4-FFF2-40B4-BE49-F238E27FC236}">
                <a16:creationId xmlns:a16="http://schemas.microsoft.com/office/drawing/2014/main" id="{399197AE-1B1E-ECF2-0D53-C4C96DDF5D1F}"/>
              </a:ext>
            </a:extLst>
          </p:cNvPr>
          <p:cNvSpPr/>
          <p:nvPr/>
        </p:nvSpPr>
        <p:spPr>
          <a:xfrm>
            <a:off x="5332952" y="5255327"/>
            <a:ext cx="1605175"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cxnSp>
        <p:nvCxnSpPr>
          <p:cNvPr id="13" name="コネクタ: カギ線 12">
            <a:extLst>
              <a:ext uri="{FF2B5EF4-FFF2-40B4-BE49-F238E27FC236}">
                <a16:creationId xmlns:a16="http://schemas.microsoft.com/office/drawing/2014/main" id="{AD30A600-E26A-A185-3EB8-6F5D87B8AC18}"/>
              </a:ext>
            </a:extLst>
          </p:cNvPr>
          <p:cNvCxnSpPr>
            <a:stCxn id="7" idx="0"/>
            <a:endCxn id="8" idx="1"/>
          </p:cNvCxnSpPr>
          <p:nvPr/>
        </p:nvCxnSpPr>
        <p:spPr>
          <a:xfrm rot="5400000" flipH="1" flipV="1">
            <a:off x="1275959" y="2951773"/>
            <a:ext cx="800095" cy="103563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コネクタ: カギ線 14">
            <a:extLst>
              <a:ext uri="{FF2B5EF4-FFF2-40B4-BE49-F238E27FC236}">
                <a16:creationId xmlns:a16="http://schemas.microsoft.com/office/drawing/2014/main" id="{D6935BB0-5E93-1FBF-00CE-5E78DCB80AAF}"/>
              </a:ext>
            </a:extLst>
          </p:cNvPr>
          <p:cNvCxnSpPr>
            <a:stCxn id="8" idx="3"/>
            <a:endCxn id="9" idx="0"/>
          </p:cNvCxnSpPr>
          <p:nvPr/>
        </p:nvCxnSpPr>
        <p:spPr>
          <a:xfrm>
            <a:off x="3799001" y="3069544"/>
            <a:ext cx="1224176" cy="80009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コネクタ: カギ線 16">
            <a:extLst>
              <a:ext uri="{FF2B5EF4-FFF2-40B4-BE49-F238E27FC236}">
                <a16:creationId xmlns:a16="http://schemas.microsoft.com/office/drawing/2014/main" id="{E5DED94B-2B7B-1C12-F9C9-6AEBD9651D68}"/>
              </a:ext>
            </a:extLst>
          </p:cNvPr>
          <p:cNvCxnSpPr>
            <a:stCxn id="10" idx="1"/>
            <a:endCxn id="7" idx="2"/>
          </p:cNvCxnSpPr>
          <p:nvPr/>
        </p:nvCxnSpPr>
        <p:spPr>
          <a:xfrm rot="10800000">
            <a:off x="1158188" y="4588553"/>
            <a:ext cx="1035639" cy="92253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コネクタ: カギ線 18">
            <a:extLst>
              <a:ext uri="{FF2B5EF4-FFF2-40B4-BE49-F238E27FC236}">
                <a16:creationId xmlns:a16="http://schemas.microsoft.com/office/drawing/2014/main" id="{64192DD3-D1F4-C045-168A-E3DDCC4CA542}"/>
              </a:ext>
            </a:extLst>
          </p:cNvPr>
          <p:cNvCxnSpPr>
            <a:stCxn id="10" idx="3"/>
            <a:endCxn id="9" idx="2"/>
          </p:cNvCxnSpPr>
          <p:nvPr/>
        </p:nvCxnSpPr>
        <p:spPr>
          <a:xfrm flipV="1">
            <a:off x="3799001" y="4588552"/>
            <a:ext cx="1224176" cy="92253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コネクタ: カギ線 20">
            <a:extLst>
              <a:ext uri="{FF2B5EF4-FFF2-40B4-BE49-F238E27FC236}">
                <a16:creationId xmlns:a16="http://schemas.microsoft.com/office/drawing/2014/main" id="{08F557FD-AD71-DEEE-AF2F-EDFEE78E6D1D}"/>
              </a:ext>
            </a:extLst>
          </p:cNvPr>
          <p:cNvCxnSpPr>
            <a:stCxn id="9" idx="3"/>
            <a:endCxn id="11" idx="0"/>
          </p:cNvCxnSpPr>
          <p:nvPr/>
        </p:nvCxnSpPr>
        <p:spPr>
          <a:xfrm>
            <a:off x="5825764" y="4229096"/>
            <a:ext cx="309776" cy="102623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コネクタ: カギ線 22">
            <a:extLst>
              <a:ext uri="{FF2B5EF4-FFF2-40B4-BE49-F238E27FC236}">
                <a16:creationId xmlns:a16="http://schemas.microsoft.com/office/drawing/2014/main" id="{4C20A49C-14B3-C7C5-B82D-ED93CFFBD69E}"/>
              </a:ext>
            </a:extLst>
          </p:cNvPr>
          <p:cNvCxnSpPr>
            <a:stCxn id="11" idx="2"/>
            <a:endCxn id="10" idx="2"/>
          </p:cNvCxnSpPr>
          <p:nvPr/>
        </p:nvCxnSpPr>
        <p:spPr>
          <a:xfrm rot="5400000" flipH="1">
            <a:off x="4514128" y="4352829"/>
            <a:ext cx="103697" cy="3139126"/>
          </a:xfrm>
          <a:prstGeom prst="bentConnector3">
            <a:avLst>
              <a:gd name="adj1" fmla="val -22045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8348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67403-11C8-0D97-203A-15722E330098}"/>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CC722927-7A2E-9706-0A62-B9E81E31BCB8}"/>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F295E884-7C3B-2970-C074-28C2C533205D}"/>
              </a:ext>
            </a:extLst>
          </p:cNvPr>
          <p:cNvSpPr txBox="1">
            <a:spLocks/>
          </p:cNvSpPr>
          <p:nvPr/>
        </p:nvSpPr>
        <p:spPr>
          <a:xfrm>
            <a:off x="355600" y="112924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21F6BFE7-6AF6-732F-0E21-B09BEA55FA73}"/>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5" name="タイトル プレースホルダー 1">
            <a:extLst>
              <a:ext uri="{FF2B5EF4-FFF2-40B4-BE49-F238E27FC236}">
                <a16:creationId xmlns:a16="http://schemas.microsoft.com/office/drawing/2014/main" id="{0720B534-751A-92B9-28C8-2102084B0E36}"/>
              </a:ext>
            </a:extLst>
          </p:cNvPr>
          <p:cNvSpPr txBox="1">
            <a:spLocks/>
          </p:cNvSpPr>
          <p:nvPr/>
        </p:nvSpPr>
        <p:spPr>
          <a:xfrm>
            <a:off x="355600" y="2730500"/>
            <a:ext cx="5448300" cy="358138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本文</a:t>
            </a:r>
            <a:endParaRPr lang="en-US" altLang="ja-JP" sz="1800" dirty="0"/>
          </a:p>
          <a:p>
            <a:r>
              <a:rPr lang="ja-JP" altLang="en-US" sz="1800" dirty="0"/>
              <a:t>冗長にならないように頑張る</a:t>
            </a:r>
            <a:endParaRPr lang="en-US" altLang="ja-JP" sz="1800" dirty="0"/>
          </a:p>
          <a:p>
            <a:r>
              <a:rPr lang="ja-JP" altLang="en-US" sz="1800" dirty="0"/>
              <a:t>左右比較したいとき</a:t>
            </a:r>
            <a:endParaRPr lang="en-US" altLang="ja-JP" sz="1800" dirty="0"/>
          </a:p>
        </p:txBody>
      </p:sp>
      <p:sp>
        <p:nvSpPr>
          <p:cNvPr id="6" name="タイトル プレースホルダー 1">
            <a:extLst>
              <a:ext uri="{FF2B5EF4-FFF2-40B4-BE49-F238E27FC236}">
                <a16:creationId xmlns:a16="http://schemas.microsoft.com/office/drawing/2014/main" id="{D024BB36-65A3-3218-10D1-283E5E6E05B9}"/>
              </a:ext>
            </a:extLst>
          </p:cNvPr>
          <p:cNvSpPr txBox="1">
            <a:spLocks/>
          </p:cNvSpPr>
          <p:nvPr/>
        </p:nvSpPr>
        <p:spPr>
          <a:xfrm>
            <a:off x="6413500" y="2730500"/>
            <a:ext cx="5448300" cy="358138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本文</a:t>
            </a:r>
            <a:endParaRPr lang="en-US" altLang="ja-JP" sz="1800" dirty="0"/>
          </a:p>
          <a:p>
            <a:r>
              <a:rPr lang="ja-JP" altLang="en-US" sz="1800" dirty="0"/>
              <a:t>冗長にならないように頑張る</a:t>
            </a:r>
            <a:endParaRPr lang="en-US" altLang="ja-JP" sz="1800" dirty="0"/>
          </a:p>
          <a:p>
            <a:r>
              <a:rPr lang="ja-JP" altLang="en-US" sz="1800" dirty="0"/>
              <a:t>左右比較したいとき</a:t>
            </a:r>
            <a:endParaRPr lang="en-US" altLang="ja-JP" sz="1800" dirty="0"/>
          </a:p>
        </p:txBody>
      </p:sp>
      <p:sp>
        <p:nvSpPr>
          <p:cNvPr id="7" name="正方形/長方形 6">
            <a:extLst>
              <a:ext uri="{FF2B5EF4-FFF2-40B4-BE49-F238E27FC236}">
                <a16:creationId xmlns:a16="http://schemas.microsoft.com/office/drawing/2014/main" id="{1D75A1B6-F70B-25E3-C42A-1400D60D9876}"/>
              </a:ext>
            </a:extLst>
          </p:cNvPr>
          <p:cNvSpPr/>
          <p:nvPr/>
        </p:nvSpPr>
        <p:spPr>
          <a:xfrm>
            <a:off x="3429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rPr>
              <a:t>左側はなにを表す？</a:t>
            </a:r>
          </a:p>
        </p:txBody>
      </p:sp>
      <p:sp>
        <p:nvSpPr>
          <p:cNvPr id="8" name="正方形/長方形 7">
            <a:extLst>
              <a:ext uri="{FF2B5EF4-FFF2-40B4-BE49-F238E27FC236}">
                <a16:creationId xmlns:a16="http://schemas.microsoft.com/office/drawing/2014/main" id="{7702FE73-EF7E-6834-0827-2C67E6B5B983}"/>
              </a:ext>
            </a:extLst>
          </p:cNvPr>
          <p:cNvSpPr/>
          <p:nvPr/>
        </p:nvSpPr>
        <p:spPr>
          <a:xfrm>
            <a:off x="64135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rPr>
              <a:t>右</a:t>
            </a:r>
            <a:r>
              <a:rPr kumimoji="1" lang="ja-JP" altLang="en-US" sz="2400" b="1" dirty="0">
                <a:solidFill>
                  <a:schemeClr val="bg1"/>
                </a:solidFill>
              </a:rPr>
              <a:t>側はなにを表す？</a:t>
            </a:r>
          </a:p>
        </p:txBody>
      </p:sp>
    </p:spTree>
    <p:extLst>
      <p:ext uri="{BB962C8B-B14F-4D97-AF65-F5344CB8AC3E}">
        <p14:creationId xmlns:p14="http://schemas.microsoft.com/office/powerpoint/2010/main" val="3240422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3654D-8CB7-EE77-A47A-FB307C8B1E23}"/>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7EEF1B90-ECC0-9B88-DE52-01177EE4255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7966633A-F384-542C-3723-0833F5768B5A}"/>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36178834-2868-A913-580E-E18E96C56795}"/>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a:t>評価テーブル</a:t>
            </a:r>
            <a:endParaRPr lang="en-US" altLang="ja-JP" dirty="0"/>
          </a:p>
        </p:txBody>
      </p:sp>
      <p:sp>
        <p:nvSpPr>
          <p:cNvPr id="6" name="タイトル プレースホルダー 1">
            <a:extLst>
              <a:ext uri="{FF2B5EF4-FFF2-40B4-BE49-F238E27FC236}">
                <a16:creationId xmlns:a16="http://schemas.microsoft.com/office/drawing/2014/main" id="{ED213100-5A00-33EE-9D66-9F4B80EDC912}"/>
              </a:ext>
            </a:extLst>
          </p:cNvPr>
          <p:cNvSpPr txBox="1">
            <a:spLocks/>
          </p:cNvSpPr>
          <p:nvPr/>
        </p:nvSpPr>
        <p:spPr>
          <a:xfrm>
            <a:off x="7711257" y="2146304"/>
            <a:ext cx="4150542"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ポジショニング</a:t>
            </a:r>
            <a:endParaRPr lang="en-US" altLang="ja-JP" sz="1800" dirty="0"/>
          </a:p>
          <a:p>
            <a:pPr marL="285750" indent="-285750">
              <a:buFont typeface="Arial" panose="020B0604020202020204" pitchFamily="34" charset="0"/>
              <a:buChar char="•"/>
            </a:pPr>
            <a:r>
              <a:rPr lang="ja-JP" altLang="en-US" sz="1800" dirty="0"/>
              <a:t>ターゲット選定</a:t>
            </a:r>
            <a:endParaRPr lang="en-US" altLang="ja-JP" sz="1800" dirty="0"/>
          </a:p>
          <a:p>
            <a:pPr marL="285750" indent="-285750">
              <a:buFont typeface="Arial" panose="020B0604020202020204" pitchFamily="34" charset="0"/>
              <a:buChar char="•"/>
            </a:pPr>
            <a:r>
              <a:rPr lang="ja-JP" altLang="en-US" sz="1800" dirty="0"/>
              <a:t>施策選定</a:t>
            </a:r>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7" name="正方形/長方形 6">
            <a:extLst>
              <a:ext uri="{FF2B5EF4-FFF2-40B4-BE49-F238E27FC236}">
                <a16:creationId xmlns:a16="http://schemas.microsoft.com/office/drawing/2014/main" id="{E2CAA30F-7605-91FD-B28B-D95562F347C8}"/>
              </a:ext>
            </a:extLst>
          </p:cNvPr>
          <p:cNvSpPr/>
          <p:nvPr/>
        </p:nvSpPr>
        <p:spPr>
          <a:xfrm>
            <a:off x="330201" y="3561134"/>
            <a:ext cx="1649428"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横軸</a:t>
            </a:r>
            <a:r>
              <a:rPr lang="en-US" altLang="ja-JP" sz="1400" dirty="0">
                <a:solidFill>
                  <a:schemeClr val="tx1">
                    <a:lumMod val="75000"/>
                  </a:schemeClr>
                </a:solidFill>
              </a:rPr>
              <a:t>X</a:t>
            </a:r>
            <a:endParaRPr kumimoji="1" lang="ja-JP" altLang="en-US" sz="1400" dirty="0">
              <a:solidFill>
                <a:schemeClr val="tx1">
                  <a:lumMod val="75000"/>
                </a:schemeClr>
              </a:solidFill>
            </a:endParaRPr>
          </a:p>
        </p:txBody>
      </p:sp>
      <p:sp>
        <p:nvSpPr>
          <p:cNvPr id="9" name="正方形/長方形 8">
            <a:extLst>
              <a:ext uri="{FF2B5EF4-FFF2-40B4-BE49-F238E27FC236}">
                <a16:creationId xmlns:a16="http://schemas.microsoft.com/office/drawing/2014/main" id="{A7ABA4E8-B1BF-A126-2D21-4F04FD4DCF1D}"/>
              </a:ext>
            </a:extLst>
          </p:cNvPr>
          <p:cNvSpPr/>
          <p:nvPr/>
        </p:nvSpPr>
        <p:spPr>
          <a:xfrm>
            <a:off x="330201" y="4361230"/>
            <a:ext cx="1649428"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横軸</a:t>
            </a:r>
            <a:r>
              <a:rPr kumimoji="1" lang="en-US" altLang="ja-JP" sz="1400" dirty="0">
                <a:solidFill>
                  <a:schemeClr val="tx1">
                    <a:lumMod val="75000"/>
                  </a:schemeClr>
                </a:solidFill>
              </a:rPr>
              <a:t>Y</a:t>
            </a:r>
            <a:endParaRPr kumimoji="1" lang="ja-JP" altLang="en-US" sz="1400" dirty="0">
              <a:solidFill>
                <a:schemeClr val="tx1">
                  <a:lumMod val="75000"/>
                </a:schemeClr>
              </a:solidFill>
            </a:endParaRPr>
          </a:p>
        </p:txBody>
      </p:sp>
      <p:sp>
        <p:nvSpPr>
          <p:cNvPr id="10" name="正方形/長方形 9">
            <a:extLst>
              <a:ext uri="{FF2B5EF4-FFF2-40B4-BE49-F238E27FC236}">
                <a16:creationId xmlns:a16="http://schemas.microsoft.com/office/drawing/2014/main" id="{DA8602C4-38F3-5E3D-BACE-BC1DC4915A4D}"/>
              </a:ext>
            </a:extLst>
          </p:cNvPr>
          <p:cNvSpPr/>
          <p:nvPr/>
        </p:nvSpPr>
        <p:spPr>
          <a:xfrm>
            <a:off x="330201" y="5148358"/>
            <a:ext cx="1649428"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横軸</a:t>
            </a:r>
            <a:r>
              <a:rPr kumimoji="1" lang="en-US" altLang="ja-JP" sz="1400" dirty="0">
                <a:solidFill>
                  <a:schemeClr val="tx1">
                    <a:lumMod val="75000"/>
                  </a:schemeClr>
                </a:solidFill>
              </a:rPr>
              <a:t>Z</a:t>
            </a:r>
            <a:endParaRPr kumimoji="1" lang="ja-JP" altLang="en-US" sz="1400" dirty="0">
              <a:solidFill>
                <a:schemeClr val="tx1">
                  <a:lumMod val="75000"/>
                </a:schemeClr>
              </a:solidFill>
            </a:endParaRPr>
          </a:p>
        </p:txBody>
      </p:sp>
      <p:sp>
        <p:nvSpPr>
          <p:cNvPr id="11" name="正方形/長方形 10">
            <a:extLst>
              <a:ext uri="{FF2B5EF4-FFF2-40B4-BE49-F238E27FC236}">
                <a16:creationId xmlns:a16="http://schemas.microsoft.com/office/drawing/2014/main" id="{C76B0296-ADEF-1E67-84D5-9FB318D22DC0}"/>
              </a:ext>
            </a:extLst>
          </p:cNvPr>
          <p:cNvSpPr/>
          <p:nvPr/>
        </p:nvSpPr>
        <p:spPr>
          <a:xfrm>
            <a:off x="1989316" y="2835269"/>
            <a:ext cx="176255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横軸</a:t>
            </a:r>
            <a:r>
              <a:rPr lang="en-US" altLang="ja-JP" sz="1400" dirty="0">
                <a:solidFill>
                  <a:schemeClr val="tx1">
                    <a:lumMod val="75000"/>
                  </a:schemeClr>
                </a:solidFill>
              </a:rPr>
              <a:t>X</a:t>
            </a:r>
            <a:endParaRPr kumimoji="1" lang="ja-JP" altLang="en-US" sz="1400" dirty="0">
              <a:solidFill>
                <a:schemeClr val="tx1">
                  <a:lumMod val="75000"/>
                </a:schemeClr>
              </a:solidFill>
            </a:endParaRPr>
          </a:p>
        </p:txBody>
      </p:sp>
      <p:sp>
        <p:nvSpPr>
          <p:cNvPr id="12" name="正方形/長方形 11">
            <a:extLst>
              <a:ext uri="{FF2B5EF4-FFF2-40B4-BE49-F238E27FC236}">
                <a16:creationId xmlns:a16="http://schemas.microsoft.com/office/drawing/2014/main" id="{31B1B0AD-A018-37F6-DC44-3564E4A6EACD}"/>
              </a:ext>
            </a:extLst>
          </p:cNvPr>
          <p:cNvSpPr/>
          <p:nvPr/>
        </p:nvSpPr>
        <p:spPr>
          <a:xfrm>
            <a:off x="3874677" y="2835269"/>
            <a:ext cx="176255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横軸</a:t>
            </a:r>
            <a:r>
              <a:rPr lang="en-US" altLang="ja-JP" sz="1400" dirty="0">
                <a:solidFill>
                  <a:schemeClr val="tx1">
                    <a:lumMod val="75000"/>
                  </a:schemeClr>
                </a:solidFill>
              </a:rPr>
              <a:t>Y</a:t>
            </a:r>
            <a:endParaRPr kumimoji="1" lang="ja-JP" altLang="en-US" sz="1400" dirty="0">
              <a:solidFill>
                <a:schemeClr val="tx1">
                  <a:lumMod val="75000"/>
                </a:schemeClr>
              </a:solidFill>
            </a:endParaRPr>
          </a:p>
        </p:txBody>
      </p:sp>
      <p:sp>
        <p:nvSpPr>
          <p:cNvPr id="13" name="正方形/長方形 12">
            <a:extLst>
              <a:ext uri="{FF2B5EF4-FFF2-40B4-BE49-F238E27FC236}">
                <a16:creationId xmlns:a16="http://schemas.microsoft.com/office/drawing/2014/main" id="{71DDF908-229C-5FA1-F391-466081DE359D}"/>
              </a:ext>
            </a:extLst>
          </p:cNvPr>
          <p:cNvSpPr/>
          <p:nvPr/>
        </p:nvSpPr>
        <p:spPr>
          <a:xfrm>
            <a:off x="5760038" y="2835269"/>
            <a:ext cx="176255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横軸</a:t>
            </a:r>
            <a:r>
              <a:rPr lang="en-US" altLang="ja-JP" sz="1400" dirty="0">
                <a:solidFill>
                  <a:schemeClr val="tx1">
                    <a:lumMod val="75000"/>
                  </a:schemeClr>
                </a:solidFill>
              </a:rPr>
              <a:t>Z</a:t>
            </a:r>
            <a:endParaRPr kumimoji="1" lang="ja-JP" altLang="en-US" sz="1400" dirty="0">
              <a:solidFill>
                <a:schemeClr val="tx1">
                  <a:lumMod val="75000"/>
                </a:schemeClr>
              </a:solidFill>
            </a:endParaRPr>
          </a:p>
        </p:txBody>
      </p:sp>
      <p:sp>
        <p:nvSpPr>
          <p:cNvPr id="15" name="テキスト ボックス 14">
            <a:extLst>
              <a:ext uri="{FF2B5EF4-FFF2-40B4-BE49-F238E27FC236}">
                <a16:creationId xmlns:a16="http://schemas.microsoft.com/office/drawing/2014/main" id="{FEAB997B-3B1A-7A4B-C1E3-F43035A0EB1B}"/>
              </a:ext>
            </a:extLst>
          </p:cNvPr>
          <p:cNvSpPr txBox="1"/>
          <p:nvPr/>
        </p:nvSpPr>
        <p:spPr>
          <a:xfrm>
            <a:off x="2055173" y="3561134"/>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16" name="テキスト ボックス 15">
            <a:extLst>
              <a:ext uri="{FF2B5EF4-FFF2-40B4-BE49-F238E27FC236}">
                <a16:creationId xmlns:a16="http://schemas.microsoft.com/office/drawing/2014/main" id="{EAF71668-FD39-BB1F-2355-3363EB10D466}"/>
              </a:ext>
            </a:extLst>
          </p:cNvPr>
          <p:cNvSpPr txBox="1"/>
          <p:nvPr/>
        </p:nvSpPr>
        <p:spPr>
          <a:xfrm>
            <a:off x="2055173" y="4361230"/>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17" name="テキスト ボックス 16">
            <a:extLst>
              <a:ext uri="{FF2B5EF4-FFF2-40B4-BE49-F238E27FC236}">
                <a16:creationId xmlns:a16="http://schemas.microsoft.com/office/drawing/2014/main" id="{74EBD940-68EA-747E-B7FB-9417C22F9679}"/>
              </a:ext>
            </a:extLst>
          </p:cNvPr>
          <p:cNvSpPr txBox="1"/>
          <p:nvPr/>
        </p:nvSpPr>
        <p:spPr>
          <a:xfrm>
            <a:off x="2055173" y="5148358"/>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18" name="テキスト ボックス 17">
            <a:extLst>
              <a:ext uri="{FF2B5EF4-FFF2-40B4-BE49-F238E27FC236}">
                <a16:creationId xmlns:a16="http://schemas.microsoft.com/office/drawing/2014/main" id="{FAA40142-F1F8-C2EA-6037-9ED42B18ADA9}"/>
              </a:ext>
            </a:extLst>
          </p:cNvPr>
          <p:cNvSpPr txBox="1"/>
          <p:nvPr/>
        </p:nvSpPr>
        <p:spPr>
          <a:xfrm>
            <a:off x="3874677" y="3561134"/>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19" name="テキスト ボックス 18">
            <a:extLst>
              <a:ext uri="{FF2B5EF4-FFF2-40B4-BE49-F238E27FC236}">
                <a16:creationId xmlns:a16="http://schemas.microsoft.com/office/drawing/2014/main" id="{C7743053-A2F0-CD1F-9E53-4A271FA01B97}"/>
              </a:ext>
            </a:extLst>
          </p:cNvPr>
          <p:cNvSpPr txBox="1"/>
          <p:nvPr/>
        </p:nvSpPr>
        <p:spPr>
          <a:xfrm>
            <a:off x="5760038" y="3561134"/>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20" name="テキスト ボックス 19">
            <a:extLst>
              <a:ext uri="{FF2B5EF4-FFF2-40B4-BE49-F238E27FC236}">
                <a16:creationId xmlns:a16="http://schemas.microsoft.com/office/drawing/2014/main" id="{B33D112B-009D-7883-811C-009B48BF8792}"/>
              </a:ext>
            </a:extLst>
          </p:cNvPr>
          <p:cNvSpPr txBox="1"/>
          <p:nvPr/>
        </p:nvSpPr>
        <p:spPr>
          <a:xfrm>
            <a:off x="3874677" y="4361230"/>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21" name="テキスト ボックス 20">
            <a:extLst>
              <a:ext uri="{FF2B5EF4-FFF2-40B4-BE49-F238E27FC236}">
                <a16:creationId xmlns:a16="http://schemas.microsoft.com/office/drawing/2014/main" id="{78109DB2-6BD5-B5E7-1B6F-D93E920A9C99}"/>
              </a:ext>
            </a:extLst>
          </p:cNvPr>
          <p:cNvSpPr txBox="1"/>
          <p:nvPr/>
        </p:nvSpPr>
        <p:spPr>
          <a:xfrm>
            <a:off x="3874677" y="5148357"/>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22" name="テキスト ボックス 21">
            <a:extLst>
              <a:ext uri="{FF2B5EF4-FFF2-40B4-BE49-F238E27FC236}">
                <a16:creationId xmlns:a16="http://schemas.microsoft.com/office/drawing/2014/main" id="{588D6FD0-3172-8961-8637-104856F18B4C}"/>
              </a:ext>
            </a:extLst>
          </p:cNvPr>
          <p:cNvSpPr txBox="1"/>
          <p:nvPr/>
        </p:nvSpPr>
        <p:spPr>
          <a:xfrm>
            <a:off x="5760038" y="4359032"/>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23" name="テキスト ボックス 22">
            <a:extLst>
              <a:ext uri="{FF2B5EF4-FFF2-40B4-BE49-F238E27FC236}">
                <a16:creationId xmlns:a16="http://schemas.microsoft.com/office/drawing/2014/main" id="{72ADDF5F-0D5B-4917-0F17-C5363CD469C2}"/>
              </a:ext>
            </a:extLst>
          </p:cNvPr>
          <p:cNvSpPr txBox="1"/>
          <p:nvPr/>
        </p:nvSpPr>
        <p:spPr>
          <a:xfrm>
            <a:off x="5760038" y="5148356"/>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Tree>
    <p:extLst>
      <p:ext uri="{BB962C8B-B14F-4D97-AF65-F5344CB8AC3E}">
        <p14:creationId xmlns:p14="http://schemas.microsoft.com/office/powerpoint/2010/main" val="2373643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604BB-4AAE-9F4B-6283-A1E21AB124F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5218A79D-8E04-30E2-C402-91BF3DE5560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8E0B25A2-A555-2F11-463A-E2C841FAA25A}"/>
              </a:ext>
            </a:extLst>
          </p:cNvPr>
          <p:cNvSpPr txBox="1">
            <a:spLocks/>
          </p:cNvSpPr>
          <p:nvPr/>
        </p:nvSpPr>
        <p:spPr>
          <a:xfrm>
            <a:off x="355600" y="112924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大きな論点があり、それを要素ごとに分解して説明したいとき</a:t>
            </a:r>
            <a:endParaRPr lang="en-US" altLang="ja-JP" sz="2800" dirty="0"/>
          </a:p>
        </p:txBody>
      </p:sp>
      <p:sp>
        <p:nvSpPr>
          <p:cNvPr id="4" name="タイトル プレースホルダー 1">
            <a:extLst>
              <a:ext uri="{FF2B5EF4-FFF2-40B4-BE49-F238E27FC236}">
                <a16:creationId xmlns:a16="http://schemas.microsoft.com/office/drawing/2014/main" id="{E3EBCCE1-E5E2-43F5-26A9-88C7E4CEC7B6}"/>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cxnSp>
        <p:nvCxnSpPr>
          <p:cNvPr id="10" name="直線コネクタ 9">
            <a:extLst>
              <a:ext uri="{FF2B5EF4-FFF2-40B4-BE49-F238E27FC236}">
                <a16:creationId xmlns:a16="http://schemas.microsoft.com/office/drawing/2014/main" id="{D34B5010-55A3-9745-A76D-35346D217B2D}"/>
              </a:ext>
            </a:extLst>
          </p:cNvPr>
          <p:cNvCxnSpPr>
            <a:cxnSpLocks/>
          </p:cNvCxnSpPr>
          <p:nvPr/>
        </p:nvCxnSpPr>
        <p:spPr>
          <a:xfrm>
            <a:off x="6108329" y="2716567"/>
            <a:ext cx="5690094" cy="0"/>
          </a:xfrm>
          <a:prstGeom prst="line">
            <a:avLst/>
          </a:prstGeom>
          <a:ln>
            <a:solidFill>
              <a:schemeClr val="tx1">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3C8D27E8-FD6A-5A40-2467-B3CC08F72AC7}"/>
              </a:ext>
            </a:extLst>
          </p:cNvPr>
          <p:cNvCxnSpPr>
            <a:cxnSpLocks/>
          </p:cNvCxnSpPr>
          <p:nvPr/>
        </p:nvCxnSpPr>
        <p:spPr>
          <a:xfrm>
            <a:off x="1074693" y="2716567"/>
            <a:ext cx="4285318" cy="0"/>
          </a:xfrm>
          <a:prstGeom prst="line">
            <a:avLst/>
          </a:prstGeom>
          <a:ln>
            <a:solidFill>
              <a:schemeClr val="tx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C12D3643-230F-E8A3-4C39-EB758D09B210}"/>
              </a:ext>
            </a:extLst>
          </p:cNvPr>
          <p:cNvSpPr txBox="1"/>
          <p:nvPr/>
        </p:nvSpPr>
        <p:spPr>
          <a:xfrm>
            <a:off x="1074693" y="2330597"/>
            <a:ext cx="4285318" cy="369332"/>
          </a:xfrm>
          <a:prstGeom prst="rect">
            <a:avLst/>
          </a:prstGeom>
          <a:noFill/>
        </p:spPr>
        <p:txBody>
          <a:bodyPr wrap="square" rtlCol="0">
            <a:spAutoFit/>
          </a:bodyPr>
          <a:lstStyle/>
          <a:p>
            <a:pPr algn="ctr"/>
            <a:r>
              <a:rPr kumimoji="1" lang="ja-JP" altLang="en-US" dirty="0"/>
              <a:t>大きな論点を分解した論点たち</a:t>
            </a:r>
          </a:p>
        </p:txBody>
      </p:sp>
      <p:sp>
        <p:nvSpPr>
          <p:cNvPr id="18" name="テキスト ボックス 17">
            <a:extLst>
              <a:ext uri="{FF2B5EF4-FFF2-40B4-BE49-F238E27FC236}">
                <a16:creationId xmlns:a16="http://schemas.microsoft.com/office/drawing/2014/main" id="{A8ADC60C-9AFD-75B1-B76B-CECFDD126AFE}"/>
              </a:ext>
            </a:extLst>
          </p:cNvPr>
          <p:cNvSpPr txBox="1"/>
          <p:nvPr/>
        </p:nvSpPr>
        <p:spPr>
          <a:xfrm>
            <a:off x="6096000" y="2330597"/>
            <a:ext cx="5690094" cy="369332"/>
          </a:xfrm>
          <a:prstGeom prst="rect">
            <a:avLst/>
          </a:prstGeom>
          <a:noFill/>
        </p:spPr>
        <p:txBody>
          <a:bodyPr wrap="square" rtlCol="0">
            <a:spAutoFit/>
          </a:bodyPr>
          <a:lstStyle/>
          <a:p>
            <a:pPr algn="ctr"/>
            <a:r>
              <a:rPr lang="ja-JP" altLang="en-US" dirty="0"/>
              <a:t>各論点概要</a:t>
            </a:r>
            <a:endParaRPr kumimoji="1" lang="ja-JP" altLang="en-US" dirty="0"/>
          </a:p>
        </p:txBody>
      </p:sp>
      <p:sp>
        <p:nvSpPr>
          <p:cNvPr id="19" name="正方形/長方形 18">
            <a:extLst>
              <a:ext uri="{FF2B5EF4-FFF2-40B4-BE49-F238E27FC236}">
                <a16:creationId xmlns:a16="http://schemas.microsoft.com/office/drawing/2014/main" id="{EC067586-71B1-2578-8882-A737EFBFFE1E}"/>
              </a:ext>
            </a:extLst>
          </p:cNvPr>
          <p:cNvSpPr/>
          <p:nvPr/>
        </p:nvSpPr>
        <p:spPr>
          <a:xfrm>
            <a:off x="345090" y="2716567"/>
            <a:ext cx="487779" cy="386714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kumimoji="1" lang="ja-JP" altLang="en-US" dirty="0">
                <a:solidFill>
                  <a:schemeClr val="tx1">
                    <a:lumMod val="75000"/>
                  </a:schemeClr>
                </a:solidFill>
              </a:rPr>
              <a:t>大きな論点</a:t>
            </a:r>
          </a:p>
        </p:txBody>
      </p:sp>
      <p:sp>
        <p:nvSpPr>
          <p:cNvPr id="22" name="フローチャート: 他ページ結合子 21">
            <a:extLst>
              <a:ext uri="{FF2B5EF4-FFF2-40B4-BE49-F238E27FC236}">
                <a16:creationId xmlns:a16="http://schemas.microsoft.com/office/drawing/2014/main" id="{FFDAAAA8-1ECB-A02A-3A0C-C5A48A62339F}"/>
              </a:ext>
            </a:extLst>
          </p:cNvPr>
          <p:cNvSpPr/>
          <p:nvPr/>
        </p:nvSpPr>
        <p:spPr>
          <a:xfrm rot="16200000">
            <a:off x="2838979" y="1222226"/>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lang="ja-JP" altLang="en-US" dirty="0">
                <a:solidFill>
                  <a:schemeClr val="tx1">
                    <a:lumMod val="75000"/>
                  </a:schemeClr>
                </a:solidFill>
              </a:rPr>
              <a:t>サブ論点</a:t>
            </a:r>
            <a:endParaRPr lang="en-US" altLang="ja-JP" dirty="0">
              <a:solidFill>
                <a:schemeClr val="tx1">
                  <a:lumMod val="75000"/>
                </a:schemeClr>
              </a:solidFill>
            </a:endParaRPr>
          </a:p>
          <a:p>
            <a:pPr algn="ctr"/>
            <a:r>
              <a:rPr lang="ja-JP" altLang="en-US" dirty="0">
                <a:solidFill>
                  <a:schemeClr val="tx1">
                    <a:lumMod val="75000"/>
                  </a:schemeClr>
                </a:solidFill>
              </a:rPr>
              <a:t>①</a:t>
            </a:r>
          </a:p>
        </p:txBody>
      </p:sp>
      <p:sp>
        <p:nvSpPr>
          <p:cNvPr id="23" name="フローチャート: 他ページ結合子 22">
            <a:extLst>
              <a:ext uri="{FF2B5EF4-FFF2-40B4-BE49-F238E27FC236}">
                <a16:creationId xmlns:a16="http://schemas.microsoft.com/office/drawing/2014/main" id="{81DA36AC-07E6-2B6D-0B56-85B5BA50A106}"/>
              </a:ext>
            </a:extLst>
          </p:cNvPr>
          <p:cNvSpPr/>
          <p:nvPr/>
        </p:nvSpPr>
        <p:spPr>
          <a:xfrm rot="16200000">
            <a:off x="2838979" y="2180406"/>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lang="ja-JP" altLang="en-US" dirty="0">
                <a:solidFill>
                  <a:schemeClr val="tx1">
                    <a:lumMod val="75000"/>
                  </a:schemeClr>
                </a:solidFill>
              </a:rPr>
              <a:t>サブ論点</a:t>
            </a:r>
            <a:endParaRPr lang="en-US" altLang="ja-JP" dirty="0">
              <a:solidFill>
                <a:schemeClr val="tx1">
                  <a:lumMod val="75000"/>
                </a:schemeClr>
              </a:solidFill>
            </a:endParaRPr>
          </a:p>
          <a:p>
            <a:pPr algn="ctr"/>
            <a:r>
              <a:rPr lang="ja-JP" altLang="en-US" dirty="0">
                <a:solidFill>
                  <a:schemeClr val="tx1">
                    <a:lumMod val="75000"/>
                  </a:schemeClr>
                </a:solidFill>
              </a:rPr>
              <a:t>②</a:t>
            </a:r>
          </a:p>
        </p:txBody>
      </p:sp>
      <p:sp>
        <p:nvSpPr>
          <p:cNvPr id="24" name="フローチャート: 他ページ結合子 23">
            <a:extLst>
              <a:ext uri="{FF2B5EF4-FFF2-40B4-BE49-F238E27FC236}">
                <a16:creationId xmlns:a16="http://schemas.microsoft.com/office/drawing/2014/main" id="{6FD05E6D-D534-5FEC-9B8A-4EAFD5E09FDB}"/>
              </a:ext>
            </a:extLst>
          </p:cNvPr>
          <p:cNvSpPr/>
          <p:nvPr/>
        </p:nvSpPr>
        <p:spPr>
          <a:xfrm rot="16200000">
            <a:off x="2838980" y="3138586"/>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lang="ja-JP" altLang="en-US" dirty="0">
                <a:solidFill>
                  <a:schemeClr val="tx1">
                    <a:lumMod val="75000"/>
                  </a:schemeClr>
                </a:solidFill>
              </a:rPr>
              <a:t>サブ論点</a:t>
            </a:r>
            <a:endParaRPr lang="en-US" altLang="ja-JP" dirty="0">
              <a:solidFill>
                <a:schemeClr val="tx1">
                  <a:lumMod val="75000"/>
                </a:schemeClr>
              </a:solidFill>
            </a:endParaRPr>
          </a:p>
          <a:p>
            <a:pPr algn="ctr"/>
            <a:r>
              <a:rPr lang="ja-JP" altLang="en-US" dirty="0">
                <a:solidFill>
                  <a:schemeClr val="tx1">
                    <a:lumMod val="75000"/>
                  </a:schemeClr>
                </a:solidFill>
              </a:rPr>
              <a:t>③</a:t>
            </a:r>
          </a:p>
        </p:txBody>
      </p:sp>
      <p:sp>
        <p:nvSpPr>
          <p:cNvPr id="25" name="フローチャート: 他ページ結合子 24">
            <a:extLst>
              <a:ext uri="{FF2B5EF4-FFF2-40B4-BE49-F238E27FC236}">
                <a16:creationId xmlns:a16="http://schemas.microsoft.com/office/drawing/2014/main" id="{975925EA-7407-6B88-E4F5-227D490AD1EA}"/>
              </a:ext>
            </a:extLst>
          </p:cNvPr>
          <p:cNvSpPr/>
          <p:nvPr/>
        </p:nvSpPr>
        <p:spPr>
          <a:xfrm rot="16200000">
            <a:off x="2838981" y="4062676"/>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lang="ja-JP" altLang="en-US" dirty="0">
                <a:solidFill>
                  <a:schemeClr val="tx1">
                    <a:lumMod val="75000"/>
                  </a:schemeClr>
                </a:solidFill>
              </a:rPr>
              <a:t>サブ論点</a:t>
            </a:r>
            <a:endParaRPr lang="en-US" altLang="ja-JP" dirty="0">
              <a:solidFill>
                <a:schemeClr val="tx1">
                  <a:lumMod val="75000"/>
                </a:schemeClr>
              </a:solidFill>
            </a:endParaRPr>
          </a:p>
          <a:p>
            <a:pPr algn="ctr"/>
            <a:r>
              <a:rPr lang="ja-JP" altLang="en-US" dirty="0">
                <a:solidFill>
                  <a:schemeClr val="tx1">
                    <a:lumMod val="75000"/>
                  </a:schemeClr>
                </a:solidFill>
              </a:rPr>
              <a:t>④</a:t>
            </a:r>
          </a:p>
        </p:txBody>
      </p:sp>
      <p:sp>
        <p:nvSpPr>
          <p:cNvPr id="26" name="テキスト ボックス 25">
            <a:extLst>
              <a:ext uri="{FF2B5EF4-FFF2-40B4-BE49-F238E27FC236}">
                <a16:creationId xmlns:a16="http://schemas.microsoft.com/office/drawing/2014/main" id="{DDCC0D48-17E9-1B47-81E4-D95E7E2D3A93}"/>
              </a:ext>
            </a:extLst>
          </p:cNvPr>
          <p:cNvSpPr txBox="1"/>
          <p:nvPr/>
        </p:nvSpPr>
        <p:spPr>
          <a:xfrm>
            <a:off x="6108329" y="309692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あああ</a:t>
            </a:r>
            <a:endParaRPr lang="en-US" altLang="ja-JP" dirty="0"/>
          </a:p>
          <a:p>
            <a:pPr marL="285750" indent="-285750">
              <a:buFont typeface="Arial" panose="020B0604020202020204" pitchFamily="34" charset="0"/>
              <a:buChar char="•"/>
            </a:pPr>
            <a:r>
              <a:rPr kumimoji="1" lang="ja-JP" altLang="en-US" dirty="0"/>
              <a:t>あああ</a:t>
            </a:r>
          </a:p>
        </p:txBody>
      </p:sp>
      <p:sp>
        <p:nvSpPr>
          <p:cNvPr id="27" name="テキスト ボックス 26">
            <a:extLst>
              <a:ext uri="{FF2B5EF4-FFF2-40B4-BE49-F238E27FC236}">
                <a16:creationId xmlns:a16="http://schemas.microsoft.com/office/drawing/2014/main" id="{AB620DCE-D482-1940-B7E3-2AB252C57451}"/>
              </a:ext>
            </a:extLst>
          </p:cNvPr>
          <p:cNvSpPr txBox="1"/>
          <p:nvPr/>
        </p:nvSpPr>
        <p:spPr>
          <a:xfrm>
            <a:off x="6108329" y="405510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あああ</a:t>
            </a:r>
            <a:endParaRPr lang="en-US" altLang="ja-JP" dirty="0"/>
          </a:p>
          <a:p>
            <a:pPr marL="285750" indent="-285750">
              <a:buFont typeface="Arial" panose="020B0604020202020204" pitchFamily="34" charset="0"/>
              <a:buChar char="•"/>
            </a:pPr>
            <a:r>
              <a:rPr kumimoji="1" lang="ja-JP" altLang="en-US" dirty="0"/>
              <a:t>あああ</a:t>
            </a:r>
          </a:p>
        </p:txBody>
      </p:sp>
      <p:sp>
        <p:nvSpPr>
          <p:cNvPr id="28" name="テキスト ボックス 27">
            <a:extLst>
              <a:ext uri="{FF2B5EF4-FFF2-40B4-BE49-F238E27FC236}">
                <a16:creationId xmlns:a16="http://schemas.microsoft.com/office/drawing/2014/main" id="{D19F06BC-6FD8-2450-D3EE-91DE0CEF2C51}"/>
              </a:ext>
            </a:extLst>
          </p:cNvPr>
          <p:cNvSpPr txBox="1"/>
          <p:nvPr/>
        </p:nvSpPr>
        <p:spPr>
          <a:xfrm>
            <a:off x="6108329" y="501328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あああ</a:t>
            </a:r>
            <a:endParaRPr lang="en-US" altLang="ja-JP" dirty="0"/>
          </a:p>
          <a:p>
            <a:pPr marL="285750" indent="-285750">
              <a:buFont typeface="Arial" panose="020B0604020202020204" pitchFamily="34" charset="0"/>
              <a:buChar char="•"/>
            </a:pPr>
            <a:r>
              <a:rPr kumimoji="1" lang="ja-JP" altLang="en-US" dirty="0"/>
              <a:t>あああ</a:t>
            </a:r>
          </a:p>
        </p:txBody>
      </p:sp>
      <p:sp>
        <p:nvSpPr>
          <p:cNvPr id="29" name="テキスト ボックス 28">
            <a:extLst>
              <a:ext uri="{FF2B5EF4-FFF2-40B4-BE49-F238E27FC236}">
                <a16:creationId xmlns:a16="http://schemas.microsoft.com/office/drawing/2014/main" id="{9C5AD6AA-528D-E340-D81B-0FDD29297C4A}"/>
              </a:ext>
            </a:extLst>
          </p:cNvPr>
          <p:cNvSpPr txBox="1"/>
          <p:nvPr/>
        </p:nvSpPr>
        <p:spPr>
          <a:xfrm>
            <a:off x="6108329" y="5826962"/>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あああ</a:t>
            </a:r>
            <a:endParaRPr lang="en-US" altLang="ja-JP" dirty="0"/>
          </a:p>
          <a:p>
            <a:pPr marL="285750" indent="-285750">
              <a:buFont typeface="Arial" panose="020B0604020202020204" pitchFamily="34" charset="0"/>
              <a:buChar char="•"/>
            </a:pPr>
            <a:r>
              <a:rPr kumimoji="1" lang="ja-JP" altLang="en-US" dirty="0"/>
              <a:t>あああ</a:t>
            </a:r>
          </a:p>
        </p:txBody>
      </p:sp>
    </p:spTree>
    <p:extLst>
      <p:ext uri="{BB962C8B-B14F-4D97-AF65-F5344CB8AC3E}">
        <p14:creationId xmlns:p14="http://schemas.microsoft.com/office/powerpoint/2010/main" val="582609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8F37E-2720-C4C5-7191-8B7C83921BE6}"/>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68A2ECC0-C9A5-B5C2-049F-EEF29AFC25A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36967CA4-7516-EDA2-13D9-297271F618F5}"/>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2C10C011-E2C2-7503-9F86-8E7622580407}"/>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　空・雨・傘</a:t>
            </a:r>
            <a:endParaRPr lang="en-US" altLang="ja-JP" dirty="0"/>
          </a:p>
        </p:txBody>
      </p:sp>
      <p:sp>
        <p:nvSpPr>
          <p:cNvPr id="6" name="正方形/長方形 5">
            <a:extLst>
              <a:ext uri="{FF2B5EF4-FFF2-40B4-BE49-F238E27FC236}">
                <a16:creationId xmlns:a16="http://schemas.microsoft.com/office/drawing/2014/main" id="{5DA94B41-54F8-7066-7603-CFB5E621A725}"/>
              </a:ext>
            </a:extLst>
          </p:cNvPr>
          <p:cNvSpPr/>
          <p:nvPr/>
        </p:nvSpPr>
        <p:spPr>
          <a:xfrm>
            <a:off x="342900" y="2184400"/>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rPr>
              <a:t>事実</a:t>
            </a:r>
          </a:p>
        </p:txBody>
      </p:sp>
      <p:sp>
        <p:nvSpPr>
          <p:cNvPr id="7" name="正方形/長方形 6">
            <a:extLst>
              <a:ext uri="{FF2B5EF4-FFF2-40B4-BE49-F238E27FC236}">
                <a16:creationId xmlns:a16="http://schemas.microsoft.com/office/drawing/2014/main" id="{6C880A56-9F1B-5AE5-F8D1-CC898276CF39}"/>
              </a:ext>
            </a:extLst>
          </p:cNvPr>
          <p:cNvSpPr/>
          <p:nvPr/>
        </p:nvSpPr>
        <p:spPr>
          <a:xfrm>
            <a:off x="4212086" y="2184400"/>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rPr>
              <a:t>解釈</a:t>
            </a:r>
            <a:endParaRPr kumimoji="1" lang="ja-JP" altLang="en-US" sz="2400" b="1" dirty="0">
              <a:solidFill>
                <a:schemeClr val="bg1"/>
              </a:solidFill>
            </a:endParaRPr>
          </a:p>
        </p:txBody>
      </p:sp>
      <p:sp>
        <p:nvSpPr>
          <p:cNvPr id="8" name="正方形/長方形 7">
            <a:extLst>
              <a:ext uri="{FF2B5EF4-FFF2-40B4-BE49-F238E27FC236}">
                <a16:creationId xmlns:a16="http://schemas.microsoft.com/office/drawing/2014/main" id="{33F7F62A-2F29-FD7B-1D31-49C01CA9FED9}"/>
              </a:ext>
            </a:extLst>
          </p:cNvPr>
          <p:cNvSpPr/>
          <p:nvPr/>
        </p:nvSpPr>
        <p:spPr>
          <a:xfrm>
            <a:off x="8081272" y="2184400"/>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rPr>
              <a:t>解決策</a:t>
            </a:r>
            <a:endParaRPr kumimoji="1" lang="ja-JP" altLang="en-US" sz="2400" b="1" dirty="0">
              <a:solidFill>
                <a:schemeClr val="bg1"/>
              </a:solidFill>
            </a:endParaRPr>
          </a:p>
        </p:txBody>
      </p:sp>
      <p:cxnSp>
        <p:nvCxnSpPr>
          <p:cNvPr id="10" name="直線コネクタ 9">
            <a:extLst>
              <a:ext uri="{FF2B5EF4-FFF2-40B4-BE49-F238E27FC236}">
                <a16:creationId xmlns:a16="http://schemas.microsoft.com/office/drawing/2014/main" id="{D211F325-7621-8182-AF6F-0CF7B433D28B}"/>
              </a:ext>
            </a:extLst>
          </p:cNvPr>
          <p:cNvCxnSpPr/>
          <p:nvPr/>
        </p:nvCxnSpPr>
        <p:spPr>
          <a:xfrm>
            <a:off x="4057095" y="2184400"/>
            <a:ext cx="0" cy="4527118"/>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86E63EE5-9F40-7316-C246-1312271A9752}"/>
              </a:ext>
            </a:extLst>
          </p:cNvPr>
          <p:cNvCxnSpPr/>
          <p:nvPr/>
        </p:nvCxnSpPr>
        <p:spPr>
          <a:xfrm>
            <a:off x="7936637" y="2184400"/>
            <a:ext cx="0" cy="4527118"/>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3046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C1BAE-D15C-577B-A658-01B0BA568A3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388649A5-27F5-A6D9-6E11-4436077A9990}"/>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91216054-3749-99D2-0943-4F019599D844}"/>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F5C4EEB8-B15B-52B5-9E70-603A66EBDF6A}"/>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graphicFrame>
        <p:nvGraphicFramePr>
          <p:cNvPr id="7" name="表 6">
            <a:extLst>
              <a:ext uri="{FF2B5EF4-FFF2-40B4-BE49-F238E27FC236}">
                <a16:creationId xmlns:a16="http://schemas.microsoft.com/office/drawing/2014/main" id="{46A95763-EE41-6722-57F8-31BDF187C8F5}"/>
              </a:ext>
            </a:extLst>
          </p:cNvPr>
          <p:cNvGraphicFramePr>
            <a:graphicFrameLocks noGrp="1"/>
          </p:cNvGraphicFramePr>
          <p:nvPr>
            <p:extLst>
              <p:ext uri="{D42A27DB-BD31-4B8C-83A1-F6EECF244321}">
                <p14:modId xmlns:p14="http://schemas.microsoft.com/office/powerpoint/2010/main" val="2964305346"/>
              </p:ext>
            </p:extLst>
          </p:nvPr>
        </p:nvGraphicFramePr>
        <p:xfrm>
          <a:off x="330971" y="2451105"/>
          <a:ext cx="11529551" cy="3836918"/>
        </p:xfrm>
        <a:graphic>
          <a:graphicData uri="http://schemas.openxmlformats.org/drawingml/2006/table">
            <a:tbl>
              <a:tblPr firstRow="1" bandRow="1">
                <a:tableStyleId>{F5AB1C69-6EDB-4FF4-983F-18BD219EF322}</a:tableStyleId>
              </a:tblPr>
              <a:tblGrid>
                <a:gridCol w="735829">
                  <a:extLst>
                    <a:ext uri="{9D8B030D-6E8A-4147-A177-3AD203B41FA5}">
                      <a16:colId xmlns:a16="http://schemas.microsoft.com/office/drawing/2014/main" val="851819213"/>
                    </a:ext>
                  </a:extLst>
                </a:gridCol>
                <a:gridCol w="3204922">
                  <a:extLst>
                    <a:ext uri="{9D8B030D-6E8A-4147-A177-3AD203B41FA5}">
                      <a16:colId xmlns:a16="http://schemas.microsoft.com/office/drawing/2014/main" val="618744104"/>
                    </a:ext>
                  </a:extLst>
                </a:gridCol>
                <a:gridCol w="2804400">
                  <a:extLst>
                    <a:ext uri="{9D8B030D-6E8A-4147-A177-3AD203B41FA5}">
                      <a16:colId xmlns:a16="http://schemas.microsoft.com/office/drawing/2014/main" val="952234859"/>
                    </a:ext>
                  </a:extLst>
                </a:gridCol>
                <a:gridCol w="2804400">
                  <a:extLst>
                    <a:ext uri="{9D8B030D-6E8A-4147-A177-3AD203B41FA5}">
                      <a16:colId xmlns:a16="http://schemas.microsoft.com/office/drawing/2014/main" val="3887294553"/>
                    </a:ext>
                  </a:extLst>
                </a:gridCol>
                <a:gridCol w="1980000">
                  <a:extLst>
                    <a:ext uri="{9D8B030D-6E8A-4147-A177-3AD203B41FA5}">
                      <a16:colId xmlns:a16="http://schemas.microsoft.com/office/drawing/2014/main" val="2162630281"/>
                    </a:ext>
                  </a:extLst>
                </a:gridCol>
              </a:tblGrid>
              <a:tr h="473248">
                <a:tc>
                  <a:txBody>
                    <a:bodyPr/>
                    <a:lstStyle/>
                    <a:p>
                      <a:r>
                        <a:rPr kumimoji="1" lang="ja-JP" altLang="en-US" dirty="0"/>
                        <a:t>項番</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列名</a:t>
                      </a:r>
                      <a:r>
                        <a:rPr kumimoji="1" lang="en-US" altLang="ja-JP" dirty="0"/>
                        <a:t>1</a:t>
                      </a:r>
                      <a:endParaRPr kumimoji="1" lang="ja-JP"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列名</a:t>
                      </a:r>
                      <a:r>
                        <a:rPr kumimoji="1" lang="en-US" altLang="ja-JP" dirty="0"/>
                        <a:t>2</a:t>
                      </a:r>
                      <a:endParaRPr kumimoji="1" lang="ja-JP"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列名</a:t>
                      </a:r>
                      <a:r>
                        <a:rPr kumimoji="1" lang="en-US" altLang="ja-JP" dirty="0"/>
                        <a:t>3</a:t>
                      </a:r>
                      <a:endParaRPr kumimoji="1" lang="ja-JP"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672734">
                <a:tc>
                  <a:txBody>
                    <a:bodyPr/>
                    <a:lstStyle/>
                    <a:p>
                      <a:r>
                        <a:rPr kumimoji="1" lang="en-US" altLang="ja-JP" sz="1400" dirty="0"/>
                        <a:t>1</a:t>
                      </a:r>
                    </a:p>
                    <a:p>
                      <a:endParaRPr kumimoji="1" lang="ja-JP" altLang="en-US"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672734">
                <a:tc>
                  <a:txBody>
                    <a:bodyPr/>
                    <a:lstStyle/>
                    <a:p>
                      <a:r>
                        <a:rPr kumimoji="1" lang="en-US" altLang="ja-JP" sz="1400" dirty="0"/>
                        <a:t>2</a:t>
                      </a:r>
                    </a:p>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r>
                        <a:rPr kumimoji="1" lang="ja-JP" altLang="en-US" sz="1400" dirty="0"/>
                        <a:t>強調したいので色付け。</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672734">
                <a:tc>
                  <a:txBody>
                    <a:bodyPr/>
                    <a:lstStyle/>
                    <a:p>
                      <a:r>
                        <a:rPr kumimoji="1" lang="en-US" altLang="ja-JP" sz="1400" dirty="0"/>
                        <a:t>3</a:t>
                      </a:r>
                    </a:p>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672734">
                <a:tc>
                  <a:txBody>
                    <a:bodyPr/>
                    <a:lstStyle/>
                    <a:p>
                      <a:r>
                        <a:rPr kumimoji="1" lang="en-US" altLang="ja-JP" sz="1400" dirty="0"/>
                        <a:t>4</a:t>
                      </a:r>
                    </a:p>
                    <a:p>
                      <a:endParaRPr kumimoji="1" lang="ja-JP" altLang="en-US" sz="1400" dirty="0">
                        <a:highlight>
                          <a:srgbClr val="FFFF00"/>
                        </a:highligh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highlight>
                          <a:srgbClr val="FFFF00"/>
                        </a:highligh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highlight>
                          <a:srgbClr val="FFFF00"/>
                        </a:highligh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highlight>
                          <a:srgbClr val="FFFF00"/>
                        </a:highligh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highlight>
                          <a:srgbClr val="FFFF00"/>
                        </a:highligh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r h="672734">
                <a:tc>
                  <a:txBody>
                    <a:bodyPr/>
                    <a:lstStyle/>
                    <a:p>
                      <a:r>
                        <a:rPr kumimoji="1" lang="en-US" altLang="ja-JP" sz="1400" dirty="0"/>
                        <a:t>5</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2554559"/>
                  </a:ext>
                </a:extLst>
              </a:tr>
            </a:tbl>
          </a:graphicData>
        </a:graphic>
      </p:graphicFrame>
      <p:sp>
        <p:nvSpPr>
          <p:cNvPr id="8" name="タイトル プレースホルダー 1">
            <a:extLst>
              <a:ext uri="{FF2B5EF4-FFF2-40B4-BE49-F238E27FC236}">
                <a16:creationId xmlns:a16="http://schemas.microsoft.com/office/drawing/2014/main" id="{6EB5DB8C-CBEA-7EA7-B4A2-92AA72F31C6D}"/>
              </a:ext>
            </a:extLst>
          </p:cNvPr>
          <p:cNvSpPr txBox="1">
            <a:spLocks/>
          </p:cNvSpPr>
          <p:nvPr/>
        </p:nvSpPr>
        <p:spPr>
          <a:xfrm>
            <a:off x="355600" y="2066929"/>
            <a:ext cx="11506200" cy="31114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Wingdings" panose="05000000000000000000" pitchFamily="2" charset="2"/>
              <a:buChar char="n"/>
            </a:pPr>
            <a:r>
              <a:rPr lang="ja-JP" altLang="en-US" sz="1800" dirty="0"/>
              <a:t>何についての表？</a:t>
            </a:r>
            <a:endParaRPr lang="en-US" altLang="ja-JP" sz="1800" dirty="0"/>
          </a:p>
        </p:txBody>
      </p:sp>
    </p:spTree>
    <p:extLst>
      <p:ext uri="{BB962C8B-B14F-4D97-AF65-F5344CB8AC3E}">
        <p14:creationId xmlns:p14="http://schemas.microsoft.com/office/powerpoint/2010/main" val="2788948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C330B-F9FC-588B-303F-B05C01D83676}"/>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FDAF130C-9B46-83CB-DDDB-0BBF61FDEB38}"/>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4B9737FD-6D7E-3FF2-3A82-303C44E51965}"/>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ED49FECB-4576-4453-0B78-F2536A7C738F}"/>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a:t>
            </a:r>
            <a:r>
              <a:rPr lang="ja-JP" altLang="en-US" dirty="0"/>
              <a:t>参考</a:t>
            </a:r>
            <a:r>
              <a:rPr lang="en-US" altLang="ja-JP" dirty="0"/>
              <a:t>】</a:t>
            </a:r>
            <a:r>
              <a:rPr lang="ja-JP" altLang="en-US" dirty="0"/>
              <a:t>図解はあくまで説明したいことの補助！よって参考と銘打っておきがち</a:t>
            </a:r>
            <a:endParaRPr lang="en-US" altLang="ja-JP" dirty="0"/>
          </a:p>
        </p:txBody>
      </p:sp>
      <p:sp>
        <p:nvSpPr>
          <p:cNvPr id="6" name="正方形/長方形 5">
            <a:extLst>
              <a:ext uri="{FF2B5EF4-FFF2-40B4-BE49-F238E27FC236}">
                <a16:creationId xmlns:a16="http://schemas.microsoft.com/office/drawing/2014/main" id="{9D0BF886-A5C0-D56C-E4D6-68F4B70192EF}"/>
              </a:ext>
            </a:extLst>
          </p:cNvPr>
          <p:cNvSpPr/>
          <p:nvPr/>
        </p:nvSpPr>
        <p:spPr>
          <a:xfrm>
            <a:off x="6972300" y="2184400"/>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10" name="フローチャート: 定義済み処理 9">
            <a:extLst>
              <a:ext uri="{FF2B5EF4-FFF2-40B4-BE49-F238E27FC236}">
                <a16:creationId xmlns:a16="http://schemas.microsoft.com/office/drawing/2014/main" id="{5D94FD6B-8EB3-2CB5-14A8-8DAF9F57EBE5}"/>
              </a:ext>
            </a:extLst>
          </p:cNvPr>
          <p:cNvSpPr/>
          <p:nvPr/>
        </p:nvSpPr>
        <p:spPr>
          <a:xfrm>
            <a:off x="342900" y="2260600"/>
            <a:ext cx="1458000" cy="593728"/>
          </a:xfrm>
          <a:prstGeom prst="flowChartPredefinedProcess">
            <a:avLst/>
          </a:prstGeom>
          <a:solidFill>
            <a:schemeClr val="tx1">
              <a:lumMod val="20000"/>
              <a:lumOff val="80000"/>
            </a:schemeClr>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機能</a:t>
            </a:r>
          </a:p>
        </p:txBody>
      </p:sp>
      <p:sp>
        <p:nvSpPr>
          <p:cNvPr id="11" name="フローチャート: 磁気ディスク 10">
            <a:extLst>
              <a:ext uri="{FF2B5EF4-FFF2-40B4-BE49-F238E27FC236}">
                <a16:creationId xmlns:a16="http://schemas.microsoft.com/office/drawing/2014/main" id="{F78D8F0C-0CC6-8836-B1A8-9442580E3238}"/>
              </a:ext>
            </a:extLst>
          </p:cNvPr>
          <p:cNvSpPr/>
          <p:nvPr/>
        </p:nvSpPr>
        <p:spPr>
          <a:xfrm>
            <a:off x="342900" y="3378203"/>
            <a:ext cx="1458000" cy="698497"/>
          </a:xfrm>
          <a:prstGeom prst="flowChartMagneticDisk">
            <a:avLst/>
          </a:prstGeom>
          <a:solidFill>
            <a:srgbClr val="D9D9D9"/>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lumMod val="75000"/>
                  </a:schemeClr>
                </a:solidFill>
              </a:rPr>
              <a:t>DB</a:t>
            </a:r>
            <a:endParaRPr lang="ja-JP" altLang="en-US" sz="1400" dirty="0">
              <a:solidFill>
                <a:schemeClr val="tx1">
                  <a:lumMod val="75000"/>
                </a:schemeClr>
              </a:solidFill>
            </a:endParaRPr>
          </a:p>
        </p:txBody>
      </p:sp>
      <p:cxnSp>
        <p:nvCxnSpPr>
          <p:cNvPr id="13" name="直線矢印コネクタ 12">
            <a:extLst>
              <a:ext uri="{FF2B5EF4-FFF2-40B4-BE49-F238E27FC236}">
                <a16:creationId xmlns:a16="http://schemas.microsoft.com/office/drawing/2014/main" id="{8C19057D-0BF7-11E4-DFA5-A6FE7B66BFCA}"/>
              </a:ext>
            </a:extLst>
          </p:cNvPr>
          <p:cNvCxnSpPr/>
          <p:nvPr/>
        </p:nvCxnSpPr>
        <p:spPr>
          <a:xfrm>
            <a:off x="342900" y="4457700"/>
            <a:ext cx="1458000" cy="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C974024E-5244-785A-D24D-E0E9C768CFDD}"/>
              </a:ext>
            </a:extLst>
          </p:cNvPr>
          <p:cNvCxnSpPr>
            <a:cxnSpLocks/>
          </p:cNvCxnSpPr>
          <p:nvPr/>
        </p:nvCxnSpPr>
        <p:spPr>
          <a:xfrm flipH="1">
            <a:off x="342900" y="4889500"/>
            <a:ext cx="1445300" cy="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8" name="スマイル 17">
            <a:extLst>
              <a:ext uri="{FF2B5EF4-FFF2-40B4-BE49-F238E27FC236}">
                <a16:creationId xmlns:a16="http://schemas.microsoft.com/office/drawing/2014/main" id="{17357A4B-65CF-C9D7-BBFC-73C09A3ECDDA}"/>
              </a:ext>
            </a:extLst>
          </p:cNvPr>
          <p:cNvSpPr/>
          <p:nvPr/>
        </p:nvSpPr>
        <p:spPr>
          <a:xfrm>
            <a:off x="761430" y="5280036"/>
            <a:ext cx="533969" cy="469888"/>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35912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34B9B-BB89-C322-0741-B027890847F4}"/>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32F799A-581F-36A4-9698-3D590F440734}"/>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7D864C74-200A-7A2E-B610-58C01AA12984}"/>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8A571B44-D375-78C4-8C0A-C508C750CC4B}"/>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シンプルな箇条書き</a:t>
            </a:r>
            <a:endParaRPr lang="en-US" altLang="ja-JP" dirty="0"/>
          </a:p>
        </p:txBody>
      </p:sp>
      <p:graphicFrame>
        <p:nvGraphicFramePr>
          <p:cNvPr id="6" name="表 5">
            <a:extLst>
              <a:ext uri="{FF2B5EF4-FFF2-40B4-BE49-F238E27FC236}">
                <a16:creationId xmlns:a16="http://schemas.microsoft.com/office/drawing/2014/main" id="{12620074-ED3D-4E35-32C9-B98BFF930AB1}"/>
              </a:ext>
            </a:extLst>
          </p:cNvPr>
          <p:cNvGraphicFramePr>
            <a:graphicFrameLocks noGrp="1"/>
          </p:cNvGraphicFramePr>
          <p:nvPr>
            <p:extLst>
              <p:ext uri="{D42A27DB-BD31-4B8C-83A1-F6EECF244321}">
                <p14:modId xmlns:p14="http://schemas.microsoft.com/office/powerpoint/2010/main" val="1731260378"/>
              </p:ext>
            </p:extLst>
          </p:nvPr>
        </p:nvGraphicFramePr>
        <p:xfrm>
          <a:off x="355600" y="2217640"/>
          <a:ext cx="11506200" cy="3067618"/>
        </p:xfrm>
        <a:graphic>
          <a:graphicData uri="http://schemas.openxmlformats.org/drawingml/2006/table">
            <a:tbl>
              <a:tblPr firstRow="1" bandRow="1">
                <a:tableStyleId>{F5AB1C69-6EDB-4FF4-983F-18BD219EF322}</a:tableStyleId>
              </a:tblPr>
              <a:tblGrid>
                <a:gridCol w="988767">
                  <a:extLst>
                    <a:ext uri="{9D8B030D-6E8A-4147-A177-3AD203B41FA5}">
                      <a16:colId xmlns:a16="http://schemas.microsoft.com/office/drawing/2014/main" val="851819213"/>
                    </a:ext>
                  </a:extLst>
                </a:gridCol>
                <a:gridCol w="3227633">
                  <a:extLst>
                    <a:ext uri="{9D8B030D-6E8A-4147-A177-3AD203B41FA5}">
                      <a16:colId xmlns:a16="http://schemas.microsoft.com/office/drawing/2014/main" val="618744104"/>
                    </a:ext>
                  </a:extLst>
                </a:gridCol>
                <a:gridCol w="7289800">
                  <a:extLst>
                    <a:ext uri="{9D8B030D-6E8A-4147-A177-3AD203B41FA5}">
                      <a16:colId xmlns:a16="http://schemas.microsoft.com/office/drawing/2014/main" val="952234859"/>
                    </a:ext>
                  </a:extLst>
                </a:gridCol>
              </a:tblGrid>
              <a:tr h="507298">
                <a:tc>
                  <a:txBody>
                    <a:bodyPr/>
                    <a:lstStyle/>
                    <a:p>
                      <a:r>
                        <a:rPr kumimoji="1" lang="en-US" altLang="ja-JP" dirty="0"/>
                        <a:t>#</a:t>
                      </a:r>
                      <a:endParaRPr kumimoji="1" lang="ja-JP"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項目</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大きな特徴</a:t>
                      </a:r>
                      <a:r>
                        <a:rPr kumimoji="1" lang="en-US" altLang="ja-JP" dirty="0"/>
                        <a:t>1</a:t>
                      </a:r>
                    </a:p>
                    <a:p>
                      <a:endParaRPr kumimoji="1" lang="en-US" altLang="ja-JP"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sz="1400" dirty="0"/>
                        <a:t>内容をかっちり説明</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大きな特徴</a:t>
                      </a:r>
                      <a:r>
                        <a:rPr kumimoji="1" lang="en-US" altLang="ja-JP" dirty="0"/>
                        <a:t>2</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r>
                        <a:rPr kumimoji="1" lang="en-US" altLang="ja-JP" dirty="0"/>
                        <a:t>3</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大きな特徴</a:t>
                      </a:r>
                      <a:r>
                        <a:rPr kumimoji="1" lang="en-US" altLang="ja-JP" dirty="0"/>
                        <a:t>3</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507298">
                <a:tc>
                  <a:txBody>
                    <a:bodyPr/>
                    <a:lstStyle/>
                    <a:p>
                      <a:r>
                        <a:rPr kumimoji="1" lang="en-US" altLang="ja-JP" dirty="0"/>
                        <a:t>4</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bl>
          </a:graphicData>
        </a:graphic>
      </p:graphicFrame>
    </p:spTree>
    <p:extLst>
      <p:ext uri="{BB962C8B-B14F-4D97-AF65-F5344CB8AC3E}">
        <p14:creationId xmlns:p14="http://schemas.microsoft.com/office/powerpoint/2010/main" val="1657378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4126B-B92A-C90D-142A-AFCB35445EDD}"/>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D484BA1D-43DC-6453-7AC8-C61F450DC195}"/>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16AF8C78-DE0B-FB7C-7E86-049905FE0CFF}"/>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5C5ECAB3-281C-C73B-2171-1532BF0062D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イメージも使いつつおしゃれな箇条書き</a:t>
            </a:r>
            <a:endParaRPr lang="en-US" altLang="ja-JP" dirty="0"/>
          </a:p>
        </p:txBody>
      </p:sp>
      <p:sp>
        <p:nvSpPr>
          <p:cNvPr id="5" name="タイトル プレースホルダー 1">
            <a:extLst>
              <a:ext uri="{FF2B5EF4-FFF2-40B4-BE49-F238E27FC236}">
                <a16:creationId xmlns:a16="http://schemas.microsoft.com/office/drawing/2014/main" id="{5D8B55F6-A2C2-FCF8-66A7-E60FA851C604}"/>
              </a:ext>
            </a:extLst>
          </p:cNvPr>
          <p:cNvSpPr txBox="1">
            <a:spLocks/>
          </p:cNvSpPr>
          <p:nvPr/>
        </p:nvSpPr>
        <p:spPr>
          <a:xfrm>
            <a:off x="355600" y="2146304"/>
            <a:ext cx="2609542"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b="1" dirty="0"/>
              <a:t>説明したいもの</a:t>
            </a:r>
            <a:endParaRPr lang="en-US" altLang="ja-JP" sz="1800" b="1" dirty="0"/>
          </a:p>
          <a:p>
            <a:r>
              <a:rPr lang="ja-JP" altLang="en-US" sz="1800" b="1" dirty="0"/>
              <a:t>について</a:t>
            </a:r>
            <a:endParaRPr lang="en-US" altLang="ja-JP" sz="1800" b="1" dirty="0"/>
          </a:p>
          <a:p>
            <a:endParaRPr lang="en-US" altLang="ja-JP" sz="1800" b="1" dirty="0"/>
          </a:p>
          <a:p>
            <a:pPr marL="285750" indent="-285750">
              <a:buFont typeface="Arial" panose="020B0604020202020204" pitchFamily="34" charset="0"/>
              <a:buChar char="•"/>
            </a:pPr>
            <a:r>
              <a:rPr lang="ja-JP" altLang="en-US" sz="1800" b="1" dirty="0"/>
              <a:t>大きい特徴</a:t>
            </a:r>
            <a:r>
              <a:rPr lang="en-US" altLang="ja-JP" sz="1800" b="1" dirty="0"/>
              <a:t>1</a:t>
            </a:r>
          </a:p>
          <a:p>
            <a:pPr marL="285750" indent="-285750">
              <a:buFont typeface="Arial" panose="020B0604020202020204" pitchFamily="34" charset="0"/>
              <a:buChar char="•"/>
            </a:pPr>
            <a:r>
              <a:rPr lang="ja-JP" altLang="en-US" sz="1800" b="1" dirty="0"/>
              <a:t>大きい特徴</a:t>
            </a:r>
            <a:r>
              <a:rPr lang="en-US" altLang="ja-JP" sz="1800" b="1" dirty="0"/>
              <a:t>2</a:t>
            </a:r>
          </a:p>
          <a:p>
            <a:pPr marL="285750" indent="-285750">
              <a:buFont typeface="Arial" panose="020B0604020202020204" pitchFamily="34" charset="0"/>
              <a:buChar char="•"/>
            </a:pPr>
            <a:r>
              <a:rPr lang="ja-JP" altLang="en-US" sz="1800" b="1" dirty="0"/>
              <a:t>大きい特徴</a:t>
            </a:r>
            <a:r>
              <a:rPr lang="en-US" altLang="ja-JP" sz="1800" b="1" dirty="0"/>
              <a:t>3</a:t>
            </a:r>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正方形/長方形 5">
            <a:extLst>
              <a:ext uri="{FF2B5EF4-FFF2-40B4-BE49-F238E27FC236}">
                <a16:creationId xmlns:a16="http://schemas.microsoft.com/office/drawing/2014/main" id="{CF9CE61D-9D86-FDD3-D5B8-969AC5366612}"/>
              </a:ext>
            </a:extLst>
          </p:cNvPr>
          <p:cNvSpPr/>
          <p:nvPr/>
        </p:nvSpPr>
        <p:spPr>
          <a:xfrm>
            <a:off x="3231472" y="2146304"/>
            <a:ext cx="2864528" cy="14625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イメージ</a:t>
            </a:r>
            <a:endParaRPr kumimoji="1" lang="ja-JP" altLang="en-US" dirty="0"/>
          </a:p>
        </p:txBody>
      </p:sp>
      <p:sp>
        <p:nvSpPr>
          <p:cNvPr id="7" name="正方形/長方形 6">
            <a:extLst>
              <a:ext uri="{FF2B5EF4-FFF2-40B4-BE49-F238E27FC236}">
                <a16:creationId xmlns:a16="http://schemas.microsoft.com/office/drawing/2014/main" id="{7EE94637-2744-B99B-C902-582030123518}"/>
              </a:ext>
            </a:extLst>
          </p:cNvPr>
          <p:cNvSpPr/>
          <p:nvPr/>
        </p:nvSpPr>
        <p:spPr>
          <a:xfrm>
            <a:off x="3231472" y="3724081"/>
            <a:ext cx="2864528" cy="14625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t>イメージ</a:t>
            </a:r>
            <a:endParaRPr lang="ja-JP" altLang="en-US" dirty="0"/>
          </a:p>
        </p:txBody>
      </p:sp>
      <p:sp>
        <p:nvSpPr>
          <p:cNvPr id="8" name="正方形/長方形 7">
            <a:extLst>
              <a:ext uri="{FF2B5EF4-FFF2-40B4-BE49-F238E27FC236}">
                <a16:creationId xmlns:a16="http://schemas.microsoft.com/office/drawing/2014/main" id="{11593A89-73DF-789B-294B-52AF5E55C33C}"/>
              </a:ext>
            </a:extLst>
          </p:cNvPr>
          <p:cNvSpPr/>
          <p:nvPr/>
        </p:nvSpPr>
        <p:spPr>
          <a:xfrm>
            <a:off x="3231472" y="5301858"/>
            <a:ext cx="2864528" cy="14625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t>イメージ</a:t>
            </a:r>
            <a:endParaRPr lang="ja-JP" altLang="en-US" dirty="0"/>
          </a:p>
        </p:txBody>
      </p:sp>
      <p:sp>
        <p:nvSpPr>
          <p:cNvPr id="9" name="テキスト ボックス 8">
            <a:extLst>
              <a:ext uri="{FF2B5EF4-FFF2-40B4-BE49-F238E27FC236}">
                <a16:creationId xmlns:a16="http://schemas.microsoft.com/office/drawing/2014/main" id="{99F73615-037B-EC74-7A90-632A4430E67B}"/>
              </a:ext>
            </a:extLst>
          </p:cNvPr>
          <p:cNvSpPr txBox="1"/>
          <p:nvPr/>
        </p:nvSpPr>
        <p:spPr>
          <a:xfrm>
            <a:off x="6197600" y="2146304"/>
            <a:ext cx="5562600" cy="369332"/>
          </a:xfrm>
          <a:prstGeom prst="rect">
            <a:avLst/>
          </a:prstGeom>
          <a:noFill/>
        </p:spPr>
        <p:txBody>
          <a:bodyPr wrap="square" rtlCol="0">
            <a:spAutoFit/>
          </a:bodyPr>
          <a:lstStyle/>
          <a:p>
            <a:r>
              <a:rPr kumimoji="1" lang="ja-JP" altLang="en-US" dirty="0"/>
              <a:t>大きい特徴</a:t>
            </a:r>
            <a:r>
              <a:rPr kumimoji="1" lang="en-US" altLang="ja-JP" dirty="0"/>
              <a:t>1</a:t>
            </a:r>
            <a:endParaRPr kumimoji="1" lang="ja-JP" altLang="en-US" dirty="0"/>
          </a:p>
        </p:txBody>
      </p:sp>
      <p:cxnSp>
        <p:nvCxnSpPr>
          <p:cNvPr id="11" name="直線コネクタ 10">
            <a:extLst>
              <a:ext uri="{FF2B5EF4-FFF2-40B4-BE49-F238E27FC236}">
                <a16:creationId xmlns:a16="http://schemas.microsoft.com/office/drawing/2014/main" id="{8639F152-13AE-1980-A231-3B8B1053C218}"/>
              </a:ext>
            </a:extLst>
          </p:cNvPr>
          <p:cNvCxnSpPr/>
          <p:nvPr/>
        </p:nvCxnSpPr>
        <p:spPr>
          <a:xfrm>
            <a:off x="6248396" y="2472263"/>
            <a:ext cx="5418667"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A591E279-201F-EE33-68EF-9D8E8A3F1C90}"/>
              </a:ext>
            </a:extLst>
          </p:cNvPr>
          <p:cNvSpPr txBox="1"/>
          <p:nvPr/>
        </p:nvSpPr>
        <p:spPr>
          <a:xfrm>
            <a:off x="6197600" y="2515636"/>
            <a:ext cx="5562600" cy="954107"/>
          </a:xfrm>
          <a:prstGeom prst="rect">
            <a:avLst/>
          </a:prstGeom>
          <a:noFill/>
        </p:spPr>
        <p:txBody>
          <a:bodyPr wrap="square" rtlCol="0">
            <a:spAutoFit/>
          </a:bodyPr>
          <a:lstStyle/>
          <a:p>
            <a:pPr marL="285750" indent="-285750">
              <a:buFont typeface="Wingdings" panose="05000000000000000000" pitchFamily="2" charset="2"/>
              <a:buChar char="l"/>
            </a:pPr>
            <a:r>
              <a:rPr lang="en-US" altLang="ja-JP" sz="1400" dirty="0"/>
              <a:t>A</a:t>
            </a:r>
            <a:r>
              <a:rPr lang="ja-JP" altLang="en-US" sz="1400" dirty="0"/>
              <a:t>詳細</a:t>
            </a:r>
            <a:endParaRPr lang="en-US" altLang="ja-JP" sz="1400" dirty="0"/>
          </a:p>
          <a:p>
            <a:pPr marL="285750" indent="-285750">
              <a:buFont typeface="Wingdings" panose="05000000000000000000" pitchFamily="2" charset="2"/>
              <a:buChar char="l"/>
            </a:pPr>
            <a:r>
              <a:rPr kumimoji="1" lang="en-US" altLang="ja-JP" sz="1400" dirty="0"/>
              <a:t>B</a:t>
            </a:r>
            <a:r>
              <a:rPr kumimoji="1" lang="ja-JP" altLang="en-US" sz="1400" dirty="0"/>
              <a:t>詳細</a:t>
            </a:r>
            <a:endParaRPr kumimoji="1" lang="en-US" altLang="ja-JP" sz="1400" dirty="0"/>
          </a:p>
          <a:p>
            <a:pPr marL="285750" indent="-285750">
              <a:buFont typeface="Wingdings" panose="05000000000000000000" pitchFamily="2" charset="2"/>
              <a:buChar char="l"/>
            </a:pPr>
            <a:r>
              <a:rPr lang="en-US" altLang="ja-JP" sz="1400" dirty="0"/>
              <a:t>C</a:t>
            </a:r>
            <a:r>
              <a:rPr lang="ja-JP" altLang="en-US" sz="1400" dirty="0"/>
              <a:t>詳細</a:t>
            </a:r>
            <a:endParaRPr lang="en-US" altLang="ja-JP" sz="1400" dirty="0"/>
          </a:p>
          <a:p>
            <a:pPr marL="285750" indent="-285750">
              <a:buFont typeface="Wingdings" panose="05000000000000000000" pitchFamily="2" charset="2"/>
              <a:buChar char="l"/>
            </a:pPr>
            <a:r>
              <a:rPr kumimoji="1" lang="en-US" altLang="ja-JP" sz="1400" dirty="0"/>
              <a:t>D</a:t>
            </a:r>
            <a:r>
              <a:rPr kumimoji="1" lang="ja-JP" altLang="en-US" sz="1400" dirty="0"/>
              <a:t>詳細</a:t>
            </a:r>
            <a:endParaRPr kumimoji="1" lang="en-US" altLang="ja-JP" sz="1400" dirty="0"/>
          </a:p>
        </p:txBody>
      </p:sp>
      <p:sp>
        <p:nvSpPr>
          <p:cNvPr id="13" name="テキスト ボックス 12">
            <a:extLst>
              <a:ext uri="{FF2B5EF4-FFF2-40B4-BE49-F238E27FC236}">
                <a16:creationId xmlns:a16="http://schemas.microsoft.com/office/drawing/2014/main" id="{4857B1C8-1897-5EF7-AE24-D4149474D263}"/>
              </a:ext>
            </a:extLst>
          </p:cNvPr>
          <p:cNvSpPr txBox="1"/>
          <p:nvPr/>
        </p:nvSpPr>
        <p:spPr>
          <a:xfrm>
            <a:off x="6197600" y="3718261"/>
            <a:ext cx="5562600" cy="369332"/>
          </a:xfrm>
          <a:prstGeom prst="rect">
            <a:avLst/>
          </a:prstGeom>
          <a:noFill/>
        </p:spPr>
        <p:txBody>
          <a:bodyPr wrap="square" rtlCol="0">
            <a:spAutoFit/>
          </a:bodyPr>
          <a:lstStyle/>
          <a:p>
            <a:r>
              <a:rPr kumimoji="1" lang="ja-JP" altLang="en-US" dirty="0"/>
              <a:t>大きい特徴</a:t>
            </a:r>
            <a:r>
              <a:rPr kumimoji="1" lang="en-US" altLang="ja-JP" dirty="0"/>
              <a:t>2</a:t>
            </a:r>
            <a:endParaRPr kumimoji="1" lang="ja-JP" altLang="en-US" dirty="0"/>
          </a:p>
        </p:txBody>
      </p:sp>
      <p:cxnSp>
        <p:nvCxnSpPr>
          <p:cNvPr id="14" name="直線コネクタ 13">
            <a:extLst>
              <a:ext uri="{FF2B5EF4-FFF2-40B4-BE49-F238E27FC236}">
                <a16:creationId xmlns:a16="http://schemas.microsoft.com/office/drawing/2014/main" id="{F4330CC1-25E0-0D1A-43B7-58116425140D}"/>
              </a:ext>
            </a:extLst>
          </p:cNvPr>
          <p:cNvCxnSpPr/>
          <p:nvPr/>
        </p:nvCxnSpPr>
        <p:spPr>
          <a:xfrm>
            <a:off x="6248396" y="4044220"/>
            <a:ext cx="5418667"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B1C433CC-4904-A33A-CC35-666D2332EFB9}"/>
              </a:ext>
            </a:extLst>
          </p:cNvPr>
          <p:cNvSpPr txBox="1"/>
          <p:nvPr/>
        </p:nvSpPr>
        <p:spPr>
          <a:xfrm>
            <a:off x="6197600" y="4087593"/>
            <a:ext cx="5562600" cy="954107"/>
          </a:xfrm>
          <a:prstGeom prst="rect">
            <a:avLst/>
          </a:prstGeom>
          <a:noFill/>
        </p:spPr>
        <p:txBody>
          <a:bodyPr wrap="square" rtlCol="0">
            <a:spAutoFit/>
          </a:bodyPr>
          <a:lstStyle/>
          <a:p>
            <a:pPr marL="285750" indent="-285750">
              <a:buFont typeface="Wingdings" panose="05000000000000000000" pitchFamily="2" charset="2"/>
              <a:buChar char="l"/>
            </a:pPr>
            <a:r>
              <a:rPr lang="en-US" altLang="ja-JP" sz="1400" dirty="0"/>
              <a:t>A</a:t>
            </a:r>
          </a:p>
          <a:p>
            <a:pPr marL="285750" indent="-285750">
              <a:buFont typeface="Wingdings" panose="05000000000000000000" pitchFamily="2" charset="2"/>
              <a:buChar char="l"/>
            </a:pPr>
            <a:r>
              <a:rPr kumimoji="1" lang="en-US" altLang="ja-JP" sz="1400" dirty="0"/>
              <a:t>B</a:t>
            </a:r>
          </a:p>
          <a:p>
            <a:pPr marL="285750" indent="-285750">
              <a:buFont typeface="Wingdings" panose="05000000000000000000" pitchFamily="2" charset="2"/>
              <a:buChar char="l"/>
            </a:pPr>
            <a:r>
              <a:rPr lang="en-US" altLang="ja-JP" sz="1400" dirty="0"/>
              <a:t>C</a:t>
            </a:r>
          </a:p>
          <a:p>
            <a:pPr marL="285750" indent="-285750">
              <a:buFont typeface="Wingdings" panose="05000000000000000000" pitchFamily="2" charset="2"/>
              <a:buChar char="l"/>
            </a:pPr>
            <a:r>
              <a:rPr kumimoji="1" lang="en-US" altLang="ja-JP" sz="1400" dirty="0"/>
              <a:t>D</a:t>
            </a:r>
          </a:p>
        </p:txBody>
      </p:sp>
      <p:sp>
        <p:nvSpPr>
          <p:cNvPr id="16" name="テキスト ボックス 15">
            <a:extLst>
              <a:ext uri="{FF2B5EF4-FFF2-40B4-BE49-F238E27FC236}">
                <a16:creationId xmlns:a16="http://schemas.microsoft.com/office/drawing/2014/main" id="{ED170B57-5790-9C7F-A197-85874927D3DC}"/>
              </a:ext>
            </a:extLst>
          </p:cNvPr>
          <p:cNvSpPr txBox="1"/>
          <p:nvPr/>
        </p:nvSpPr>
        <p:spPr>
          <a:xfrm>
            <a:off x="6197600" y="5297425"/>
            <a:ext cx="5562600" cy="369332"/>
          </a:xfrm>
          <a:prstGeom prst="rect">
            <a:avLst/>
          </a:prstGeom>
          <a:noFill/>
        </p:spPr>
        <p:txBody>
          <a:bodyPr wrap="square" rtlCol="0">
            <a:spAutoFit/>
          </a:bodyPr>
          <a:lstStyle/>
          <a:p>
            <a:r>
              <a:rPr kumimoji="1" lang="ja-JP" altLang="en-US" dirty="0"/>
              <a:t>大きい特徴</a:t>
            </a:r>
            <a:r>
              <a:rPr lang="en-US" altLang="ja-JP" dirty="0"/>
              <a:t>3</a:t>
            </a:r>
            <a:endParaRPr kumimoji="1" lang="ja-JP" altLang="en-US" dirty="0"/>
          </a:p>
        </p:txBody>
      </p:sp>
      <p:cxnSp>
        <p:nvCxnSpPr>
          <p:cNvPr id="17" name="直線コネクタ 16">
            <a:extLst>
              <a:ext uri="{FF2B5EF4-FFF2-40B4-BE49-F238E27FC236}">
                <a16:creationId xmlns:a16="http://schemas.microsoft.com/office/drawing/2014/main" id="{FFE01D81-F897-665A-748F-AFEF2D4A537C}"/>
              </a:ext>
            </a:extLst>
          </p:cNvPr>
          <p:cNvCxnSpPr/>
          <p:nvPr/>
        </p:nvCxnSpPr>
        <p:spPr>
          <a:xfrm>
            <a:off x="6248396" y="5623384"/>
            <a:ext cx="5418667"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テキスト ボックス 17">
            <a:extLst>
              <a:ext uri="{FF2B5EF4-FFF2-40B4-BE49-F238E27FC236}">
                <a16:creationId xmlns:a16="http://schemas.microsoft.com/office/drawing/2014/main" id="{B4E5C92C-33A0-F2F6-25E5-DB0B450CF0C0}"/>
              </a:ext>
            </a:extLst>
          </p:cNvPr>
          <p:cNvSpPr txBox="1"/>
          <p:nvPr/>
        </p:nvSpPr>
        <p:spPr>
          <a:xfrm>
            <a:off x="6197600" y="5666757"/>
            <a:ext cx="5562600" cy="954107"/>
          </a:xfrm>
          <a:prstGeom prst="rect">
            <a:avLst/>
          </a:prstGeom>
          <a:noFill/>
        </p:spPr>
        <p:txBody>
          <a:bodyPr wrap="square" rtlCol="0">
            <a:spAutoFit/>
          </a:bodyPr>
          <a:lstStyle/>
          <a:p>
            <a:pPr marL="285750" indent="-285750">
              <a:buFont typeface="Wingdings" panose="05000000000000000000" pitchFamily="2" charset="2"/>
              <a:buChar char="l"/>
            </a:pPr>
            <a:r>
              <a:rPr lang="en-US" altLang="ja-JP" sz="1400" dirty="0"/>
              <a:t>A</a:t>
            </a:r>
          </a:p>
          <a:p>
            <a:pPr marL="285750" indent="-285750">
              <a:buFont typeface="Wingdings" panose="05000000000000000000" pitchFamily="2" charset="2"/>
              <a:buChar char="l"/>
            </a:pPr>
            <a:r>
              <a:rPr kumimoji="1" lang="en-US" altLang="ja-JP" sz="1400" dirty="0"/>
              <a:t>B</a:t>
            </a:r>
          </a:p>
          <a:p>
            <a:pPr marL="285750" indent="-285750">
              <a:buFont typeface="Wingdings" panose="05000000000000000000" pitchFamily="2" charset="2"/>
              <a:buChar char="l"/>
            </a:pPr>
            <a:r>
              <a:rPr lang="en-US" altLang="ja-JP" sz="1400" dirty="0"/>
              <a:t>C</a:t>
            </a:r>
          </a:p>
          <a:p>
            <a:pPr marL="285750" indent="-285750">
              <a:buFont typeface="Wingdings" panose="05000000000000000000" pitchFamily="2" charset="2"/>
              <a:buChar char="l"/>
            </a:pPr>
            <a:r>
              <a:rPr kumimoji="1" lang="en-US" altLang="ja-JP" sz="1400" dirty="0"/>
              <a:t>D</a:t>
            </a:r>
          </a:p>
        </p:txBody>
      </p:sp>
    </p:spTree>
    <p:extLst>
      <p:ext uri="{BB962C8B-B14F-4D97-AF65-F5344CB8AC3E}">
        <p14:creationId xmlns:p14="http://schemas.microsoft.com/office/powerpoint/2010/main" val="4194565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85827-0CBA-5C00-8DD5-06404499232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24862859-1043-D3FF-BD05-4B83BEE8E8B7}"/>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03EC2628-F3CA-6BA0-3B54-ABFCC7593F28}"/>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EB8DE72A-5D56-A0CF-055C-71C9B4758029}"/>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　複数概念の説明をする</a:t>
            </a:r>
            <a:endParaRPr lang="en-US" altLang="ja-JP" dirty="0"/>
          </a:p>
        </p:txBody>
      </p:sp>
      <p:sp>
        <p:nvSpPr>
          <p:cNvPr id="11" name="正方形/長方形 10">
            <a:extLst>
              <a:ext uri="{FF2B5EF4-FFF2-40B4-BE49-F238E27FC236}">
                <a16:creationId xmlns:a16="http://schemas.microsoft.com/office/drawing/2014/main" id="{B91DB15E-5863-A831-09BA-16FDD63736B4}"/>
              </a:ext>
            </a:extLst>
          </p:cNvPr>
          <p:cNvSpPr/>
          <p:nvPr/>
        </p:nvSpPr>
        <p:spPr>
          <a:xfrm>
            <a:off x="355600" y="2279652"/>
            <a:ext cx="1149346" cy="11493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ああ</a:t>
            </a:r>
          </a:p>
        </p:txBody>
      </p:sp>
      <p:sp>
        <p:nvSpPr>
          <p:cNvPr id="12" name="正方形/長方形 11">
            <a:extLst>
              <a:ext uri="{FF2B5EF4-FFF2-40B4-BE49-F238E27FC236}">
                <a16:creationId xmlns:a16="http://schemas.microsoft.com/office/drawing/2014/main" id="{8182A741-A4C7-1E32-86DE-927EB2E1A28B}"/>
              </a:ext>
            </a:extLst>
          </p:cNvPr>
          <p:cNvSpPr/>
          <p:nvPr/>
        </p:nvSpPr>
        <p:spPr>
          <a:xfrm>
            <a:off x="355600" y="3714749"/>
            <a:ext cx="1149346" cy="11493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いい</a:t>
            </a:r>
          </a:p>
        </p:txBody>
      </p:sp>
      <p:sp>
        <p:nvSpPr>
          <p:cNvPr id="13" name="正方形/長方形 12">
            <a:extLst>
              <a:ext uri="{FF2B5EF4-FFF2-40B4-BE49-F238E27FC236}">
                <a16:creationId xmlns:a16="http://schemas.microsoft.com/office/drawing/2014/main" id="{8C41F1C0-087D-C777-BC24-261F5C00824D}"/>
              </a:ext>
            </a:extLst>
          </p:cNvPr>
          <p:cNvSpPr/>
          <p:nvPr/>
        </p:nvSpPr>
        <p:spPr>
          <a:xfrm>
            <a:off x="355600" y="5149846"/>
            <a:ext cx="1149346" cy="11493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うう</a:t>
            </a:r>
          </a:p>
        </p:txBody>
      </p:sp>
      <p:cxnSp>
        <p:nvCxnSpPr>
          <p:cNvPr id="16" name="直線コネクタ 15">
            <a:extLst>
              <a:ext uri="{FF2B5EF4-FFF2-40B4-BE49-F238E27FC236}">
                <a16:creationId xmlns:a16="http://schemas.microsoft.com/office/drawing/2014/main" id="{A78DD1FB-6AAB-5E29-F612-BA6708D21C1F}"/>
              </a:ext>
            </a:extLst>
          </p:cNvPr>
          <p:cNvCxnSpPr>
            <a:cxnSpLocks/>
          </p:cNvCxnSpPr>
          <p:nvPr/>
        </p:nvCxnSpPr>
        <p:spPr>
          <a:xfrm>
            <a:off x="355600" y="3568700"/>
            <a:ext cx="11506200" cy="0"/>
          </a:xfrm>
          <a:prstGeom prst="line">
            <a:avLst/>
          </a:prstGeom>
          <a:ln w="19050">
            <a:solidFill>
              <a:schemeClr val="tx1">
                <a:lumMod val="60000"/>
                <a:lumOff val="4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1DC66B67-0C2A-AA2C-876D-E0F419C335B4}"/>
              </a:ext>
            </a:extLst>
          </p:cNvPr>
          <p:cNvCxnSpPr>
            <a:cxnSpLocks/>
          </p:cNvCxnSpPr>
          <p:nvPr/>
        </p:nvCxnSpPr>
        <p:spPr>
          <a:xfrm>
            <a:off x="355600" y="5003800"/>
            <a:ext cx="11506200" cy="0"/>
          </a:xfrm>
          <a:prstGeom prst="line">
            <a:avLst/>
          </a:prstGeom>
          <a:ln w="19050">
            <a:solidFill>
              <a:schemeClr val="tx1">
                <a:lumMod val="60000"/>
                <a:lumOff val="40000"/>
              </a:schemeClr>
            </a:solidFill>
            <a:prstDash val="dash"/>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5C910094-A8FE-5A9F-CED1-CE526034CC54}"/>
              </a:ext>
            </a:extLst>
          </p:cNvPr>
          <p:cNvSpPr txBox="1"/>
          <p:nvPr/>
        </p:nvSpPr>
        <p:spPr>
          <a:xfrm>
            <a:off x="1752600" y="2279652"/>
            <a:ext cx="10109200" cy="954107"/>
          </a:xfrm>
          <a:prstGeom prst="rect">
            <a:avLst/>
          </a:prstGeom>
          <a:noFill/>
        </p:spPr>
        <p:txBody>
          <a:bodyPr wrap="square" rtlCol="0">
            <a:spAutoFit/>
          </a:bodyPr>
          <a:lstStyle/>
          <a:p>
            <a:r>
              <a:rPr kumimoji="1" lang="ja-JP" altLang="en-US" sz="1400" dirty="0"/>
              <a:t>あ</a:t>
            </a:r>
            <a:endParaRPr kumimoji="1" lang="en-US" altLang="ja-JP" sz="1400" dirty="0"/>
          </a:p>
          <a:p>
            <a:endParaRPr kumimoji="1" lang="en-US" altLang="ja-JP" sz="1400" dirty="0"/>
          </a:p>
          <a:p>
            <a:endParaRPr lang="en-US" altLang="ja-JP" sz="1400" dirty="0"/>
          </a:p>
          <a:p>
            <a:endParaRPr kumimoji="1" lang="en-US" altLang="ja-JP" sz="1400" dirty="0"/>
          </a:p>
        </p:txBody>
      </p:sp>
      <p:sp>
        <p:nvSpPr>
          <p:cNvPr id="23" name="テキスト ボックス 22">
            <a:extLst>
              <a:ext uri="{FF2B5EF4-FFF2-40B4-BE49-F238E27FC236}">
                <a16:creationId xmlns:a16="http://schemas.microsoft.com/office/drawing/2014/main" id="{833383A7-ADE2-840E-6291-1ED5315064E7}"/>
              </a:ext>
            </a:extLst>
          </p:cNvPr>
          <p:cNvSpPr txBox="1"/>
          <p:nvPr/>
        </p:nvSpPr>
        <p:spPr>
          <a:xfrm>
            <a:off x="1752600" y="3714749"/>
            <a:ext cx="10109200" cy="954107"/>
          </a:xfrm>
          <a:prstGeom prst="rect">
            <a:avLst/>
          </a:prstGeom>
          <a:noFill/>
        </p:spPr>
        <p:txBody>
          <a:bodyPr wrap="square" rtlCol="0">
            <a:spAutoFit/>
          </a:bodyPr>
          <a:lstStyle/>
          <a:p>
            <a:r>
              <a:rPr kumimoji="1" lang="ja-JP" altLang="en-US" sz="1400" dirty="0"/>
              <a:t>あ</a:t>
            </a:r>
            <a:endParaRPr kumimoji="1" lang="en-US" altLang="ja-JP" sz="1400" dirty="0"/>
          </a:p>
          <a:p>
            <a:endParaRPr kumimoji="1" lang="en-US" altLang="ja-JP" sz="1400" dirty="0"/>
          </a:p>
          <a:p>
            <a:endParaRPr lang="en-US" altLang="ja-JP" sz="1400" dirty="0"/>
          </a:p>
          <a:p>
            <a:endParaRPr kumimoji="1" lang="en-US" altLang="ja-JP" sz="1400" dirty="0"/>
          </a:p>
        </p:txBody>
      </p:sp>
      <p:sp>
        <p:nvSpPr>
          <p:cNvPr id="24" name="テキスト ボックス 23">
            <a:extLst>
              <a:ext uri="{FF2B5EF4-FFF2-40B4-BE49-F238E27FC236}">
                <a16:creationId xmlns:a16="http://schemas.microsoft.com/office/drawing/2014/main" id="{3E1F5D7B-545E-FA6B-83D6-FBC2DAC73397}"/>
              </a:ext>
            </a:extLst>
          </p:cNvPr>
          <p:cNvSpPr txBox="1"/>
          <p:nvPr/>
        </p:nvSpPr>
        <p:spPr>
          <a:xfrm>
            <a:off x="1752600" y="5149846"/>
            <a:ext cx="10109200" cy="954107"/>
          </a:xfrm>
          <a:prstGeom prst="rect">
            <a:avLst/>
          </a:prstGeom>
          <a:noFill/>
        </p:spPr>
        <p:txBody>
          <a:bodyPr wrap="square" rtlCol="0">
            <a:spAutoFit/>
          </a:bodyPr>
          <a:lstStyle/>
          <a:p>
            <a:r>
              <a:rPr kumimoji="1" lang="ja-JP" altLang="en-US" sz="1400" dirty="0"/>
              <a:t>あ</a:t>
            </a:r>
            <a:endParaRPr kumimoji="1" lang="en-US" altLang="ja-JP" sz="1400" dirty="0"/>
          </a:p>
          <a:p>
            <a:endParaRPr kumimoji="1" lang="en-US" altLang="ja-JP" sz="1400" dirty="0"/>
          </a:p>
          <a:p>
            <a:endParaRPr lang="en-US" altLang="ja-JP" sz="1400" dirty="0"/>
          </a:p>
          <a:p>
            <a:endParaRPr kumimoji="1" lang="en-US" altLang="ja-JP" sz="1400" dirty="0"/>
          </a:p>
        </p:txBody>
      </p:sp>
    </p:spTree>
    <p:extLst>
      <p:ext uri="{BB962C8B-B14F-4D97-AF65-F5344CB8AC3E}">
        <p14:creationId xmlns:p14="http://schemas.microsoft.com/office/powerpoint/2010/main" val="1155084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DF32A-D3EE-4ED4-C8A8-96BE9F9863EF}"/>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D983B16-5F4F-75CE-3266-3067313572C4}"/>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F23457F6-6102-AE36-8337-65DB91D42569}"/>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0FDBCE1D-31E9-0332-4904-671FB573ABDB}"/>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8" name="正方形/長方形 7">
            <a:extLst>
              <a:ext uri="{FF2B5EF4-FFF2-40B4-BE49-F238E27FC236}">
                <a16:creationId xmlns:a16="http://schemas.microsoft.com/office/drawing/2014/main" id="{5D8CE1ED-9AEF-00EA-B35A-1DB0B4FEDD6F}"/>
              </a:ext>
            </a:extLst>
          </p:cNvPr>
          <p:cNvSpPr/>
          <p:nvPr/>
        </p:nvSpPr>
        <p:spPr>
          <a:xfrm>
            <a:off x="371800" y="2457442"/>
            <a:ext cx="5546400" cy="1771658"/>
          </a:xfrm>
          <a:prstGeom prst="rect">
            <a:avLst/>
          </a:prstGeom>
          <a:solidFill>
            <a:schemeClr val="bg1"/>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a:p>
        </p:txBody>
      </p:sp>
      <p:sp>
        <p:nvSpPr>
          <p:cNvPr id="6" name="正方形/長方形 5">
            <a:extLst>
              <a:ext uri="{FF2B5EF4-FFF2-40B4-BE49-F238E27FC236}">
                <a16:creationId xmlns:a16="http://schemas.microsoft.com/office/drawing/2014/main" id="{530B7CFD-2B24-743C-E1E3-8C932E01CAF8}"/>
              </a:ext>
            </a:extLst>
          </p:cNvPr>
          <p:cNvSpPr/>
          <p:nvPr/>
        </p:nvSpPr>
        <p:spPr>
          <a:xfrm>
            <a:off x="355600" y="2159001"/>
            <a:ext cx="5582416" cy="3015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75000"/>
                  </a:schemeClr>
                </a:solidFill>
              </a:rPr>
              <a:t>A</a:t>
            </a:r>
            <a:endParaRPr kumimoji="1" lang="ja-JP" altLang="en-US" dirty="0">
              <a:solidFill>
                <a:schemeClr val="tx1">
                  <a:lumMod val="75000"/>
                </a:schemeClr>
              </a:solidFill>
            </a:endParaRPr>
          </a:p>
        </p:txBody>
      </p:sp>
      <p:sp>
        <p:nvSpPr>
          <p:cNvPr id="9" name="正方形/長方形 8">
            <a:extLst>
              <a:ext uri="{FF2B5EF4-FFF2-40B4-BE49-F238E27FC236}">
                <a16:creationId xmlns:a16="http://schemas.microsoft.com/office/drawing/2014/main" id="{F74551BA-7C54-8597-74DC-8ACC5D994FAF}"/>
              </a:ext>
            </a:extLst>
          </p:cNvPr>
          <p:cNvSpPr/>
          <p:nvPr/>
        </p:nvSpPr>
        <p:spPr>
          <a:xfrm>
            <a:off x="371800" y="4825982"/>
            <a:ext cx="5546400" cy="1771658"/>
          </a:xfrm>
          <a:prstGeom prst="rect">
            <a:avLst/>
          </a:prstGeom>
          <a:solidFill>
            <a:schemeClr val="bg1"/>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a:p>
        </p:txBody>
      </p:sp>
      <p:sp>
        <p:nvSpPr>
          <p:cNvPr id="10" name="正方形/長方形 9">
            <a:extLst>
              <a:ext uri="{FF2B5EF4-FFF2-40B4-BE49-F238E27FC236}">
                <a16:creationId xmlns:a16="http://schemas.microsoft.com/office/drawing/2014/main" id="{27A8DA5C-2519-379C-09FD-16DE8DA18FF3}"/>
              </a:ext>
            </a:extLst>
          </p:cNvPr>
          <p:cNvSpPr/>
          <p:nvPr/>
        </p:nvSpPr>
        <p:spPr>
          <a:xfrm>
            <a:off x="355600" y="4527541"/>
            <a:ext cx="5582416" cy="3015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lumMod val="75000"/>
                  </a:schemeClr>
                </a:solidFill>
              </a:rPr>
              <a:t>B</a:t>
            </a:r>
            <a:endParaRPr kumimoji="1" lang="ja-JP" altLang="en-US" dirty="0">
              <a:solidFill>
                <a:schemeClr val="tx1">
                  <a:lumMod val="75000"/>
                </a:schemeClr>
              </a:solidFill>
            </a:endParaRPr>
          </a:p>
        </p:txBody>
      </p:sp>
      <p:sp>
        <p:nvSpPr>
          <p:cNvPr id="11" name="正方形/長方形 10">
            <a:extLst>
              <a:ext uri="{FF2B5EF4-FFF2-40B4-BE49-F238E27FC236}">
                <a16:creationId xmlns:a16="http://schemas.microsoft.com/office/drawing/2014/main" id="{16BD3C59-EDFD-F7E1-7F79-49C3738BB4E1}"/>
              </a:ext>
            </a:extLst>
          </p:cNvPr>
          <p:cNvSpPr/>
          <p:nvPr/>
        </p:nvSpPr>
        <p:spPr>
          <a:xfrm>
            <a:off x="6295584" y="4825982"/>
            <a:ext cx="5546400" cy="1771658"/>
          </a:xfrm>
          <a:prstGeom prst="rect">
            <a:avLst/>
          </a:prstGeom>
          <a:solidFill>
            <a:schemeClr val="bg1"/>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a:p>
        </p:txBody>
      </p:sp>
      <p:sp>
        <p:nvSpPr>
          <p:cNvPr id="12" name="正方形/長方形 11">
            <a:extLst>
              <a:ext uri="{FF2B5EF4-FFF2-40B4-BE49-F238E27FC236}">
                <a16:creationId xmlns:a16="http://schemas.microsoft.com/office/drawing/2014/main" id="{8F33359A-5AD4-1402-E636-562D036FC009}"/>
              </a:ext>
            </a:extLst>
          </p:cNvPr>
          <p:cNvSpPr/>
          <p:nvPr/>
        </p:nvSpPr>
        <p:spPr>
          <a:xfrm>
            <a:off x="6279384" y="4527541"/>
            <a:ext cx="5582416" cy="3015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lumMod val="75000"/>
                  </a:schemeClr>
                </a:solidFill>
              </a:rPr>
              <a:t>D</a:t>
            </a:r>
            <a:endParaRPr kumimoji="1" lang="ja-JP" altLang="en-US" dirty="0">
              <a:solidFill>
                <a:schemeClr val="tx1">
                  <a:lumMod val="75000"/>
                </a:schemeClr>
              </a:solidFill>
            </a:endParaRPr>
          </a:p>
        </p:txBody>
      </p:sp>
      <p:sp>
        <p:nvSpPr>
          <p:cNvPr id="13" name="正方形/長方形 12">
            <a:extLst>
              <a:ext uri="{FF2B5EF4-FFF2-40B4-BE49-F238E27FC236}">
                <a16:creationId xmlns:a16="http://schemas.microsoft.com/office/drawing/2014/main" id="{02FE350C-2066-BCBF-8BE5-C00B86DECC1C}"/>
              </a:ext>
            </a:extLst>
          </p:cNvPr>
          <p:cNvSpPr/>
          <p:nvPr/>
        </p:nvSpPr>
        <p:spPr>
          <a:xfrm>
            <a:off x="6295584" y="2478100"/>
            <a:ext cx="5546400" cy="1771658"/>
          </a:xfrm>
          <a:prstGeom prst="rect">
            <a:avLst/>
          </a:prstGeom>
          <a:solidFill>
            <a:schemeClr val="bg1"/>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a:p>
        </p:txBody>
      </p:sp>
      <p:sp>
        <p:nvSpPr>
          <p:cNvPr id="14" name="正方形/長方形 13">
            <a:extLst>
              <a:ext uri="{FF2B5EF4-FFF2-40B4-BE49-F238E27FC236}">
                <a16:creationId xmlns:a16="http://schemas.microsoft.com/office/drawing/2014/main" id="{867519F8-B1FC-A730-E5C1-01A8C6017141}"/>
              </a:ext>
            </a:extLst>
          </p:cNvPr>
          <p:cNvSpPr/>
          <p:nvPr/>
        </p:nvSpPr>
        <p:spPr>
          <a:xfrm>
            <a:off x="6279384" y="2179659"/>
            <a:ext cx="5582416" cy="3015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lumMod val="75000"/>
                  </a:schemeClr>
                </a:solidFill>
              </a:rPr>
              <a:t>C</a:t>
            </a:r>
            <a:endParaRPr kumimoji="1" lang="ja-JP" altLang="en-US" dirty="0">
              <a:solidFill>
                <a:schemeClr val="tx1">
                  <a:lumMod val="75000"/>
                </a:schemeClr>
              </a:solidFill>
            </a:endParaRPr>
          </a:p>
        </p:txBody>
      </p:sp>
      <p:sp>
        <p:nvSpPr>
          <p:cNvPr id="15" name="楕円 14">
            <a:extLst>
              <a:ext uri="{FF2B5EF4-FFF2-40B4-BE49-F238E27FC236}">
                <a16:creationId xmlns:a16="http://schemas.microsoft.com/office/drawing/2014/main" id="{B3D7A379-A8F3-A935-E402-A7B1E524F242}"/>
              </a:ext>
            </a:extLst>
          </p:cNvPr>
          <p:cNvSpPr/>
          <p:nvPr/>
        </p:nvSpPr>
        <p:spPr>
          <a:xfrm>
            <a:off x="5237984" y="3616313"/>
            <a:ext cx="1625600" cy="16256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lumMod val="75000"/>
                  </a:schemeClr>
                </a:solidFill>
              </a:rPr>
              <a:t>なにに</a:t>
            </a:r>
            <a:endParaRPr lang="en-US" altLang="ja-JP" dirty="0">
              <a:solidFill>
                <a:schemeClr val="tx1">
                  <a:lumMod val="75000"/>
                </a:schemeClr>
              </a:solidFill>
            </a:endParaRPr>
          </a:p>
          <a:p>
            <a:pPr algn="ctr"/>
            <a:r>
              <a:rPr lang="ja-JP" altLang="en-US" dirty="0">
                <a:solidFill>
                  <a:schemeClr val="tx1">
                    <a:lumMod val="75000"/>
                  </a:schemeClr>
                </a:solidFill>
              </a:rPr>
              <a:t>ついての</a:t>
            </a:r>
            <a:endParaRPr lang="en-US" altLang="ja-JP" dirty="0">
              <a:solidFill>
                <a:schemeClr val="tx1">
                  <a:lumMod val="75000"/>
                </a:schemeClr>
              </a:solidFill>
            </a:endParaRPr>
          </a:p>
          <a:p>
            <a:pPr algn="ctr"/>
            <a:r>
              <a:rPr kumimoji="1" lang="ja-JP" altLang="en-US" dirty="0">
                <a:solidFill>
                  <a:schemeClr val="tx1">
                    <a:lumMod val="75000"/>
                  </a:schemeClr>
                </a:solidFill>
              </a:rPr>
              <a:t>分割？</a:t>
            </a:r>
          </a:p>
        </p:txBody>
      </p:sp>
    </p:spTree>
    <p:extLst>
      <p:ext uri="{BB962C8B-B14F-4D97-AF65-F5344CB8AC3E}">
        <p14:creationId xmlns:p14="http://schemas.microsoft.com/office/powerpoint/2010/main" val="3714738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577BA-2D60-D6EB-32E0-C3BBCB0228F9}"/>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A111E20A-D56F-CC97-2496-C398D8AB7AB5}"/>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BA9946CA-FED8-9568-3AD1-3A10EDD5BED1}"/>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洞察のプロセス</a:t>
            </a:r>
            <a:endParaRPr lang="en-US" altLang="ja-JP" sz="2800" dirty="0"/>
          </a:p>
        </p:txBody>
      </p:sp>
      <p:sp>
        <p:nvSpPr>
          <p:cNvPr id="4" name="タイトル プレースホルダー 1">
            <a:extLst>
              <a:ext uri="{FF2B5EF4-FFF2-40B4-BE49-F238E27FC236}">
                <a16:creationId xmlns:a16="http://schemas.microsoft.com/office/drawing/2014/main" id="{5D47A94B-E5AE-3CB9-5AED-3000070C4F3C}"/>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8" name="正方形/長方形 7">
            <a:extLst>
              <a:ext uri="{FF2B5EF4-FFF2-40B4-BE49-F238E27FC236}">
                <a16:creationId xmlns:a16="http://schemas.microsoft.com/office/drawing/2014/main" id="{B09E6ED9-C4F4-17FA-E179-8AAA42DCBBB1}"/>
              </a:ext>
            </a:extLst>
          </p:cNvPr>
          <p:cNvSpPr/>
          <p:nvPr/>
        </p:nvSpPr>
        <p:spPr>
          <a:xfrm>
            <a:off x="433792" y="2891065"/>
            <a:ext cx="465108" cy="3416735"/>
          </a:xfrm>
          <a:prstGeom prst="rect">
            <a:avLst/>
          </a:prstGeom>
          <a:solidFill>
            <a:schemeClr val="accent1">
              <a:lumMod val="20000"/>
              <a:lumOff val="80000"/>
            </a:schemeClr>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dirty="0">
                <a:solidFill>
                  <a:schemeClr val="tx1">
                    <a:lumMod val="75000"/>
                  </a:schemeClr>
                </a:solidFill>
              </a:rPr>
              <a:t>洞察</a:t>
            </a:r>
            <a:endParaRPr kumimoji="1" lang="ja-JP" altLang="en-US" dirty="0"/>
          </a:p>
        </p:txBody>
      </p:sp>
      <p:sp>
        <p:nvSpPr>
          <p:cNvPr id="14" name="正方形/長方形 13">
            <a:extLst>
              <a:ext uri="{FF2B5EF4-FFF2-40B4-BE49-F238E27FC236}">
                <a16:creationId xmlns:a16="http://schemas.microsoft.com/office/drawing/2014/main" id="{E67DA372-9D93-00A1-7A23-29A0FAF2CFC0}"/>
              </a:ext>
            </a:extLst>
          </p:cNvPr>
          <p:cNvSpPr/>
          <p:nvPr/>
        </p:nvSpPr>
        <p:spPr>
          <a:xfrm>
            <a:off x="436524" y="2520619"/>
            <a:ext cx="1841725"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75000"/>
                  </a:schemeClr>
                </a:solidFill>
              </a:rPr>
              <a:t>Input</a:t>
            </a:r>
            <a:endParaRPr kumimoji="1" lang="ja-JP" altLang="en-US" dirty="0">
              <a:solidFill>
                <a:schemeClr val="tx1">
                  <a:lumMod val="75000"/>
                </a:schemeClr>
              </a:solidFill>
            </a:endParaRPr>
          </a:p>
        </p:txBody>
      </p:sp>
      <p:sp>
        <p:nvSpPr>
          <p:cNvPr id="5" name="正方形/長方形 4">
            <a:extLst>
              <a:ext uri="{FF2B5EF4-FFF2-40B4-BE49-F238E27FC236}">
                <a16:creationId xmlns:a16="http://schemas.microsoft.com/office/drawing/2014/main" id="{BDDFAE33-7064-E978-BDE5-8B0A5A613C59}"/>
              </a:ext>
            </a:extLst>
          </p:cNvPr>
          <p:cNvSpPr/>
          <p:nvPr/>
        </p:nvSpPr>
        <p:spPr>
          <a:xfrm>
            <a:off x="436525" y="6373896"/>
            <a:ext cx="1841724" cy="30432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lumMod val="75000"/>
                  </a:schemeClr>
                </a:solidFill>
              </a:rPr>
              <a:t>Out</a:t>
            </a:r>
            <a:r>
              <a:rPr kumimoji="1" lang="en-US" altLang="ja-JP" dirty="0">
                <a:solidFill>
                  <a:schemeClr val="tx1">
                    <a:lumMod val="75000"/>
                  </a:schemeClr>
                </a:solidFill>
              </a:rPr>
              <a:t>put</a:t>
            </a:r>
            <a:endParaRPr kumimoji="1" lang="ja-JP" altLang="en-US" dirty="0">
              <a:solidFill>
                <a:schemeClr val="tx1">
                  <a:lumMod val="75000"/>
                </a:schemeClr>
              </a:solidFill>
            </a:endParaRPr>
          </a:p>
        </p:txBody>
      </p:sp>
      <p:sp>
        <p:nvSpPr>
          <p:cNvPr id="7" name="正方形/長方形 6">
            <a:extLst>
              <a:ext uri="{FF2B5EF4-FFF2-40B4-BE49-F238E27FC236}">
                <a16:creationId xmlns:a16="http://schemas.microsoft.com/office/drawing/2014/main" id="{D59428F2-7D30-91B9-0216-4582EEE1A01C}"/>
              </a:ext>
            </a:extLst>
          </p:cNvPr>
          <p:cNvSpPr/>
          <p:nvPr/>
        </p:nvSpPr>
        <p:spPr>
          <a:xfrm>
            <a:off x="1131375" y="2891064"/>
            <a:ext cx="1146874" cy="95251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75000"/>
                  </a:schemeClr>
                </a:solidFill>
              </a:rPr>
              <a:t>整理整頓</a:t>
            </a:r>
          </a:p>
        </p:txBody>
      </p:sp>
      <p:sp>
        <p:nvSpPr>
          <p:cNvPr id="16" name="正方形/長方形 15">
            <a:extLst>
              <a:ext uri="{FF2B5EF4-FFF2-40B4-BE49-F238E27FC236}">
                <a16:creationId xmlns:a16="http://schemas.microsoft.com/office/drawing/2014/main" id="{50F46E8A-8156-E4C6-99E2-CAF97CC54475}"/>
              </a:ext>
            </a:extLst>
          </p:cNvPr>
          <p:cNvSpPr/>
          <p:nvPr/>
        </p:nvSpPr>
        <p:spPr>
          <a:xfrm>
            <a:off x="1131375" y="4123163"/>
            <a:ext cx="1146874" cy="95251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75000"/>
                  </a:schemeClr>
                </a:solidFill>
              </a:rPr>
              <a:t>抽出</a:t>
            </a:r>
          </a:p>
        </p:txBody>
      </p:sp>
      <p:sp>
        <p:nvSpPr>
          <p:cNvPr id="17" name="正方形/長方形 16">
            <a:extLst>
              <a:ext uri="{FF2B5EF4-FFF2-40B4-BE49-F238E27FC236}">
                <a16:creationId xmlns:a16="http://schemas.microsoft.com/office/drawing/2014/main" id="{7C742F23-8601-ACD2-F335-E3A5F91CD28B}"/>
              </a:ext>
            </a:extLst>
          </p:cNvPr>
          <p:cNvSpPr/>
          <p:nvPr/>
        </p:nvSpPr>
        <p:spPr>
          <a:xfrm>
            <a:off x="1131375" y="5355262"/>
            <a:ext cx="1146874" cy="95251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75000"/>
                  </a:schemeClr>
                </a:solidFill>
              </a:rPr>
              <a:t>示唆化</a:t>
            </a:r>
          </a:p>
        </p:txBody>
      </p:sp>
      <p:sp>
        <p:nvSpPr>
          <p:cNvPr id="18" name="フローチャート: 他ページ結合子 17">
            <a:extLst>
              <a:ext uri="{FF2B5EF4-FFF2-40B4-BE49-F238E27FC236}">
                <a16:creationId xmlns:a16="http://schemas.microsoft.com/office/drawing/2014/main" id="{ABABD34D-D65B-8DE5-0476-92F06D74B0E2}"/>
              </a:ext>
            </a:extLst>
          </p:cNvPr>
          <p:cNvSpPr/>
          <p:nvPr/>
        </p:nvSpPr>
        <p:spPr>
          <a:xfrm rot="16200000">
            <a:off x="3841306" y="844498"/>
            <a:ext cx="304326" cy="2861874"/>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en-US" altLang="ja-JP" sz="1400" dirty="0">
                <a:solidFill>
                  <a:schemeClr val="tx1">
                    <a:lumMod val="75000"/>
                  </a:schemeClr>
                </a:solidFill>
              </a:rPr>
              <a:t>Ⅰ.</a:t>
            </a:r>
            <a:r>
              <a:rPr lang="ja-JP" altLang="en-US" sz="1400" dirty="0">
                <a:solidFill>
                  <a:schemeClr val="tx1">
                    <a:lumMod val="75000"/>
                  </a:schemeClr>
                </a:solidFill>
              </a:rPr>
              <a:t>現状の把握</a:t>
            </a:r>
            <a:endParaRPr lang="en-US" altLang="ja-JP" sz="1400" dirty="0">
              <a:solidFill>
                <a:schemeClr val="tx1">
                  <a:lumMod val="75000"/>
                </a:schemeClr>
              </a:solidFill>
            </a:endParaRPr>
          </a:p>
        </p:txBody>
      </p:sp>
      <p:sp>
        <p:nvSpPr>
          <p:cNvPr id="19" name="フローチャート: 他ページ結合子 18">
            <a:extLst>
              <a:ext uri="{FF2B5EF4-FFF2-40B4-BE49-F238E27FC236}">
                <a16:creationId xmlns:a16="http://schemas.microsoft.com/office/drawing/2014/main" id="{822F2098-6DEA-561E-2E42-FE979A777ED9}"/>
              </a:ext>
            </a:extLst>
          </p:cNvPr>
          <p:cNvSpPr/>
          <p:nvPr/>
        </p:nvSpPr>
        <p:spPr>
          <a:xfrm rot="16200000">
            <a:off x="6987463" y="844498"/>
            <a:ext cx="304326" cy="2861874"/>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en-US" altLang="ja-JP" sz="1400" dirty="0">
                <a:solidFill>
                  <a:schemeClr val="tx1">
                    <a:lumMod val="75000"/>
                  </a:schemeClr>
                </a:solidFill>
              </a:rPr>
              <a:t>Ⅱ.</a:t>
            </a:r>
            <a:r>
              <a:rPr lang="ja-JP" altLang="en-US" sz="1400" dirty="0">
                <a:solidFill>
                  <a:schemeClr val="tx1">
                    <a:lumMod val="75000"/>
                  </a:schemeClr>
                </a:solidFill>
              </a:rPr>
              <a:t>実現したい状態の</a:t>
            </a:r>
            <a:endParaRPr lang="en-US" altLang="ja-JP" sz="1400" dirty="0">
              <a:solidFill>
                <a:schemeClr val="tx1">
                  <a:lumMod val="75000"/>
                </a:schemeClr>
              </a:solidFill>
            </a:endParaRPr>
          </a:p>
          <a:p>
            <a:pPr algn="ctr"/>
            <a:r>
              <a:rPr lang="ja-JP" altLang="en-US" sz="1400" dirty="0">
                <a:solidFill>
                  <a:schemeClr val="tx1">
                    <a:lumMod val="75000"/>
                  </a:schemeClr>
                </a:solidFill>
              </a:rPr>
              <a:t>明確化</a:t>
            </a:r>
            <a:endParaRPr lang="en-US" altLang="ja-JP" sz="1400" dirty="0">
              <a:solidFill>
                <a:schemeClr val="tx1">
                  <a:lumMod val="75000"/>
                </a:schemeClr>
              </a:solidFill>
            </a:endParaRPr>
          </a:p>
        </p:txBody>
      </p:sp>
      <p:sp>
        <p:nvSpPr>
          <p:cNvPr id="20" name="フローチャート: 他ページ結合子 19">
            <a:extLst>
              <a:ext uri="{FF2B5EF4-FFF2-40B4-BE49-F238E27FC236}">
                <a16:creationId xmlns:a16="http://schemas.microsoft.com/office/drawing/2014/main" id="{DD88FA71-992B-7D55-835F-A369119D2A71}"/>
              </a:ext>
            </a:extLst>
          </p:cNvPr>
          <p:cNvSpPr/>
          <p:nvPr/>
        </p:nvSpPr>
        <p:spPr>
          <a:xfrm rot="16200000">
            <a:off x="10133621" y="844497"/>
            <a:ext cx="304324" cy="2861874"/>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en-US" altLang="ja-JP" sz="1400" dirty="0">
                <a:solidFill>
                  <a:schemeClr val="tx1">
                    <a:lumMod val="75000"/>
                  </a:schemeClr>
                </a:solidFill>
              </a:rPr>
              <a:t>Ⅲ.</a:t>
            </a:r>
            <a:r>
              <a:rPr lang="ja-JP" altLang="en-US" sz="1400" dirty="0">
                <a:solidFill>
                  <a:schemeClr val="tx1">
                    <a:lumMod val="75000"/>
                  </a:schemeClr>
                </a:solidFill>
              </a:rPr>
              <a:t>打ち手の策定</a:t>
            </a:r>
            <a:endParaRPr lang="en-US" altLang="ja-JP" sz="1400" dirty="0">
              <a:solidFill>
                <a:schemeClr val="tx1">
                  <a:lumMod val="75000"/>
                </a:schemeClr>
              </a:solidFill>
            </a:endParaRPr>
          </a:p>
        </p:txBody>
      </p:sp>
      <p:sp>
        <p:nvSpPr>
          <p:cNvPr id="21" name="正方形/長方形 20">
            <a:extLst>
              <a:ext uri="{FF2B5EF4-FFF2-40B4-BE49-F238E27FC236}">
                <a16:creationId xmlns:a16="http://schemas.microsoft.com/office/drawing/2014/main" id="{51060E12-0AA4-641B-C18A-859BADCC9E3F}"/>
              </a:ext>
            </a:extLst>
          </p:cNvPr>
          <p:cNvSpPr/>
          <p:nvPr/>
        </p:nvSpPr>
        <p:spPr>
          <a:xfrm>
            <a:off x="2562532" y="2891064"/>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en-US" altLang="ja-JP" dirty="0">
                <a:solidFill>
                  <a:schemeClr val="tx1">
                    <a:lumMod val="75000"/>
                  </a:schemeClr>
                </a:solidFill>
              </a:rPr>
              <a:t>Input</a:t>
            </a:r>
            <a:r>
              <a:rPr lang="ja-JP" altLang="en-US" dirty="0">
                <a:solidFill>
                  <a:schemeClr val="tx1">
                    <a:lumMod val="75000"/>
                  </a:schemeClr>
                </a:solidFill>
              </a:rPr>
              <a:t>情報の整理</a:t>
            </a:r>
            <a:endParaRPr lang="en-US" altLang="ja-JP" dirty="0">
              <a:solidFill>
                <a:schemeClr val="tx1">
                  <a:lumMod val="75000"/>
                </a:schemeClr>
              </a:solidFill>
            </a:endParaRPr>
          </a:p>
          <a:p>
            <a:pPr marL="285750" indent="-285750">
              <a:buFont typeface="Wingdings" panose="05000000000000000000" pitchFamily="2" charset="2"/>
              <a:buChar char="ü"/>
            </a:pPr>
            <a:r>
              <a:rPr kumimoji="1" lang="ja-JP" altLang="en-US" dirty="0">
                <a:solidFill>
                  <a:schemeClr val="tx1">
                    <a:lumMod val="75000"/>
                  </a:schemeClr>
                </a:solidFill>
              </a:rPr>
              <a:t>疑わしきは捨てる</a:t>
            </a:r>
            <a:endParaRPr kumimoji="1" lang="en-US" altLang="ja-JP" dirty="0">
              <a:solidFill>
                <a:schemeClr val="tx1">
                  <a:lumMod val="75000"/>
                </a:schemeClr>
              </a:solidFill>
            </a:endParaRPr>
          </a:p>
          <a:p>
            <a:pPr marL="285750" indent="-285750">
              <a:buFont typeface="Wingdings" panose="05000000000000000000" pitchFamily="2" charset="2"/>
              <a:buChar char="ü"/>
            </a:pPr>
            <a:r>
              <a:rPr lang="ja-JP" altLang="en-US" dirty="0">
                <a:solidFill>
                  <a:schemeClr val="tx1">
                    <a:lumMod val="75000"/>
                  </a:schemeClr>
                </a:solidFill>
              </a:rPr>
              <a:t>不足を補う</a:t>
            </a:r>
            <a:r>
              <a:rPr lang="en-US" altLang="ja-JP" dirty="0">
                <a:solidFill>
                  <a:schemeClr val="tx1">
                    <a:lumMod val="75000"/>
                  </a:schemeClr>
                </a:solidFill>
              </a:rPr>
              <a:t>/</a:t>
            </a:r>
            <a:r>
              <a:rPr lang="ja-JP" altLang="en-US" dirty="0">
                <a:solidFill>
                  <a:schemeClr val="tx1">
                    <a:lumMod val="75000"/>
                  </a:schemeClr>
                </a:solidFill>
              </a:rPr>
              <a:t>類推する</a:t>
            </a:r>
            <a:endParaRPr kumimoji="1" lang="ja-JP" altLang="en-US" dirty="0">
              <a:solidFill>
                <a:schemeClr val="tx1">
                  <a:lumMod val="75000"/>
                </a:schemeClr>
              </a:solidFill>
            </a:endParaRPr>
          </a:p>
        </p:txBody>
      </p:sp>
      <p:sp>
        <p:nvSpPr>
          <p:cNvPr id="22" name="正方形/長方形 21">
            <a:extLst>
              <a:ext uri="{FF2B5EF4-FFF2-40B4-BE49-F238E27FC236}">
                <a16:creationId xmlns:a16="http://schemas.microsoft.com/office/drawing/2014/main" id="{D78E396F-6C59-B388-1301-A13C2CB69551}"/>
              </a:ext>
            </a:extLst>
          </p:cNvPr>
          <p:cNvSpPr/>
          <p:nvPr/>
        </p:nvSpPr>
        <p:spPr>
          <a:xfrm>
            <a:off x="2562532" y="4123163"/>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情報をもとに本質を抽出</a:t>
            </a:r>
            <a:endParaRPr kumimoji="1" lang="ja-JP" altLang="en-US" dirty="0">
              <a:solidFill>
                <a:schemeClr val="tx1">
                  <a:lumMod val="75000"/>
                </a:schemeClr>
              </a:solidFill>
            </a:endParaRPr>
          </a:p>
        </p:txBody>
      </p:sp>
      <p:sp>
        <p:nvSpPr>
          <p:cNvPr id="23" name="正方形/長方形 22">
            <a:extLst>
              <a:ext uri="{FF2B5EF4-FFF2-40B4-BE49-F238E27FC236}">
                <a16:creationId xmlns:a16="http://schemas.microsoft.com/office/drawing/2014/main" id="{A87CF794-258E-A1A1-6D51-3B0090157DB8}"/>
              </a:ext>
            </a:extLst>
          </p:cNvPr>
          <p:cNvSpPr/>
          <p:nvPr/>
        </p:nvSpPr>
        <p:spPr>
          <a:xfrm>
            <a:off x="2562532" y="5355262"/>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本質から「主体にとっての意味」を導出</a:t>
            </a:r>
            <a:endParaRPr kumimoji="1" lang="ja-JP" altLang="en-US" dirty="0">
              <a:solidFill>
                <a:schemeClr val="tx1">
                  <a:lumMod val="75000"/>
                </a:schemeClr>
              </a:solidFill>
            </a:endParaRPr>
          </a:p>
        </p:txBody>
      </p:sp>
      <p:sp>
        <p:nvSpPr>
          <p:cNvPr id="27" name="正方形/長方形 26">
            <a:extLst>
              <a:ext uri="{FF2B5EF4-FFF2-40B4-BE49-F238E27FC236}">
                <a16:creationId xmlns:a16="http://schemas.microsoft.com/office/drawing/2014/main" id="{F075CE55-A7AD-B36B-E7AB-8DC2D026D211}"/>
              </a:ext>
            </a:extLst>
          </p:cNvPr>
          <p:cNvSpPr/>
          <p:nvPr/>
        </p:nvSpPr>
        <p:spPr>
          <a:xfrm>
            <a:off x="5708689" y="2891064"/>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客観情報の整理</a:t>
            </a:r>
            <a:endParaRPr lang="en-US" altLang="ja-JP" dirty="0">
              <a:solidFill>
                <a:schemeClr val="tx1">
                  <a:lumMod val="75000"/>
                </a:schemeClr>
              </a:solidFill>
            </a:endParaRPr>
          </a:p>
          <a:p>
            <a:pPr marL="285750" indent="-285750">
              <a:buFont typeface="Wingdings" panose="05000000000000000000" pitchFamily="2" charset="2"/>
              <a:buChar char="ü"/>
            </a:pPr>
            <a:r>
              <a:rPr kumimoji="1" lang="ja-JP" altLang="en-US" dirty="0">
                <a:solidFill>
                  <a:schemeClr val="tx1">
                    <a:lumMod val="75000"/>
                  </a:schemeClr>
                </a:solidFill>
              </a:rPr>
              <a:t>主観情報の優先順位付け</a:t>
            </a:r>
          </a:p>
        </p:txBody>
      </p:sp>
      <p:sp>
        <p:nvSpPr>
          <p:cNvPr id="28" name="正方形/長方形 27">
            <a:extLst>
              <a:ext uri="{FF2B5EF4-FFF2-40B4-BE49-F238E27FC236}">
                <a16:creationId xmlns:a16="http://schemas.microsoft.com/office/drawing/2014/main" id="{C72096DA-7549-92E8-616F-1E72F34C76EF}"/>
              </a:ext>
            </a:extLst>
          </p:cNvPr>
          <p:cNvSpPr/>
          <p:nvPr/>
        </p:nvSpPr>
        <p:spPr>
          <a:xfrm>
            <a:off x="5708689" y="4123163"/>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客観情報を用いて、仮説的構造を抽出</a:t>
            </a:r>
            <a:endParaRPr kumimoji="1" lang="ja-JP" altLang="en-US" dirty="0">
              <a:solidFill>
                <a:schemeClr val="tx1">
                  <a:lumMod val="75000"/>
                </a:schemeClr>
              </a:solidFill>
            </a:endParaRPr>
          </a:p>
        </p:txBody>
      </p:sp>
      <p:sp>
        <p:nvSpPr>
          <p:cNvPr id="29" name="正方形/長方形 28">
            <a:extLst>
              <a:ext uri="{FF2B5EF4-FFF2-40B4-BE49-F238E27FC236}">
                <a16:creationId xmlns:a16="http://schemas.microsoft.com/office/drawing/2014/main" id="{A04816CA-60DB-5C68-179E-286AE194D8DC}"/>
              </a:ext>
            </a:extLst>
          </p:cNvPr>
          <p:cNvSpPr/>
          <p:nvPr/>
        </p:nvSpPr>
        <p:spPr>
          <a:xfrm>
            <a:off x="5708689" y="5355262"/>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主観的情報と仮説的構造を組み合わせる</a:t>
            </a:r>
            <a:endParaRPr kumimoji="1" lang="ja-JP" altLang="en-US" dirty="0">
              <a:solidFill>
                <a:schemeClr val="tx1">
                  <a:lumMod val="75000"/>
                </a:schemeClr>
              </a:solidFill>
            </a:endParaRPr>
          </a:p>
        </p:txBody>
      </p:sp>
      <p:sp>
        <p:nvSpPr>
          <p:cNvPr id="30" name="正方形/長方形 29">
            <a:extLst>
              <a:ext uri="{FF2B5EF4-FFF2-40B4-BE49-F238E27FC236}">
                <a16:creationId xmlns:a16="http://schemas.microsoft.com/office/drawing/2014/main" id="{CD3C1337-0A38-FE77-FCB6-D2806BB3051F}"/>
              </a:ext>
            </a:extLst>
          </p:cNvPr>
          <p:cNvSpPr/>
          <p:nvPr/>
        </p:nvSpPr>
        <p:spPr>
          <a:xfrm>
            <a:off x="8854846" y="2891064"/>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打ち手オプションの</a:t>
            </a:r>
            <a:br>
              <a:rPr lang="en-US" altLang="ja-JP" dirty="0">
                <a:solidFill>
                  <a:schemeClr val="tx1">
                    <a:lumMod val="75000"/>
                  </a:schemeClr>
                </a:solidFill>
              </a:rPr>
            </a:br>
            <a:r>
              <a:rPr lang="ja-JP" altLang="en-US" dirty="0">
                <a:solidFill>
                  <a:schemeClr val="tx1">
                    <a:lumMod val="75000"/>
                  </a:schemeClr>
                </a:solidFill>
              </a:rPr>
              <a:t>洗い出しと整理</a:t>
            </a:r>
            <a:endParaRPr kumimoji="1" lang="ja-JP" altLang="en-US" dirty="0">
              <a:solidFill>
                <a:schemeClr val="tx1">
                  <a:lumMod val="75000"/>
                </a:schemeClr>
              </a:solidFill>
            </a:endParaRPr>
          </a:p>
        </p:txBody>
      </p:sp>
      <p:sp>
        <p:nvSpPr>
          <p:cNvPr id="31" name="正方形/長方形 30">
            <a:extLst>
              <a:ext uri="{FF2B5EF4-FFF2-40B4-BE49-F238E27FC236}">
                <a16:creationId xmlns:a16="http://schemas.microsoft.com/office/drawing/2014/main" id="{3E9BD067-5CE9-8668-C114-362EA88C0EC0}"/>
              </a:ext>
            </a:extLst>
          </p:cNvPr>
          <p:cNvSpPr/>
          <p:nvPr/>
        </p:nvSpPr>
        <p:spPr>
          <a:xfrm>
            <a:off x="8854846" y="4123163"/>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真の制約条件抽出</a:t>
            </a:r>
            <a:endParaRPr kumimoji="1" lang="ja-JP" altLang="en-US" dirty="0">
              <a:solidFill>
                <a:schemeClr val="tx1">
                  <a:lumMod val="75000"/>
                </a:schemeClr>
              </a:solidFill>
            </a:endParaRPr>
          </a:p>
        </p:txBody>
      </p:sp>
      <p:sp>
        <p:nvSpPr>
          <p:cNvPr id="32" name="正方形/長方形 31">
            <a:extLst>
              <a:ext uri="{FF2B5EF4-FFF2-40B4-BE49-F238E27FC236}">
                <a16:creationId xmlns:a16="http://schemas.microsoft.com/office/drawing/2014/main" id="{49B2A18B-1A12-170A-770C-1CA1AA3189A0}"/>
              </a:ext>
            </a:extLst>
          </p:cNvPr>
          <p:cNvSpPr/>
          <p:nvPr/>
        </p:nvSpPr>
        <p:spPr>
          <a:xfrm>
            <a:off x="8854846" y="5355262"/>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主観的情報を交えたオプション評価</a:t>
            </a:r>
            <a:endParaRPr kumimoji="1" lang="ja-JP" altLang="en-US" dirty="0">
              <a:solidFill>
                <a:schemeClr val="tx1">
                  <a:lumMod val="75000"/>
                </a:schemeClr>
              </a:solidFill>
            </a:endParaRPr>
          </a:p>
        </p:txBody>
      </p:sp>
      <p:sp>
        <p:nvSpPr>
          <p:cNvPr id="34" name="正方形/長方形 33">
            <a:extLst>
              <a:ext uri="{FF2B5EF4-FFF2-40B4-BE49-F238E27FC236}">
                <a16:creationId xmlns:a16="http://schemas.microsoft.com/office/drawing/2014/main" id="{584AEA9A-0390-CC7E-E101-D2B666DF5B38}"/>
              </a:ext>
            </a:extLst>
          </p:cNvPr>
          <p:cNvSpPr/>
          <p:nvPr/>
        </p:nvSpPr>
        <p:spPr>
          <a:xfrm>
            <a:off x="2562532" y="2520619"/>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kumimoji="1" lang="ja-JP" altLang="en-US" dirty="0">
                <a:solidFill>
                  <a:schemeClr val="tx1">
                    <a:lumMod val="75000"/>
                  </a:schemeClr>
                </a:solidFill>
              </a:rPr>
              <a:t>客観情報</a:t>
            </a:r>
          </a:p>
        </p:txBody>
      </p:sp>
      <p:sp>
        <p:nvSpPr>
          <p:cNvPr id="35" name="正方形/長方形 34">
            <a:extLst>
              <a:ext uri="{FF2B5EF4-FFF2-40B4-BE49-F238E27FC236}">
                <a16:creationId xmlns:a16="http://schemas.microsoft.com/office/drawing/2014/main" id="{1C50A700-36C2-CBF3-1481-3A7EA6894C67}"/>
              </a:ext>
            </a:extLst>
          </p:cNvPr>
          <p:cNvSpPr/>
          <p:nvPr/>
        </p:nvSpPr>
        <p:spPr>
          <a:xfrm>
            <a:off x="5708689" y="2520619"/>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ja-JP" altLang="en-US" dirty="0">
                <a:solidFill>
                  <a:schemeClr val="tx1">
                    <a:lumMod val="75000"/>
                  </a:schemeClr>
                </a:solidFill>
              </a:rPr>
              <a:t>客観情報</a:t>
            </a:r>
            <a:r>
              <a:rPr lang="en-US" altLang="ja-JP" dirty="0">
                <a:solidFill>
                  <a:schemeClr val="tx1">
                    <a:lumMod val="75000"/>
                  </a:schemeClr>
                </a:solidFill>
              </a:rPr>
              <a:t>/</a:t>
            </a:r>
            <a:r>
              <a:rPr lang="ja-JP" altLang="en-US" dirty="0">
                <a:solidFill>
                  <a:schemeClr val="tx1">
                    <a:lumMod val="75000"/>
                  </a:schemeClr>
                </a:solidFill>
              </a:rPr>
              <a:t>主観情報</a:t>
            </a:r>
            <a:endParaRPr kumimoji="1" lang="ja-JP" altLang="en-US" dirty="0">
              <a:solidFill>
                <a:schemeClr val="tx1">
                  <a:lumMod val="75000"/>
                </a:schemeClr>
              </a:solidFill>
            </a:endParaRPr>
          </a:p>
        </p:txBody>
      </p:sp>
      <p:sp>
        <p:nvSpPr>
          <p:cNvPr id="36" name="正方形/長方形 35">
            <a:extLst>
              <a:ext uri="{FF2B5EF4-FFF2-40B4-BE49-F238E27FC236}">
                <a16:creationId xmlns:a16="http://schemas.microsoft.com/office/drawing/2014/main" id="{2E8EF2A6-5A8C-8158-0174-D125F6A1BD9A}"/>
              </a:ext>
            </a:extLst>
          </p:cNvPr>
          <p:cNvSpPr/>
          <p:nvPr/>
        </p:nvSpPr>
        <p:spPr>
          <a:xfrm>
            <a:off x="8854846" y="2520619"/>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ja-JP" altLang="en-US" dirty="0">
                <a:solidFill>
                  <a:schemeClr val="tx1">
                    <a:lumMod val="75000"/>
                  </a:schemeClr>
                </a:solidFill>
              </a:rPr>
              <a:t>課題</a:t>
            </a:r>
            <a:r>
              <a:rPr lang="en-US" altLang="ja-JP" dirty="0">
                <a:solidFill>
                  <a:schemeClr val="tx1">
                    <a:lumMod val="75000"/>
                  </a:schemeClr>
                </a:solidFill>
              </a:rPr>
              <a:t>/</a:t>
            </a:r>
            <a:r>
              <a:rPr lang="ja-JP" altLang="en-US" dirty="0">
                <a:solidFill>
                  <a:schemeClr val="tx1">
                    <a:lumMod val="75000"/>
                  </a:schemeClr>
                </a:solidFill>
              </a:rPr>
              <a:t>制約</a:t>
            </a:r>
            <a:endParaRPr kumimoji="1" lang="ja-JP" altLang="en-US" dirty="0">
              <a:solidFill>
                <a:schemeClr val="tx1">
                  <a:lumMod val="75000"/>
                </a:schemeClr>
              </a:solidFill>
            </a:endParaRPr>
          </a:p>
        </p:txBody>
      </p:sp>
      <p:sp>
        <p:nvSpPr>
          <p:cNvPr id="37" name="正方形/長方形 36">
            <a:extLst>
              <a:ext uri="{FF2B5EF4-FFF2-40B4-BE49-F238E27FC236}">
                <a16:creationId xmlns:a16="http://schemas.microsoft.com/office/drawing/2014/main" id="{673C0BB2-3D5E-A9F4-BBFA-4294C61B8B2B}"/>
              </a:ext>
            </a:extLst>
          </p:cNvPr>
          <p:cNvSpPr/>
          <p:nvPr/>
        </p:nvSpPr>
        <p:spPr>
          <a:xfrm>
            <a:off x="8854846" y="6373896"/>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kumimoji="1" lang="ja-JP" altLang="en-US" dirty="0">
                <a:solidFill>
                  <a:schemeClr val="tx1">
                    <a:lumMod val="75000"/>
                  </a:schemeClr>
                </a:solidFill>
              </a:rPr>
              <a:t>課題解決のための行動</a:t>
            </a:r>
          </a:p>
        </p:txBody>
      </p:sp>
      <p:sp>
        <p:nvSpPr>
          <p:cNvPr id="38" name="正方形/長方形 37">
            <a:extLst>
              <a:ext uri="{FF2B5EF4-FFF2-40B4-BE49-F238E27FC236}">
                <a16:creationId xmlns:a16="http://schemas.microsoft.com/office/drawing/2014/main" id="{7FD9EF35-D8DF-A1C9-8FA9-24E1C9D7C236}"/>
              </a:ext>
            </a:extLst>
          </p:cNvPr>
          <p:cNvSpPr/>
          <p:nvPr/>
        </p:nvSpPr>
        <p:spPr>
          <a:xfrm>
            <a:off x="5708689" y="6373896"/>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ja-JP" altLang="en-US" dirty="0">
                <a:solidFill>
                  <a:schemeClr val="tx1">
                    <a:lumMod val="75000"/>
                  </a:schemeClr>
                </a:solidFill>
              </a:rPr>
              <a:t>実現したい状態</a:t>
            </a:r>
            <a:endParaRPr kumimoji="1" lang="ja-JP" altLang="en-US" dirty="0">
              <a:solidFill>
                <a:schemeClr val="tx1">
                  <a:lumMod val="75000"/>
                </a:schemeClr>
              </a:solidFill>
            </a:endParaRPr>
          </a:p>
        </p:txBody>
      </p:sp>
      <p:sp>
        <p:nvSpPr>
          <p:cNvPr id="39" name="正方形/長方形 38">
            <a:extLst>
              <a:ext uri="{FF2B5EF4-FFF2-40B4-BE49-F238E27FC236}">
                <a16:creationId xmlns:a16="http://schemas.microsoft.com/office/drawing/2014/main" id="{513C1AF8-7A9B-BA41-2AA0-DBA869146019}"/>
              </a:ext>
            </a:extLst>
          </p:cNvPr>
          <p:cNvSpPr/>
          <p:nvPr/>
        </p:nvSpPr>
        <p:spPr>
          <a:xfrm>
            <a:off x="2562532" y="6373896"/>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kumimoji="1" lang="ja-JP" altLang="en-US" dirty="0">
                <a:solidFill>
                  <a:schemeClr val="tx1">
                    <a:lumMod val="75000"/>
                  </a:schemeClr>
                </a:solidFill>
              </a:rPr>
              <a:t>現状の解釈</a:t>
            </a:r>
          </a:p>
        </p:txBody>
      </p:sp>
    </p:spTree>
    <p:extLst>
      <p:ext uri="{BB962C8B-B14F-4D97-AF65-F5344CB8AC3E}">
        <p14:creationId xmlns:p14="http://schemas.microsoft.com/office/powerpoint/2010/main" val="3758113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26451-EDAF-F374-F32C-667DD3F5BF56}"/>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D8FA9EAF-83FD-807E-AB80-24F97FED9F20}"/>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F1118C2A-E9FE-756E-4BD5-609B9D3D8215}"/>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189A4DE8-4BA7-6ED8-4438-AE0E65FEBFE8}"/>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5" name="タイトル プレースホルダー 1">
            <a:extLst>
              <a:ext uri="{FF2B5EF4-FFF2-40B4-BE49-F238E27FC236}">
                <a16:creationId xmlns:a16="http://schemas.microsoft.com/office/drawing/2014/main" id="{00414942-EA7E-20B4-4E80-9EA4B4C14FB1}"/>
              </a:ext>
            </a:extLst>
          </p:cNvPr>
          <p:cNvSpPr txBox="1">
            <a:spLocks/>
          </p:cNvSpPr>
          <p:nvPr/>
        </p:nvSpPr>
        <p:spPr>
          <a:xfrm>
            <a:off x="355600" y="2146304"/>
            <a:ext cx="11506200" cy="95249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これこれがこうなんだよね</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タイトル プレースホルダー 1">
            <a:extLst>
              <a:ext uri="{FF2B5EF4-FFF2-40B4-BE49-F238E27FC236}">
                <a16:creationId xmlns:a16="http://schemas.microsoft.com/office/drawing/2014/main" id="{8CE29458-AC63-C6D3-2469-50548A659503}"/>
              </a:ext>
            </a:extLst>
          </p:cNvPr>
          <p:cNvSpPr txBox="1">
            <a:spLocks/>
          </p:cNvSpPr>
          <p:nvPr/>
        </p:nvSpPr>
        <p:spPr>
          <a:xfrm>
            <a:off x="355600" y="4025904"/>
            <a:ext cx="11506200" cy="95249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ということは論理的に考えると</a:t>
            </a:r>
            <a:endParaRPr lang="en-US" altLang="ja-JP" sz="1800" dirty="0"/>
          </a:p>
          <a:p>
            <a:r>
              <a:rPr lang="ja-JP" altLang="en-US" sz="1800" dirty="0"/>
              <a:t>こんなことが言えるわけですわな。</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7" name="二等辺三角形 6">
            <a:extLst>
              <a:ext uri="{FF2B5EF4-FFF2-40B4-BE49-F238E27FC236}">
                <a16:creationId xmlns:a16="http://schemas.microsoft.com/office/drawing/2014/main" id="{C9F4CE65-EF53-2660-444B-8822EC113482}"/>
              </a:ext>
            </a:extLst>
          </p:cNvPr>
          <p:cNvSpPr/>
          <p:nvPr/>
        </p:nvSpPr>
        <p:spPr>
          <a:xfrm rot="10800000">
            <a:off x="4495801" y="3429000"/>
            <a:ext cx="3200400" cy="444500"/>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80532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DE28A-372F-1D12-7E20-3F13964FA2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C8BD411-B7DA-E9CD-7399-E9349FB830F6}"/>
              </a:ext>
            </a:extLst>
          </p:cNvPr>
          <p:cNvSpPr>
            <a:spLocks noGrp="1"/>
          </p:cNvSpPr>
          <p:nvPr>
            <p:ph type="title" idx="4294967295"/>
          </p:nvPr>
        </p:nvSpPr>
        <p:spPr>
          <a:xfrm>
            <a:off x="336389" y="3128963"/>
            <a:ext cx="11517355" cy="600075"/>
          </a:xfrm>
        </p:spPr>
        <p:txBody>
          <a:bodyPr anchor="t" anchorCtr="0">
            <a:noAutofit/>
          </a:bodyPr>
          <a:lstStyle/>
          <a:p>
            <a:r>
              <a:rPr kumimoji="1" lang="en-US" altLang="ja-JP" sz="6000" b="1" dirty="0">
                <a:solidFill>
                  <a:schemeClr val="bg1">
                    <a:lumMod val="65000"/>
                  </a:schemeClr>
                </a:solidFill>
              </a:rPr>
              <a:t>Appendix</a:t>
            </a:r>
            <a:endParaRPr kumimoji="1" lang="ja-JP" altLang="en-US" sz="6000" b="1" dirty="0">
              <a:solidFill>
                <a:schemeClr val="bg1">
                  <a:lumMod val="65000"/>
                </a:schemeClr>
              </a:solidFill>
            </a:endParaRPr>
          </a:p>
        </p:txBody>
      </p:sp>
    </p:spTree>
    <p:extLst>
      <p:ext uri="{BB962C8B-B14F-4D97-AF65-F5344CB8AC3E}">
        <p14:creationId xmlns:p14="http://schemas.microsoft.com/office/powerpoint/2010/main" val="2752387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08F94-27D5-CE2C-F6D8-CEBAA4B9EA03}"/>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3ACA2B1-5364-3922-A54A-0B5F1F3AE89C}"/>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73DACE96-E04C-213A-78F9-58BAF99EFE17}"/>
              </a:ext>
            </a:extLst>
          </p:cNvPr>
          <p:cNvSpPr txBox="1">
            <a:spLocks/>
          </p:cNvSpPr>
          <p:nvPr/>
        </p:nvSpPr>
        <p:spPr>
          <a:xfrm>
            <a:off x="355600" y="112924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スライドの目的はメッセージを伝えることであり、その実現のために</a:t>
            </a:r>
            <a:r>
              <a:rPr lang="en-US" altLang="ja-JP" sz="2800" dirty="0"/>
              <a:t>4</a:t>
            </a:r>
            <a:r>
              <a:rPr lang="ja-JP" altLang="en-US" sz="2800" dirty="0"/>
              <a:t>つの要素を満たす必要がある。</a:t>
            </a:r>
            <a:endParaRPr lang="en-US" altLang="ja-JP" sz="2800" dirty="0"/>
          </a:p>
        </p:txBody>
      </p:sp>
      <p:sp>
        <p:nvSpPr>
          <p:cNvPr id="4" name="タイトル プレースホルダー 1">
            <a:extLst>
              <a:ext uri="{FF2B5EF4-FFF2-40B4-BE49-F238E27FC236}">
                <a16:creationId xmlns:a16="http://schemas.microsoft.com/office/drawing/2014/main" id="{6EEDFE02-635C-B9DC-E4B1-D8B051EB3276}"/>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スライド作成の目的</a:t>
            </a:r>
            <a:endParaRPr lang="en-US" altLang="ja-JP" dirty="0"/>
          </a:p>
        </p:txBody>
      </p:sp>
      <p:cxnSp>
        <p:nvCxnSpPr>
          <p:cNvPr id="10" name="直線コネクタ 9">
            <a:extLst>
              <a:ext uri="{FF2B5EF4-FFF2-40B4-BE49-F238E27FC236}">
                <a16:creationId xmlns:a16="http://schemas.microsoft.com/office/drawing/2014/main" id="{8DE7D110-0E97-61B7-C6A8-7078AAB1C84A}"/>
              </a:ext>
            </a:extLst>
          </p:cNvPr>
          <p:cNvCxnSpPr>
            <a:cxnSpLocks/>
          </p:cNvCxnSpPr>
          <p:nvPr/>
        </p:nvCxnSpPr>
        <p:spPr>
          <a:xfrm>
            <a:off x="6108329" y="2716567"/>
            <a:ext cx="5690094" cy="0"/>
          </a:xfrm>
          <a:prstGeom prst="line">
            <a:avLst/>
          </a:prstGeom>
          <a:ln>
            <a:solidFill>
              <a:schemeClr val="tx1">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E1E3D3A1-6550-41CC-40BA-06C575A3B907}"/>
              </a:ext>
            </a:extLst>
          </p:cNvPr>
          <p:cNvCxnSpPr>
            <a:cxnSpLocks/>
          </p:cNvCxnSpPr>
          <p:nvPr/>
        </p:nvCxnSpPr>
        <p:spPr>
          <a:xfrm>
            <a:off x="1074693" y="2716567"/>
            <a:ext cx="4285318" cy="0"/>
          </a:xfrm>
          <a:prstGeom prst="line">
            <a:avLst/>
          </a:prstGeom>
          <a:ln>
            <a:solidFill>
              <a:schemeClr val="tx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5A8D4A3B-19DD-365B-7E5E-A11998064498}"/>
              </a:ext>
            </a:extLst>
          </p:cNvPr>
          <p:cNvSpPr txBox="1"/>
          <p:nvPr/>
        </p:nvSpPr>
        <p:spPr>
          <a:xfrm>
            <a:off x="1074693" y="2330597"/>
            <a:ext cx="4285318" cy="369332"/>
          </a:xfrm>
          <a:prstGeom prst="rect">
            <a:avLst/>
          </a:prstGeom>
          <a:noFill/>
        </p:spPr>
        <p:txBody>
          <a:bodyPr wrap="square" rtlCol="0">
            <a:spAutoFit/>
          </a:bodyPr>
          <a:lstStyle/>
          <a:p>
            <a:pPr algn="ctr"/>
            <a:r>
              <a:rPr kumimoji="1" lang="ja-JP" altLang="en-US" dirty="0"/>
              <a:t>大きな論点を分解した論点たち</a:t>
            </a:r>
          </a:p>
        </p:txBody>
      </p:sp>
      <p:sp>
        <p:nvSpPr>
          <p:cNvPr id="18" name="テキスト ボックス 17">
            <a:extLst>
              <a:ext uri="{FF2B5EF4-FFF2-40B4-BE49-F238E27FC236}">
                <a16:creationId xmlns:a16="http://schemas.microsoft.com/office/drawing/2014/main" id="{FCA33E71-2F08-4916-4345-D24557B31AF2}"/>
              </a:ext>
            </a:extLst>
          </p:cNvPr>
          <p:cNvSpPr txBox="1"/>
          <p:nvPr/>
        </p:nvSpPr>
        <p:spPr>
          <a:xfrm>
            <a:off x="6096000" y="2330597"/>
            <a:ext cx="5690094" cy="369332"/>
          </a:xfrm>
          <a:prstGeom prst="rect">
            <a:avLst/>
          </a:prstGeom>
          <a:noFill/>
        </p:spPr>
        <p:txBody>
          <a:bodyPr wrap="square" rtlCol="0">
            <a:spAutoFit/>
          </a:bodyPr>
          <a:lstStyle/>
          <a:p>
            <a:pPr algn="ctr"/>
            <a:r>
              <a:rPr lang="ja-JP" altLang="en-US" dirty="0"/>
              <a:t>各論点概要</a:t>
            </a:r>
            <a:endParaRPr kumimoji="1" lang="ja-JP" altLang="en-US" dirty="0"/>
          </a:p>
        </p:txBody>
      </p:sp>
      <p:sp>
        <p:nvSpPr>
          <p:cNvPr id="19" name="正方形/長方形 18">
            <a:extLst>
              <a:ext uri="{FF2B5EF4-FFF2-40B4-BE49-F238E27FC236}">
                <a16:creationId xmlns:a16="http://schemas.microsoft.com/office/drawing/2014/main" id="{431AE5A5-5539-2A28-4B5A-D274001EC8B6}"/>
              </a:ext>
            </a:extLst>
          </p:cNvPr>
          <p:cNvSpPr/>
          <p:nvPr/>
        </p:nvSpPr>
        <p:spPr>
          <a:xfrm>
            <a:off x="345090" y="2699929"/>
            <a:ext cx="487779" cy="386714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kumimoji="1" lang="ja-JP" altLang="en-US" dirty="0">
                <a:solidFill>
                  <a:schemeClr val="tx1">
                    <a:lumMod val="75000"/>
                  </a:schemeClr>
                </a:solidFill>
              </a:rPr>
              <a:t>メッセージを伝える</a:t>
            </a:r>
          </a:p>
        </p:txBody>
      </p:sp>
      <p:sp>
        <p:nvSpPr>
          <p:cNvPr id="22" name="フローチャート: 他ページ結合子 21">
            <a:extLst>
              <a:ext uri="{FF2B5EF4-FFF2-40B4-BE49-F238E27FC236}">
                <a16:creationId xmlns:a16="http://schemas.microsoft.com/office/drawing/2014/main" id="{21177038-C8E9-DD18-9B18-CC97562EA383}"/>
              </a:ext>
            </a:extLst>
          </p:cNvPr>
          <p:cNvSpPr/>
          <p:nvPr/>
        </p:nvSpPr>
        <p:spPr>
          <a:xfrm rot="16200000">
            <a:off x="2838979" y="1205588"/>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ja-JP" altLang="en-US" dirty="0">
                <a:solidFill>
                  <a:schemeClr val="tx1">
                    <a:lumMod val="75000"/>
                  </a:schemeClr>
                </a:solidFill>
              </a:rPr>
              <a:t>事実を共有する</a:t>
            </a:r>
            <a:endParaRPr lang="en-US" altLang="ja-JP" dirty="0">
              <a:solidFill>
                <a:schemeClr val="tx1">
                  <a:lumMod val="75000"/>
                </a:schemeClr>
              </a:solidFill>
            </a:endParaRPr>
          </a:p>
        </p:txBody>
      </p:sp>
      <p:sp>
        <p:nvSpPr>
          <p:cNvPr id="23" name="フローチャート: 他ページ結合子 22">
            <a:extLst>
              <a:ext uri="{FF2B5EF4-FFF2-40B4-BE49-F238E27FC236}">
                <a16:creationId xmlns:a16="http://schemas.microsoft.com/office/drawing/2014/main" id="{6B536E70-6A27-E7FF-C8EE-1859A6B4F20A}"/>
              </a:ext>
            </a:extLst>
          </p:cNvPr>
          <p:cNvSpPr/>
          <p:nvPr/>
        </p:nvSpPr>
        <p:spPr>
          <a:xfrm rot="16200000">
            <a:off x="2838979" y="2163768"/>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ja-JP" altLang="en-US" dirty="0">
                <a:solidFill>
                  <a:schemeClr val="tx1">
                    <a:lumMod val="75000"/>
                  </a:schemeClr>
                </a:solidFill>
              </a:rPr>
              <a:t>示唆をあぶり出す</a:t>
            </a:r>
            <a:endParaRPr lang="en-US" altLang="ja-JP" dirty="0">
              <a:solidFill>
                <a:schemeClr val="tx1">
                  <a:lumMod val="75000"/>
                </a:schemeClr>
              </a:solidFill>
            </a:endParaRPr>
          </a:p>
        </p:txBody>
      </p:sp>
      <p:sp>
        <p:nvSpPr>
          <p:cNvPr id="24" name="フローチャート: 他ページ結合子 23">
            <a:extLst>
              <a:ext uri="{FF2B5EF4-FFF2-40B4-BE49-F238E27FC236}">
                <a16:creationId xmlns:a16="http://schemas.microsoft.com/office/drawing/2014/main" id="{4E00551E-9102-8B86-9992-A4565CC1A560}"/>
              </a:ext>
            </a:extLst>
          </p:cNvPr>
          <p:cNvSpPr/>
          <p:nvPr/>
        </p:nvSpPr>
        <p:spPr>
          <a:xfrm rot="16200000">
            <a:off x="2838980" y="3121948"/>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ja-JP" altLang="en-US" dirty="0">
                <a:solidFill>
                  <a:schemeClr val="tx1">
                    <a:lumMod val="75000"/>
                  </a:schemeClr>
                </a:solidFill>
              </a:rPr>
              <a:t>やるべきことを明示する</a:t>
            </a:r>
            <a:endParaRPr lang="en-US" altLang="ja-JP" dirty="0">
              <a:solidFill>
                <a:schemeClr val="tx1">
                  <a:lumMod val="75000"/>
                </a:schemeClr>
              </a:solidFill>
            </a:endParaRPr>
          </a:p>
        </p:txBody>
      </p:sp>
      <p:sp>
        <p:nvSpPr>
          <p:cNvPr id="25" name="フローチャート: 他ページ結合子 24">
            <a:extLst>
              <a:ext uri="{FF2B5EF4-FFF2-40B4-BE49-F238E27FC236}">
                <a16:creationId xmlns:a16="http://schemas.microsoft.com/office/drawing/2014/main" id="{A388FC36-C461-BE4C-275E-7F2CA2B9704E}"/>
              </a:ext>
            </a:extLst>
          </p:cNvPr>
          <p:cNvSpPr/>
          <p:nvPr/>
        </p:nvSpPr>
        <p:spPr>
          <a:xfrm rot="16200000">
            <a:off x="2838980" y="4046038"/>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ja-JP" altLang="en-US" dirty="0">
                <a:solidFill>
                  <a:schemeClr val="tx1">
                    <a:lumMod val="75000"/>
                  </a:schemeClr>
                </a:solidFill>
              </a:rPr>
              <a:t>判断、承認を促す</a:t>
            </a:r>
            <a:endParaRPr lang="en-US" altLang="ja-JP" dirty="0">
              <a:solidFill>
                <a:schemeClr val="tx1">
                  <a:lumMod val="75000"/>
                </a:schemeClr>
              </a:solidFill>
            </a:endParaRPr>
          </a:p>
        </p:txBody>
      </p:sp>
      <p:sp>
        <p:nvSpPr>
          <p:cNvPr id="26" name="テキスト ボックス 25">
            <a:extLst>
              <a:ext uri="{FF2B5EF4-FFF2-40B4-BE49-F238E27FC236}">
                <a16:creationId xmlns:a16="http://schemas.microsoft.com/office/drawing/2014/main" id="{A9E35A7C-54CA-0BE7-9B21-11F52B6DDBAB}"/>
              </a:ext>
            </a:extLst>
          </p:cNvPr>
          <p:cNvSpPr txBox="1"/>
          <p:nvPr/>
        </p:nvSpPr>
        <p:spPr>
          <a:xfrm>
            <a:off x="6108329" y="309692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データ・リサーチ、ヒアリングなどからその場に会った伝えるべき</a:t>
            </a:r>
            <a:r>
              <a:rPr lang="en-US" altLang="ja-JP" dirty="0"/>
              <a:t>FACT</a:t>
            </a:r>
            <a:r>
              <a:rPr lang="ja-JP" altLang="en-US" dirty="0"/>
              <a:t>を厳選して伝える</a:t>
            </a:r>
            <a:endParaRPr lang="en-US" altLang="ja-JP" dirty="0"/>
          </a:p>
        </p:txBody>
      </p:sp>
      <p:sp>
        <p:nvSpPr>
          <p:cNvPr id="27" name="テキスト ボックス 26">
            <a:extLst>
              <a:ext uri="{FF2B5EF4-FFF2-40B4-BE49-F238E27FC236}">
                <a16:creationId xmlns:a16="http://schemas.microsoft.com/office/drawing/2014/main" id="{7A7A7D72-13C9-5600-BB87-7113E5FD008E}"/>
              </a:ext>
            </a:extLst>
          </p:cNvPr>
          <p:cNvSpPr txBox="1"/>
          <p:nvPr/>
        </p:nvSpPr>
        <p:spPr>
          <a:xfrm>
            <a:off x="6108329" y="405510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事実を組み合わせてそこからなにが言えるのか、踏み込んだ主張をする（示唆・インサイトは何か）</a:t>
            </a:r>
            <a:endParaRPr lang="en-US" altLang="ja-JP" dirty="0"/>
          </a:p>
        </p:txBody>
      </p:sp>
      <p:sp>
        <p:nvSpPr>
          <p:cNvPr id="28" name="テキスト ボックス 27">
            <a:extLst>
              <a:ext uri="{FF2B5EF4-FFF2-40B4-BE49-F238E27FC236}">
                <a16:creationId xmlns:a16="http://schemas.microsoft.com/office/drawing/2014/main" id="{7FBE8620-AE13-0937-67C0-F2EEE7F51400}"/>
              </a:ext>
            </a:extLst>
          </p:cNvPr>
          <p:cNvSpPr txBox="1"/>
          <p:nvPr/>
        </p:nvSpPr>
        <p:spPr>
          <a:xfrm>
            <a:off x="6108329" y="501328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目指すべき姿や改善施策などの形で相手が次に何をすべき明らかにする（次のアクションはなに？）</a:t>
            </a:r>
            <a:endParaRPr lang="en-US" altLang="ja-JP" dirty="0"/>
          </a:p>
        </p:txBody>
      </p:sp>
      <p:sp>
        <p:nvSpPr>
          <p:cNvPr id="29" name="テキスト ボックス 28">
            <a:extLst>
              <a:ext uri="{FF2B5EF4-FFF2-40B4-BE49-F238E27FC236}">
                <a16:creationId xmlns:a16="http://schemas.microsoft.com/office/drawing/2014/main" id="{F7A782F5-F0DE-60D3-93A5-A4FEDF262949}"/>
              </a:ext>
            </a:extLst>
          </p:cNvPr>
          <p:cNvSpPr txBox="1"/>
          <p:nvPr/>
        </p:nvSpPr>
        <p:spPr>
          <a:xfrm>
            <a:off x="6108329" y="5826962"/>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大きな変革の方向性を問う（ロードマップの提示）</a:t>
            </a:r>
            <a:endParaRPr lang="en-US" altLang="ja-JP" dirty="0"/>
          </a:p>
          <a:p>
            <a:pPr marL="285750" indent="-285750">
              <a:buFont typeface="Arial" panose="020B0604020202020204" pitchFamily="34" charset="0"/>
              <a:buChar char="•"/>
            </a:pPr>
            <a:r>
              <a:rPr lang="ja-JP" altLang="en-US" dirty="0"/>
              <a:t>投資対効果を示し、施策の実施是非を決断・承認させる</a:t>
            </a:r>
            <a:endParaRPr kumimoji="1" lang="ja-JP" altLang="en-US" dirty="0"/>
          </a:p>
        </p:txBody>
      </p:sp>
    </p:spTree>
    <p:extLst>
      <p:ext uri="{BB962C8B-B14F-4D97-AF65-F5344CB8AC3E}">
        <p14:creationId xmlns:p14="http://schemas.microsoft.com/office/powerpoint/2010/main" val="3600593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5A7E9-4920-8842-B617-91CF7D8153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22CEBB-BB4E-2706-E846-5F2EF1226059}"/>
              </a:ext>
            </a:extLst>
          </p:cNvPr>
          <p:cNvSpPr>
            <a:spLocks noGrp="1"/>
          </p:cNvSpPr>
          <p:nvPr>
            <p:ph type="title" idx="4294967295"/>
          </p:nvPr>
        </p:nvSpPr>
        <p:spPr>
          <a:xfrm>
            <a:off x="336389" y="3128963"/>
            <a:ext cx="11517355" cy="600075"/>
          </a:xfrm>
        </p:spPr>
        <p:txBody>
          <a:bodyPr anchor="t" anchorCtr="0">
            <a:noAutofit/>
          </a:bodyPr>
          <a:lstStyle/>
          <a:p>
            <a:r>
              <a:rPr kumimoji="1" lang="ja-JP" altLang="en-US" sz="6000" b="1" dirty="0">
                <a:solidFill>
                  <a:schemeClr val="bg1">
                    <a:lumMod val="65000"/>
                  </a:schemeClr>
                </a:solidFill>
              </a:rPr>
              <a:t>参考文献</a:t>
            </a:r>
          </a:p>
        </p:txBody>
      </p:sp>
    </p:spTree>
    <p:extLst>
      <p:ext uri="{BB962C8B-B14F-4D97-AF65-F5344CB8AC3E}">
        <p14:creationId xmlns:p14="http://schemas.microsoft.com/office/powerpoint/2010/main" val="2781909537"/>
      </p:ext>
    </p:extLst>
  </p:cSld>
  <p:clrMapOvr>
    <a:masterClrMapping/>
  </p:clrMapOvr>
</p:sld>
</file>

<file path=ppt/theme/theme1.xml><?xml version="1.0" encoding="utf-8"?>
<a:theme xmlns:a="http://schemas.openxmlformats.org/drawingml/2006/main" name="Office テーマ">
  <a:themeElements>
    <a:clrScheme name="ユーザー定義 1">
      <a:dk1>
        <a:srgbClr val="3F3F3F"/>
      </a:dk1>
      <a:lt1>
        <a:sysClr val="window" lastClr="FFFFFF"/>
      </a:lt1>
      <a:dk2>
        <a:srgbClr val="3F3F3F"/>
      </a:dk2>
      <a:lt2>
        <a:srgbClr val="E8E8E8"/>
      </a:lt2>
      <a:accent1>
        <a:srgbClr val="FFFF00"/>
      </a:accent1>
      <a:accent2>
        <a:srgbClr val="FF0000"/>
      </a:accent2>
      <a:accent3>
        <a:srgbClr val="D8D8D8"/>
      </a:accent3>
      <a:accent4>
        <a:srgbClr val="0F9ED5"/>
      </a:accent4>
      <a:accent5>
        <a:srgbClr val="A02B93"/>
      </a:accent5>
      <a:accent6>
        <a:srgbClr val="4EA72E"/>
      </a:accent6>
      <a:hlink>
        <a:srgbClr val="467886"/>
      </a:hlink>
      <a:folHlink>
        <a:srgbClr val="96607D"/>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TotalTime>
  <Words>865</Words>
  <Application>Microsoft Office PowerPoint</Application>
  <PresentationFormat>ワイド画面</PresentationFormat>
  <Paragraphs>294</Paragraphs>
  <Slides>23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23</vt:i4>
      </vt:variant>
    </vt:vector>
  </HeadingPairs>
  <TitlesOfParts>
    <vt:vector size="27" baseType="lpstr">
      <vt:lpstr>Meiryo UI</vt:lpstr>
      <vt:lpstr>Arial</vt:lpstr>
      <vt:lpstr>Wingdings</vt:lpstr>
      <vt:lpstr>Office テーマ</vt:lpstr>
      <vt:lpstr>PowerPoint プレゼンテーション</vt:lpstr>
      <vt:lpstr>目次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Appendix</vt:lpstr>
      <vt:lpstr>PowerPoint プレゼンテーション</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弘樹 中村</dc:creator>
  <cp:lastModifiedBy>弘樹 中村</cp:lastModifiedBy>
  <cp:revision>1</cp:revision>
  <dcterms:created xsi:type="dcterms:W3CDTF">2025-10-25T06:16:43Z</dcterms:created>
  <dcterms:modified xsi:type="dcterms:W3CDTF">2025-12-26T05:53:23Z</dcterms:modified>
</cp:coreProperties>
</file>