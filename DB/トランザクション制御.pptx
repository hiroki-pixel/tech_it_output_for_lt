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9" r:id="rId3"/>
    <p:sldId id="275" r:id="rId4"/>
    <p:sldId id="261" r:id="rId5"/>
    <p:sldId id="264" r:id="rId6"/>
    <p:sldId id="288" r:id="rId7"/>
    <p:sldId id="289" r:id="rId8"/>
    <p:sldId id="291" r:id="rId9"/>
    <p:sldId id="292" r:id="rId10"/>
    <p:sldId id="290"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A85C9006-EB47-4D1F-8FED-7D34B2F437B8}">
          <p14:sldIdLst>
            <p14:sldId id="256"/>
          </p14:sldIdLst>
        </p14:section>
        <p14:section name="目次" id="{E74342EC-93D7-4CD8-A83A-4FC3F823B5B3}">
          <p14:sldIdLst>
            <p14:sldId id="259"/>
          </p14:sldIdLst>
        </p14:section>
        <p14:section name="Body" id="{CD149920-7D1D-4D4F-A605-2F04F020684B}">
          <p14:sldIdLst>
            <p14:sldId id="275"/>
            <p14:sldId id="261"/>
            <p14:sldId id="264"/>
            <p14:sldId id="288"/>
            <p14:sldId id="289"/>
            <p14:sldId id="291"/>
            <p14:sldId id="292"/>
            <p14:sldId id="290"/>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autoAdjust="0"/>
    <p:restoredTop sz="94660"/>
  </p:normalViewPr>
  <p:slideViewPr>
    <p:cSldViewPr snapToGrid="0" showGuides="1">
      <p:cViewPr varScale="1">
        <p:scale>
          <a:sx n="77" d="100"/>
          <a:sy n="77" d="100"/>
        </p:scale>
        <p:origin x="64" y="120"/>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弘樹 中村" userId="a025bb5ecfdc7ca2" providerId="LiveId" clId="{AC29752E-9633-413F-A998-E9529B1C9327}"/>
    <pc:docChg chg="undo custSel addSld delSld modSld sldOrd modMainMaster addSection delSection modSection">
      <pc:chgData name="弘樹 中村" userId="a025bb5ecfdc7ca2" providerId="LiveId" clId="{AC29752E-9633-413F-A998-E9529B1C9327}" dt="2026-09-22T06:49:10.113" v="13293" actId="17846"/>
      <pc:docMkLst>
        <pc:docMk/>
      </pc:docMkLst>
      <pc:sldChg chg="modSp mod">
        <pc:chgData name="弘樹 中村" userId="a025bb5ecfdc7ca2" providerId="LiveId" clId="{AC29752E-9633-413F-A998-E9529B1C9327}" dt="2026-09-22T06:48:16.533" v="13286" actId="20577"/>
        <pc:sldMkLst>
          <pc:docMk/>
          <pc:sldMk cId="1592062063" sldId="256"/>
        </pc:sldMkLst>
        <pc:spChg chg="mod">
          <ac:chgData name="弘樹 中村" userId="a025bb5ecfdc7ca2" providerId="LiveId" clId="{AC29752E-9633-413F-A998-E9529B1C9327}" dt="2026-09-22T06:48:16.533" v="13286" actId="20577"/>
          <ac:spMkLst>
            <pc:docMk/>
            <pc:sldMk cId="1592062063" sldId="256"/>
            <ac:spMk id="5" creationId="{9F2902F8-F03B-98EE-0E63-39A5D1BB8DF8}"/>
          </ac:spMkLst>
        </pc:spChg>
      </pc:sldChg>
      <pc:sldChg chg="del">
        <pc:chgData name="弘樹 中村" userId="a025bb5ecfdc7ca2" providerId="LiveId" clId="{AC29752E-9633-413F-A998-E9529B1C9327}" dt="2026-09-22T06:48:59.900" v="13292" actId="18676"/>
        <pc:sldMkLst>
          <pc:docMk/>
          <pc:sldMk cId="3240422563" sldId="263"/>
        </pc:sldMkLst>
      </pc:sldChg>
      <pc:sldChg chg="del">
        <pc:chgData name="弘樹 中村" userId="a025bb5ecfdc7ca2" providerId="LiveId" clId="{AC29752E-9633-413F-A998-E9529B1C9327}" dt="2026-09-22T06:48:52.525" v="13291" actId="18676"/>
        <pc:sldMkLst>
          <pc:docMk/>
          <pc:sldMk cId="2788948832" sldId="265"/>
        </pc:sldMkLst>
      </pc:sldChg>
      <pc:sldChg chg="del">
        <pc:chgData name="弘樹 中村" userId="a025bb5ecfdc7ca2" providerId="LiveId" clId="{AC29752E-9633-413F-A998-E9529B1C9327}" dt="2026-09-22T06:48:52.525" v="13291" actId="18676"/>
        <pc:sldMkLst>
          <pc:docMk/>
          <pc:sldMk cId="635912571" sldId="266"/>
        </pc:sldMkLst>
      </pc:sldChg>
      <pc:sldChg chg="del">
        <pc:chgData name="弘樹 中村" userId="a025bb5ecfdc7ca2" providerId="LiveId" clId="{AC29752E-9633-413F-A998-E9529B1C9327}" dt="2026-09-22T06:48:44.830" v="13289" actId="18676"/>
        <pc:sldMkLst>
          <pc:docMk/>
          <pc:sldMk cId="1155084605" sldId="267"/>
        </pc:sldMkLst>
      </pc:sldChg>
      <pc:sldChg chg="del">
        <pc:chgData name="弘樹 中村" userId="a025bb5ecfdc7ca2" providerId="LiveId" clId="{AC29752E-9633-413F-A998-E9529B1C9327}" dt="2026-09-22T06:48:36.132" v="13287" actId="18676"/>
        <pc:sldMkLst>
          <pc:docMk/>
          <pc:sldMk cId="2752387135" sldId="268"/>
        </pc:sldMkLst>
      </pc:sldChg>
      <pc:sldChg chg="del">
        <pc:chgData name="弘樹 中村" userId="a025bb5ecfdc7ca2" providerId="LiveId" clId="{AC29752E-9633-413F-A998-E9529B1C9327}" dt="2026-09-22T06:48:36.132" v="13287" actId="18676"/>
        <pc:sldMkLst>
          <pc:docMk/>
          <pc:sldMk cId="2781909537" sldId="269"/>
        </pc:sldMkLst>
      </pc:sldChg>
      <pc:sldChg chg="del">
        <pc:chgData name="弘樹 中村" userId="a025bb5ecfdc7ca2" providerId="LiveId" clId="{AC29752E-9633-413F-A998-E9529B1C9327}" dt="2026-09-22T06:48:41.789" v="13288" actId="18676"/>
        <pc:sldMkLst>
          <pc:docMk/>
          <pc:sldMk cId="3714738854" sldId="270"/>
        </pc:sldMkLst>
      </pc:sldChg>
      <pc:sldChg chg="del">
        <pc:chgData name="弘樹 中村" userId="a025bb5ecfdc7ca2" providerId="LiveId" clId="{AC29752E-9633-413F-A998-E9529B1C9327}" dt="2026-09-22T06:48:36.132" v="13287" actId="18676"/>
        <pc:sldMkLst>
          <pc:docMk/>
          <pc:sldMk cId="3280532236" sldId="271"/>
        </pc:sldMkLst>
      </pc:sldChg>
      <pc:sldChg chg="del">
        <pc:chgData name="弘樹 中村" userId="a025bb5ecfdc7ca2" providerId="LiveId" clId="{AC29752E-9633-413F-A998-E9529B1C9327}" dt="2026-09-22T06:48:52.525" v="13291" actId="18676"/>
        <pc:sldMkLst>
          <pc:docMk/>
          <pc:sldMk cId="533046296" sldId="272"/>
        </pc:sldMkLst>
      </pc:sldChg>
      <pc:sldChg chg="del">
        <pc:chgData name="弘樹 中村" userId="a025bb5ecfdc7ca2" providerId="LiveId" clId="{AC29752E-9633-413F-A998-E9529B1C9327}" dt="2026-09-22T06:48:52.525" v="13291" actId="18676"/>
        <pc:sldMkLst>
          <pc:docMk/>
          <pc:sldMk cId="582609331" sldId="273"/>
        </pc:sldMkLst>
      </pc:sldChg>
      <pc:sldChg chg="del">
        <pc:chgData name="弘樹 中村" userId="a025bb5ecfdc7ca2" providerId="LiveId" clId="{AC29752E-9633-413F-A998-E9529B1C9327}" dt="2026-09-22T06:48:36.132" v="13287" actId="18676"/>
        <pc:sldMkLst>
          <pc:docMk/>
          <pc:sldMk cId="3600593824" sldId="274"/>
        </pc:sldMkLst>
      </pc:sldChg>
      <pc:sldChg chg="del">
        <pc:chgData name="弘樹 中村" userId="a025bb5ecfdc7ca2" providerId="LiveId" clId="{AC29752E-9633-413F-A998-E9529B1C9327}" dt="2026-09-22T06:48:41.789" v="13288" actId="18676"/>
        <pc:sldMkLst>
          <pc:docMk/>
          <pc:sldMk cId="3758113492" sldId="276"/>
        </pc:sldMkLst>
      </pc:sldChg>
      <pc:sldChg chg="del">
        <pc:chgData name="弘樹 中村" userId="a025bb5ecfdc7ca2" providerId="LiveId" clId="{AC29752E-9633-413F-A998-E9529B1C9327}" dt="2026-09-22T06:48:48.881" v="13290" actId="18676"/>
        <pc:sldMkLst>
          <pc:docMk/>
          <pc:sldMk cId="1657378982" sldId="282"/>
        </pc:sldMkLst>
      </pc:sldChg>
      <pc:sldChg chg="del">
        <pc:chgData name="弘樹 中村" userId="a025bb5ecfdc7ca2" providerId="LiveId" clId="{AC29752E-9633-413F-A998-E9529B1C9327}" dt="2026-09-22T06:48:48.881" v="13290" actId="18676"/>
        <pc:sldMkLst>
          <pc:docMk/>
          <pc:sldMk cId="4194565185" sldId="283"/>
        </pc:sldMkLst>
      </pc:sldChg>
      <pc:sldChg chg="del">
        <pc:chgData name="弘樹 中村" userId="a025bb5ecfdc7ca2" providerId="LiveId" clId="{AC29752E-9633-413F-A998-E9529B1C9327}" dt="2026-09-22T06:48:59.900" v="13292" actId="18676"/>
        <pc:sldMkLst>
          <pc:docMk/>
          <pc:sldMk cId="1755686314" sldId="284"/>
        </pc:sldMkLst>
      </pc:sldChg>
      <pc:sldChg chg="del">
        <pc:chgData name="弘樹 中村" userId="a025bb5ecfdc7ca2" providerId="LiveId" clId="{AC29752E-9633-413F-A998-E9529B1C9327}" dt="2026-09-22T06:48:59.900" v="13292" actId="18676"/>
        <pc:sldMkLst>
          <pc:docMk/>
          <pc:sldMk cId="11201252" sldId="285"/>
        </pc:sldMkLst>
      </pc:sldChg>
      <pc:sldChg chg="del">
        <pc:chgData name="弘樹 中村" userId="a025bb5ecfdc7ca2" providerId="LiveId" clId="{AC29752E-9633-413F-A998-E9529B1C9327}" dt="2026-09-22T06:48:59.900" v="13292" actId="18676"/>
        <pc:sldMkLst>
          <pc:docMk/>
          <pc:sldMk cId="3458348416" sldId="286"/>
        </pc:sldMkLst>
      </pc:sldChg>
      <pc:sldChg chg="del">
        <pc:chgData name="弘樹 中村" userId="a025bb5ecfdc7ca2" providerId="LiveId" clId="{AC29752E-9633-413F-A998-E9529B1C9327}" dt="2026-09-22T06:48:52.525" v="13291" actId="18676"/>
        <pc:sldMkLst>
          <pc:docMk/>
          <pc:sldMk cId="2373643351"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370750-3A0B-4F10-B701-F23338F37417}" type="datetimeFigureOut">
              <a:rPr kumimoji="1" lang="ja-JP" altLang="en-US" smtClean="0"/>
              <a:t>2026/9/22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99A59-3764-48D6-A525-A52056AAEDE7}" type="slidenum">
              <a:rPr kumimoji="1" lang="ja-JP" altLang="en-US" smtClean="0"/>
              <a:t>‹#›</a:t>
            </a:fld>
            <a:endParaRPr kumimoji="1" lang="ja-JP" altLang="en-US"/>
          </a:p>
        </p:txBody>
      </p:sp>
    </p:spTree>
    <p:extLst>
      <p:ext uri="{BB962C8B-B14F-4D97-AF65-F5344CB8AC3E}">
        <p14:creationId xmlns:p14="http://schemas.microsoft.com/office/powerpoint/2010/main" val="24912173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2799A59-3764-48D6-A525-A52056AAEDE7}" type="slidenum">
              <a:rPr kumimoji="1" lang="ja-JP" altLang="en-US" smtClean="0"/>
              <a:t>7</a:t>
            </a:fld>
            <a:endParaRPr kumimoji="1" lang="ja-JP" altLang="en-US"/>
          </a:p>
        </p:txBody>
      </p:sp>
    </p:spTree>
    <p:extLst>
      <p:ext uri="{BB962C8B-B14F-4D97-AF65-F5344CB8AC3E}">
        <p14:creationId xmlns:p14="http://schemas.microsoft.com/office/powerpoint/2010/main" val="532254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E3636-A587-C857-49F3-DE0F20B6D3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171E7BC-1F90-6A0C-9270-098603A2D2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A523AE-95A7-7ECD-3BD9-9CF6ADC8620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3F30C07-CA30-15CC-1B54-9313C6FF4BDB}"/>
              </a:ext>
            </a:extLst>
          </p:cNvPr>
          <p:cNvSpPr>
            <a:spLocks noGrp="1"/>
          </p:cNvSpPr>
          <p:nvPr>
            <p:ph type="sldNum" sz="quarter" idx="5"/>
          </p:nvPr>
        </p:nvSpPr>
        <p:spPr/>
        <p:txBody>
          <a:bodyPr/>
          <a:lstStyle/>
          <a:p>
            <a:fld id="{02799A59-3764-48D6-A525-A52056AAEDE7}" type="slidenum">
              <a:rPr kumimoji="1" lang="ja-JP" altLang="en-US" smtClean="0"/>
              <a:t>8</a:t>
            </a:fld>
            <a:endParaRPr kumimoji="1" lang="ja-JP" altLang="en-US"/>
          </a:p>
        </p:txBody>
      </p:sp>
    </p:spTree>
    <p:extLst>
      <p:ext uri="{BB962C8B-B14F-4D97-AF65-F5344CB8AC3E}">
        <p14:creationId xmlns:p14="http://schemas.microsoft.com/office/powerpoint/2010/main" val="31354429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9ACB1-926C-6F6A-A2CF-2BA4F39A33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E79B99-9610-FD19-D039-A326110C7E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A64AC31-6675-420E-E0B4-B20C727398B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CA4EACE-25E1-52CF-6FB0-76054026478C}"/>
              </a:ext>
            </a:extLst>
          </p:cNvPr>
          <p:cNvSpPr>
            <a:spLocks noGrp="1"/>
          </p:cNvSpPr>
          <p:nvPr>
            <p:ph type="sldNum" sz="quarter" idx="5"/>
          </p:nvPr>
        </p:nvSpPr>
        <p:spPr/>
        <p:txBody>
          <a:bodyPr/>
          <a:lstStyle/>
          <a:p>
            <a:fld id="{02799A59-3764-48D6-A525-A52056AAEDE7}" type="slidenum">
              <a:rPr kumimoji="1" lang="ja-JP" altLang="en-US" smtClean="0"/>
              <a:t>9</a:t>
            </a:fld>
            <a:endParaRPr kumimoji="1" lang="ja-JP" altLang="en-US"/>
          </a:p>
        </p:txBody>
      </p:sp>
    </p:spTree>
    <p:extLst>
      <p:ext uri="{BB962C8B-B14F-4D97-AF65-F5344CB8AC3E}">
        <p14:creationId xmlns:p14="http://schemas.microsoft.com/office/powerpoint/2010/main" val="3904026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B4057-C8C2-95B9-99CC-8AEA6C8116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21428E-9C1B-B403-2E47-50C4919CF29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4AADA4-6EE2-AF24-94FE-1583C350EFF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9894F18-BA11-6D81-7EDD-1BC5759B503B}"/>
              </a:ext>
            </a:extLst>
          </p:cNvPr>
          <p:cNvSpPr>
            <a:spLocks noGrp="1"/>
          </p:cNvSpPr>
          <p:nvPr>
            <p:ph type="sldNum" sz="quarter" idx="5"/>
          </p:nvPr>
        </p:nvSpPr>
        <p:spPr/>
        <p:txBody>
          <a:bodyPr/>
          <a:lstStyle/>
          <a:p>
            <a:fld id="{02799A59-3764-48D6-A525-A52056AAEDE7}" type="slidenum">
              <a:rPr kumimoji="1" lang="ja-JP" altLang="en-US" smtClean="0"/>
              <a:t>10</a:t>
            </a:fld>
            <a:endParaRPr kumimoji="1" lang="ja-JP" altLang="en-US"/>
          </a:p>
        </p:txBody>
      </p:sp>
    </p:spTree>
    <p:extLst>
      <p:ext uri="{BB962C8B-B14F-4D97-AF65-F5344CB8AC3E}">
        <p14:creationId xmlns:p14="http://schemas.microsoft.com/office/powerpoint/2010/main" val="3582193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C76CB974-6965-3B05-22C5-D7ABD8B670B8}"/>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B95E1E01-BBD1-8D09-DD42-3B2674861F1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481568C-6E3F-DDC4-62FD-3B38E97BC86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
        <p:nvSpPr>
          <p:cNvPr id="19" name="タイトル プレースホルダー 1">
            <a:extLst>
              <a:ext uri="{FF2B5EF4-FFF2-40B4-BE49-F238E27FC236}">
                <a16:creationId xmlns:a16="http://schemas.microsoft.com/office/drawing/2014/main" id="{F5448BF9-421D-682B-97F0-3386334EF2B4}"/>
              </a:ext>
            </a:extLst>
          </p:cNvPr>
          <p:cNvSpPr txBox="1">
            <a:spLocks/>
          </p:cNvSpPr>
          <p:nvPr userDrawn="1"/>
        </p:nvSpPr>
        <p:spPr>
          <a:xfrm>
            <a:off x="355600" y="981078"/>
            <a:ext cx="11506200" cy="6064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endParaRPr lang="ja-JP" altLang="en-US" dirty="0"/>
          </a:p>
        </p:txBody>
      </p:sp>
    </p:spTree>
    <p:extLst>
      <p:ext uri="{BB962C8B-B14F-4D97-AF65-F5344CB8AC3E}">
        <p14:creationId xmlns:p14="http://schemas.microsoft.com/office/powerpoint/2010/main" val="15227181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EEE96987-1474-034D-4B91-DA1366DBAADC}"/>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023E1FDD-ACA4-AA64-0A41-20B5F41830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EF6310-7943-3617-498B-10AAE18E6D94}"/>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1573038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7AD362-CCE4-0138-34C0-74808599B59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52A03E-16D7-EB7B-A856-B6C414702E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FB607D9-BE18-1CA4-2567-38A4D665985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12D6161D-3BA0-12A7-EDDD-84AF39D535A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109196-30B9-3BA9-7378-2B646B148D4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408524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5E107B-94EB-CA6A-9434-B517B78814C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91A68D-D644-05F1-EC2B-B435C07973F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6769D75-4D40-B663-63B0-062F751EBE5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E6C5320-846E-46F4-F02F-89FEE981C5BF}"/>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BBB90F69-439E-906B-F6F2-6A175E62A75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0D91C6E-E0CA-6F0E-E004-87E58414DFAD}"/>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67931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51B5D0-3CE0-0809-87A5-67D6A638AF1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E82A07-D943-14BC-1DA5-7577411A46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F0DF91F-8EAE-3475-4135-E993288EE6A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C246EA62-CEEC-99A6-4959-1D70A6BD2E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53D2A83-8D3E-F815-6FB1-28DB99F6E8D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5F72EAB-3580-B0A9-91CC-117290E04114}"/>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8" name="フッター プレースホルダー 7">
            <a:extLst>
              <a:ext uri="{FF2B5EF4-FFF2-40B4-BE49-F238E27FC236}">
                <a16:creationId xmlns:a16="http://schemas.microsoft.com/office/drawing/2014/main" id="{F572CF3B-0559-E47E-AFDF-D07C78B9C9A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03BBED3-5D9B-D2D0-0CB8-B479204C9207}"/>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189422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7FFFF-1F39-F244-C20B-95FFFA0D5B7D}"/>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69DAD91-03CE-A711-F26A-D2035B0034DC}"/>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4" name="フッター プレースホルダー 3">
            <a:extLst>
              <a:ext uri="{FF2B5EF4-FFF2-40B4-BE49-F238E27FC236}">
                <a16:creationId xmlns:a16="http://schemas.microsoft.com/office/drawing/2014/main" id="{A0176CE3-533A-EA58-4674-9C7B7CC91DB7}"/>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B837AAD-12CA-E083-138A-4A44672925C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70339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FF35215-C192-AB02-9DBE-F70BF57433D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3" name="フッター プレースホルダー 2">
            <a:extLst>
              <a:ext uri="{FF2B5EF4-FFF2-40B4-BE49-F238E27FC236}">
                <a16:creationId xmlns:a16="http://schemas.microsoft.com/office/drawing/2014/main" id="{C44F8E8A-76A5-72AE-9C33-55F23040A58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D228C80-18E8-EB4A-6D72-36233AE4316C}"/>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1506233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64395B-9EC9-F820-B6CF-BDC7B0610C6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254441-A095-775A-11FA-4ECA6B866C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252438A-77AE-9D95-5ADE-1810E0614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6C934D5-B163-194D-5902-936123785AC2}"/>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4DEB49EA-18A0-8C85-FC81-E4742813763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BE151B-A72F-FEE7-80E0-78907CC6F9E8}"/>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644459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076550-EE61-3F6E-6846-A405F874119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1C75BD5-9055-E6D2-9EB8-9FA6CC8B91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E7205C2-0F37-154A-EF89-87DA9DD2B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220F01C-9045-C0AC-2C65-9645DD15229A}"/>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6" name="フッター プレースホルダー 5">
            <a:extLst>
              <a:ext uri="{FF2B5EF4-FFF2-40B4-BE49-F238E27FC236}">
                <a16:creationId xmlns:a16="http://schemas.microsoft.com/office/drawing/2014/main" id="{DE296708-5A4D-F288-6864-C5C6AFA999E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73568F7-0F73-AF47-9559-56364FCCA916}"/>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449097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50A875-B467-4AE7-8320-8366CE103E4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7AE5161-F73D-6300-C77B-00B9080629A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AD1774-5BD4-022E-280B-F07918F2BB47}"/>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21FDD860-79BF-83F7-41CE-6BE0EEAE54C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D3EE30-B4B0-6F12-CBEE-7ADE4718CD43}"/>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77533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129DAA8-8FD8-C24F-2BA1-E47ADE21F87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AA1B9A7-0AB5-59E1-EEE0-A426399EA9A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346EDEC-6654-0C01-8323-D872787FC87B}"/>
              </a:ext>
            </a:extLst>
          </p:cNvPr>
          <p:cNvSpPr>
            <a:spLocks noGrp="1"/>
          </p:cNvSpPr>
          <p:nvPr>
            <p:ph type="dt" sz="half" idx="10"/>
          </p:nvPr>
        </p:nvSpPr>
        <p:spPr/>
        <p:txBody>
          <a:body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6AAA2A5E-461D-D277-74B4-F7DAA98764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3CF1EB9-728C-F7DD-4813-E76D8E66728F}"/>
              </a:ext>
            </a:extLst>
          </p:cNvPr>
          <p:cNvSpPr>
            <a:spLocks noGrp="1"/>
          </p:cNvSpPr>
          <p:nvPr>
            <p:ph type="sldNum" sz="quarter" idx="12"/>
          </p:nvPr>
        </p:nvSpPr>
        <p:spPr/>
        <p:txBody>
          <a:body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3169963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3C2996E-F3C1-B5E7-8B83-027DA8B966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43E46F3-7EDF-6B23-ED04-7DBB49F401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9AA5DB-07EC-165B-50EE-33369E576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5B6A4E-7C34-4A40-8B61-BB0C6AAC2A27}" type="datetimeFigureOut">
              <a:rPr kumimoji="1" lang="ja-JP" altLang="en-US" smtClean="0"/>
              <a:t>2026/9/22</a:t>
            </a:fld>
            <a:endParaRPr kumimoji="1" lang="ja-JP" altLang="en-US"/>
          </a:p>
        </p:txBody>
      </p:sp>
      <p:sp>
        <p:nvSpPr>
          <p:cNvPr id="5" name="フッター プレースホルダー 4">
            <a:extLst>
              <a:ext uri="{FF2B5EF4-FFF2-40B4-BE49-F238E27FC236}">
                <a16:creationId xmlns:a16="http://schemas.microsoft.com/office/drawing/2014/main" id="{D64261CF-F9A8-A78C-E381-D8BAF390D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9DE0BC9-A1C9-5BBF-44A0-F664E1A5C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E9042C-3347-4785-9BA5-07F6DB1578A9}" type="slidenum">
              <a:rPr kumimoji="1" lang="ja-JP" altLang="en-US" smtClean="0"/>
              <a:t>‹#›</a:t>
            </a:fld>
            <a:endParaRPr kumimoji="1" lang="ja-JP" altLang="en-US"/>
          </a:p>
        </p:txBody>
      </p:sp>
    </p:spTree>
    <p:extLst>
      <p:ext uri="{BB962C8B-B14F-4D97-AF65-F5344CB8AC3E}">
        <p14:creationId xmlns:p14="http://schemas.microsoft.com/office/powerpoint/2010/main" val="231579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DDBC31ED-067E-28C0-BF64-3410795368BC}"/>
              </a:ext>
            </a:extLst>
          </p:cNvPr>
          <p:cNvGrpSpPr/>
          <p:nvPr/>
        </p:nvGrpSpPr>
        <p:grpSpPr>
          <a:xfrm>
            <a:off x="1053170" y="1257300"/>
            <a:ext cx="7925730" cy="4296318"/>
            <a:chOff x="1103970" y="596900"/>
            <a:chExt cx="7176430" cy="4131218"/>
          </a:xfrm>
        </p:grpSpPr>
        <p:sp>
          <p:nvSpPr>
            <p:cNvPr id="5" name="正方形/長方形 4">
              <a:extLst>
                <a:ext uri="{FF2B5EF4-FFF2-40B4-BE49-F238E27FC236}">
                  <a16:creationId xmlns:a16="http://schemas.microsoft.com/office/drawing/2014/main" id="{9F2902F8-F03B-98EE-0E63-39A5D1BB8DF8}"/>
                </a:ext>
              </a:extLst>
            </p:cNvPr>
            <p:cNvSpPr/>
            <p:nvPr userDrawn="1"/>
          </p:nvSpPr>
          <p:spPr>
            <a:xfrm>
              <a:off x="1103970" y="2018371"/>
              <a:ext cx="7176430" cy="2709747"/>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ja-JP" altLang="en-US" sz="3600" b="1" dirty="0">
                  <a:solidFill>
                    <a:schemeClr val="tx1">
                      <a:lumMod val="75000"/>
                    </a:schemeClr>
                  </a:solidFill>
                </a:rPr>
                <a:t>トランザクション制御</a:t>
              </a:r>
              <a:endParaRPr lang="en-US" altLang="ja-JP" sz="3600" b="1" dirty="0">
                <a:solidFill>
                  <a:schemeClr val="tx1">
                    <a:lumMod val="75000"/>
                  </a:schemeClr>
                </a:solidFill>
              </a:endParaRPr>
            </a:p>
            <a:p>
              <a:pPr algn="l"/>
              <a:r>
                <a:rPr kumimoji="1" lang="ja-JP" altLang="en-US" sz="2400" b="0" dirty="0">
                  <a:solidFill>
                    <a:schemeClr val="tx1">
                      <a:lumMod val="75000"/>
                    </a:schemeClr>
                  </a:solidFill>
                </a:rPr>
                <a:t>ナカムラ ヒロキ</a:t>
              </a:r>
              <a:endParaRPr kumimoji="1" lang="en-US" altLang="ja-JP" sz="2400" b="0" dirty="0">
                <a:solidFill>
                  <a:schemeClr val="tx1">
                    <a:lumMod val="75000"/>
                  </a:schemeClr>
                </a:solidFill>
              </a:endParaRPr>
            </a:p>
            <a:p>
              <a:pPr algn="l"/>
              <a:r>
                <a:rPr kumimoji="1" lang="en-US" altLang="ja-JP" sz="2400" b="0" dirty="0">
                  <a:solidFill>
                    <a:schemeClr val="tx1">
                      <a:lumMod val="75000"/>
                    </a:schemeClr>
                  </a:solidFill>
                </a:rPr>
                <a:t>YYYY</a:t>
              </a:r>
              <a:r>
                <a:rPr kumimoji="1" lang="ja-JP" altLang="en-US" sz="2400" b="0" dirty="0">
                  <a:solidFill>
                    <a:schemeClr val="tx1">
                      <a:lumMod val="75000"/>
                    </a:schemeClr>
                  </a:solidFill>
                </a:rPr>
                <a:t>年</a:t>
              </a:r>
              <a:r>
                <a:rPr kumimoji="1" lang="en-US" altLang="ja-JP" sz="2400" b="0" dirty="0">
                  <a:solidFill>
                    <a:schemeClr val="tx1">
                      <a:lumMod val="75000"/>
                    </a:schemeClr>
                  </a:solidFill>
                </a:rPr>
                <a:t>MM</a:t>
              </a:r>
              <a:r>
                <a:rPr kumimoji="1" lang="ja-JP" altLang="en-US" sz="2400" b="0" dirty="0">
                  <a:solidFill>
                    <a:schemeClr val="tx1">
                      <a:lumMod val="75000"/>
                    </a:schemeClr>
                  </a:solidFill>
                </a:rPr>
                <a:t>月</a:t>
              </a:r>
              <a:r>
                <a:rPr kumimoji="1" lang="en-US" altLang="ja-JP" sz="2400" b="0" dirty="0">
                  <a:solidFill>
                    <a:schemeClr val="tx1">
                      <a:lumMod val="75000"/>
                    </a:schemeClr>
                  </a:solidFill>
                </a:rPr>
                <a:t>DD</a:t>
              </a:r>
              <a:r>
                <a:rPr kumimoji="1" lang="ja-JP" altLang="en-US" sz="2400" b="0" dirty="0">
                  <a:solidFill>
                    <a:schemeClr val="tx1">
                      <a:lumMod val="75000"/>
                    </a:schemeClr>
                  </a:solidFill>
                </a:rPr>
                <a:t>日</a:t>
              </a:r>
            </a:p>
          </p:txBody>
        </p:sp>
        <p:sp>
          <p:nvSpPr>
            <p:cNvPr id="6" name="二等辺三角形 5">
              <a:extLst>
                <a:ext uri="{FF2B5EF4-FFF2-40B4-BE49-F238E27FC236}">
                  <a16:creationId xmlns:a16="http://schemas.microsoft.com/office/drawing/2014/main" id="{40983595-4389-6DBC-4C66-952AD4CFA6D5}"/>
                </a:ext>
              </a:extLst>
            </p:cNvPr>
            <p:cNvSpPr/>
            <p:nvPr userDrawn="1"/>
          </p:nvSpPr>
          <p:spPr>
            <a:xfrm>
              <a:off x="1104899" y="596900"/>
              <a:ext cx="7175483" cy="1422400"/>
            </a:xfrm>
            <a:prstGeom prst="triangle">
              <a:avLst>
                <a:gd name="adj" fmla="val 100000"/>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ja-JP" altLang="en-US"/>
            </a:p>
          </p:txBody>
        </p:sp>
      </p:grpSp>
    </p:spTree>
    <p:extLst>
      <p:ext uri="{BB962C8B-B14F-4D97-AF65-F5344CB8AC3E}">
        <p14:creationId xmlns:p14="http://schemas.microsoft.com/office/powerpoint/2010/main" val="1592062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3A6939-426B-4FB5-1811-E120EE5ED799}"/>
              </a:ext>
            </a:extLst>
          </p:cNvPr>
          <p:cNvSpPr>
            <a:spLocks noGrp="1"/>
          </p:cNvSpPr>
          <p:nvPr>
            <p:ph type="title" idx="4294967295"/>
          </p:nvPr>
        </p:nvSpPr>
        <p:spPr>
          <a:xfrm>
            <a:off x="336389" y="522414"/>
            <a:ext cx="11517355" cy="600075"/>
          </a:xfrm>
        </p:spPr>
        <p:txBody>
          <a:bodyPr anchor="t" anchorCtr="0">
            <a:normAutofit/>
          </a:bodyPr>
          <a:lstStyle/>
          <a:p>
            <a:r>
              <a:rPr kumimoji="1" lang="ja-JP" altLang="en-US" sz="3600" dirty="0"/>
              <a:t>目次</a:t>
            </a:r>
          </a:p>
        </p:txBody>
      </p:sp>
      <p:graphicFrame>
        <p:nvGraphicFramePr>
          <p:cNvPr id="3" name="表 2">
            <a:extLst>
              <a:ext uri="{FF2B5EF4-FFF2-40B4-BE49-F238E27FC236}">
                <a16:creationId xmlns:a16="http://schemas.microsoft.com/office/drawing/2014/main" id="{AD0D4A61-9C4A-4BF6-85EA-EC962F3F3BFC}"/>
              </a:ext>
            </a:extLst>
          </p:cNvPr>
          <p:cNvGraphicFramePr>
            <a:graphicFrameLocks noGrp="1"/>
          </p:cNvGraphicFramePr>
          <p:nvPr>
            <p:extLst>
              <p:ext uri="{D42A27DB-BD31-4B8C-83A1-F6EECF244321}">
                <p14:modId xmlns:p14="http://schemas.microsoft.com/office/powerpoint/2010/main" val="3830520830"/>
              </p:ext>
            </p:extLst>
          </p:nvPr>
        </p:nvGraphicFramePr>
        <p:xfrm>
          <a:off x="323687" y="1276608"/>
          <a:ext cx="11530057" cy="5445058"/>
        </p:xfrm>
        <a:graphic>
          <a:graphicData uri="http://schemas.openxmlformats.org/drawingml/2006/table">
            <a:tbl>
              <a:tblPr firstRow="1" bandRow="1">
                <a:tableStyleId>{F5AB1C69-6EDB-4FF4-983F-18BD219EF322}</a:tableStyleId>
              </a:tblPr>
              <a:tblGrid>
                <a:gridCol w="743113">
                  <a:extLst>
                    <a:ext uri="{9D8B030D-6E8A-4147-A177-3AD203B41FA5}">
                      <a16:colId xmlns:a16="http://schemas.microsoft.com/office/drawing/2014/main" val="851819213"/>
                    </a:ext>
                  </a:extLst>
                </a:gridCol>
                <a:gridCol w="2726888">
                  <a:extLst>
                    <a:ext uri="{9D8B030D-6E8A-4147-A177-3AD203B41FA5}">
                      <a16:colId xmlns:a16="http://schemas.microsoft.com/office/drawing/2014/main" val="618744104"/>
                    </a:ext>
                  </a:extLst>
                </a:gridCol>
                <a:gridCol w="5177542">
                  <a:extLst>
                    <a:ext uri="{9D8B030D-6E8A-4147-A177-3AD203B41FA5}">
                      <a16:colId xmlns:a16="http://schemas.microsoft.com/office/drawing/2014/main" val="952234859"/>
                    </a:ext>
                  </a:extLst>
                </a:gridCol>
                <a:gridCol w="2882514">
                  <a:extLst>
                    <a:ext uri="{9D8B030D-6E8A-4147-A177-3AD203B41FA5}">
                      <a16:colId xmlns:a16="http://schemas.microsoft.com/office/drawing/2014/main" val="2162630281"/>
                    </a:ext>
                  </a:extLst>
                </a:gridCol>
              </a:tblGrid>
              <a:tr h="507298">
                <a:tc>
                  <a:txBody>
                    <a:bodyPr/>
                    <a:lstStyle/>
                    <a:p>
                      <a:r>
                        <a:rPr kumimoji="1" lang="en-US" altLang="ja-JP" dirty="0"/>
                        <a:t>#</a:t>
                      </a:r>
                      <a:endParaRPr kumimoji="1" lang="ja-JP"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タイトル</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概要</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4021886788"/>
                  </a:ext>
                </a:extLst>
              </a:tr>
              <a:tr h="507298">
                <a:tc>
                  <a:txBody>
                    <a:bodyPr/>
                    <a:lstStyle/>
                    <a:p>
                      <a:r>
                        <a:rPr kumimoji="1" lang="en-US" altLang="ja-JP" dirty="0"/>
                        <a:t>1</a:t>
                      </a:r>
                    </a:p>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背景と目的</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なぜトランザクション処理についてまとめたかの背景と本スライドの目的を説明</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95794718"/>
                  </a:ext>
                </a:extLst>
              </a:tr>
              <a:tr h="507298">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コマンドの紹介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トランザクション処理を規定するコマンドを紹介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77024123"/>
                  </a:ext>
                </a:extLst>
              </a:tr>
              <a:tr h="507298">
                <a:tc>
                  <a:txBody>
                    <a:bodyPr/>
                    <a:lstStyle/>
                    <a:p>
                      <a:r>
                        <a:rPr kumimoji="1" lang="en-US" altLang="ja-JP" dirty="0"/>
                        <a:t>3</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データを用いた実際の操作</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実データを用いてそれぞれのコマンドを用いるとどのようにテーブルが遷移するのかを説明</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BEGIN/COMMIT</a:t>
                      </a:r>
                    </a:p>
                    <a:p>
                      <a:r>
                        <a:rPr kumimoji="1" lang="en-US" altLang="ja-JP" dirty="0"/>
                        <a:t>ROLLBACK</a:t>
                      </a:r>
                      <a:r>
                        <a:rPr kumimoji="1" lang="ja-JP" altLang="en-US" dirty="0"/>
                        <a:t>について説明</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98956711"/>
                  </a:ext>
                </a:extLst>
              </a:tr>
              <a:tr h="507298">
                <a:tc>
                  <a:txBody>
                    <a:bodyPr/>
                    <a:lstStyle/>
                    <a:p>
                      <a:r>
                        <a:rPr kumimoji="1" lang="en-US" altLang="ja-JP" dirty="0"/>
                        <a:t>4</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施策領域で生じた問題</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Pega</a:t>
                      </a:r>
                      <a:r>
                        <a:rPr kumimoji="1" lang="ja-JP" altLang="en-US" dirty="0"/>
                        <a:t>→外部</a:t>
                      </a:r>
                      <a:r>
                        <a:rPr kumimoji="1" lang="en-US" altLang="ja-JP" dirty="0"/>
                        <a:t>DB</a:t>
                      </a:r>
                      <a:r>
                        <a:rPr kumimoji="1" lang="ja-JP" altLang="en-US" dirty="0"/>
                        <a:t>への操作に用いる「</a:t>
                      </a:r>
                      <a:r>
                        <a:rPr kumimoji="1" lang="en-US" altLang="ja-JP" dirty="0"/>
                        <a:t>Connect  SQL</a:t>
                      </a:r>
                      <a:r>
                        <a:rPr kumimoji="1" lang="ja-JP" altLang="en-US" dirty="0"/>
                        <a:t>」の特徴について説明</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2696075"/>
                  </a:ext>
                </a:extLst>
              </a:tr>
              <a:tr h="507298">
                <a:tc>
                  <a:txBody>
                    <a:bodyPr/>
                    <a:lstStyle/>
                    <a:p>
                      <a:r>
                        <a:rPr kumimoji="1" lang="en-US" altLang="ja-JP" dirty="0"/>
                        <a:t>5</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課題への対処</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r>
                        <a:rPr kumimoji="1" lang="en-US" altLang="ja-JP" dirty="0"/>
                        <a:t>Connect SQL</a:t>
                      </a:r>
                      <a:r>
                        <a:rPr kumimoji="1" lang="ja-JP" altLang="en-US" dirty="0"/>
                        <a:t>を用いたうえでどのようにトランザクション処理を実現（再現？）するかについて説明</a:t>
                      </a:r>
                      <a:endParaRPr kumimoji="1" lang="en-US" altLang="ja-JP" dirty="0"/>
                    </a:p>
                    <a:p>
                      <a:pPr algn="l"/>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02554559"/>
                  </a:ext>
                </a:extLst>
              </a:tr>
              <a:tr h="507298">
                <a:tc>
                  <a:txBody>
                    <a:bodyPr/>
                    <a:lstStyle/>
                    <a:p>
                      <a:r>
                        <a:rPr kumimoji="1" lang="en-US" altLang="ja-JP" dirty="0"/>
                        <a:t>6</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おまけ</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r>
                        <a:rPr kumimoji="1" lang="ja-JP" altLang="en-US" dirty="0"/>
                        <a:t>トランザクション分離レベルについて</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l"/>
                      <a:r>
                        <a:rPr kumimoji="1" lang="ja-JP" altLang="en-US" dirty="0"/>
                        <a:t>関連領域であるトランザクション分離レベルについて</a:t>
                      </a:r>
                      <a:endParaRPr kumimoji="1" lang="en-US" altLang="ja-JP" dirty="0"/>
                    </a:p>
                    <a:p>
                      <a:pPr algn="l"/>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4851187"/>
                  </a:ext>
                </a:extLst>
              </a:tr>
            </a:tbl>
          </a:graphicData>
        </a:graphic>
      </p:graphicFrame>
    </p:spTree>
    <p:extLst>
      <p:ext uri="{BB962C8B-B14F-4D97-AF65-F5344CB8AC3E}">
        <p14:creationId xmlns:p14="http://schemas.microsoft.com/office/powerpoint/2010/main" val="233208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33F67-3C10-6633-12BE-34F8F8A48A1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740C99E-8A60-EAC0-A89B-6836B6DF154F}"/>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C7510BA4-7A54-A2C4-E89D-C4EF6C3509CC}"/>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2800" dirty="0"/>
              <a:t>RDB</a:t>
            </a:r>
            <a:r>
              <a:rPr lang="ja-JP" altLang="en-US" sz="2800" dirty="0"/>
              <a:t>の</a:t>
            </a:r>
            <a:r>
              <a:rPr lang="en-US" altLang="ja-JP" sz="2800" dirty="0"/>
              <a:t>ACID</a:t>
            </a:r>
            <a:r>
              <a:rPr lang="ja-JP" altLang="en-US" sz="2800" dirty="0"/>
              <a:t>特性を保証するうえで不可欠な知識となるトランザクション処理について理解する</a:t>
            </a:r>
            <a:endParaRPr lang="en-US" altLang="ja-JP" sz="2800" dirty="0"/>
          </a:p>
        </p:txBody>
      </p:sp>
      <p:sp>
        <p:nvSpPr>
          <p:cNvPr id="4" name="タイトル プレースホルダー 1">
            <a:extLst>
              <a:ext uri="{FF2B5EF4-FFF2-40B4-BE49-F238E27FC236}">
                <a16:creationId xmlns:a16="http://schemas.microsoft.com/office/drawing/2014/main" id="{37A9D8E7-0DDA-4144-04F1-32E2E21FA926}"/>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背景と目的</a:t>
            </a:r>
            <a:endParaRPr lang="en-US" altLang="ja-JP" dirty="0"/>
          </a:p>
        </p:txBody>
      </p:sp>
      <p:sp>
        <p:nvSpPr>
          <p:cNvPr id="8" name="二等辺三角形 7">
            <a:extLst>
              <a:ext uri="{FF2B5EF4-FFF2-40B4-BE49-F238E27FC236}">
                <a16:creationId xmlns:a16="http://schemas.microsoft.com/office/drawing/2014/main" id="{EB5AC460-77C4-3273-3AD4-F1611D15E829}"/>
              </a:ext>
            </a:extLst>
          </p:cNvPr>
          <p:cNvSpPr/>
          <p:nvPr/>
        </p:nvSpPr>
        <p:spPr>
          <a:xfrm rot="5400000">
            <a:off x="4329359" y="4369736"/>
            <a:ext cx="3601016" cy="585679"/>
          </a:xfrm>
          <a:prstGeom prst="triangle">
            <a:avLst/>
          </a:prstGeom>
          <a:solidFill>
            <a:schemeClr val="tx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C118070-57E6-FC5D-24FC-51292E3ACB11}"/>
              </a:ext>
            </a:extLst>
          </p:cNvPr>
          <p:cNvSpPr/>
          <p:nvPr/>
        </p:nvSpPr>
        <p:spPr>
          <a:xfrm>
            <a:off x="33602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ja-JP" altLang="en-US" dirty="0">
                <a:solidFill>
                  <a:schemeClr val="tx1">
                    <a:lumMod val="75000"/>
                  </a:schemeClr>
                </a:solidFill>
              </a:rPr>
              <a:t>複数の更新処理を連続して行う際に</a:t>
            </a:r>
            <a:r>
              <a:rPr kumimoji="1" lang="ja-JP" altLang="en-US" dirty="0">
                <a:solidFill>
                  <a:schemeClr val="tx1">
                    <a:lumMod val="75000"/>
                  </a:schemeClr>
                </a:solidFill>
              </a:rPr>
              <a:t>トランザクション制御を行って、複数処理を一つの処理としてまとめて管理する必要がある</a:t>
            </a:r>
            <a:endParaRPr kumimoji="1" lang="en-US" altLang="ja-JP" dirty="0">
              <a:solidFill>
                <a:schemeClr val="tx1">
                  <a:lumMod val="75000"/>
                </a:schemeClr>
              </a:solidFill>
            </a:endParaRPr>
          </a:p>
          <a:p>
            <a:pPr marL="285750" indent="-285750">
              <a:buFont typeface="Arial" panose="020B0604020202020204" pitchFamily="34" charset="0"/>
              <a:buChar char="•"/>
            </a:pPr>
            <a:r>
              <a:rPr kumimoji="1" lang="ja-JP" altLang="en-US" dirty="0">
                <a:solidFill>
                  <a:schemeClr val="tx1">
                    <a:lumMod val="75000"/>
                  </a:schemeClr>
                </a:solidFill>
              </a:rPr>
              <a:t>トランザクション制御を誤るとデータに不整合を生んでしまい、後続処理に影響がでる</a:t>
            </a:r>
            <a:endParaRPr kumimoji="1" lang="en-US" altLang="ja-JP" dirty="0">
              <a:solidFill>
                <a:schemeClr val="tx1">
                  <a:lumMod val="75000"/>
                </a:schemeClr>
              </a:solidFill>
            </a:endParaRPr>
          </a:p>
          <a:p>
            <a:pPr marL="285750" indent="-285750">
              <a:buFont typeface="Arial" panose="020B0604020202020204" pitchFamily="34" charset="0"/>
              <a:buChar char="•"/>
            </a:pPr>
            <a:r>
              <a:rPr lang="ja-JP" altLang="en-US" dirty="0">
                <a:solidFill>
                  <a:schemeClr val="tx1">
                    <a:lumMod val="75000"/>
                  </a:schemeClr>
                </a:solidFill>
              </a:rPr>
              <a:t>施策領域で</a:t>
            </a:r>
            <a:r>
              <a:rPr lang="en-US" altLang="ja-JP" dirty="0">
                <a:solidFill>
                  <a:schemeClr val="tx1">
                    <a:lumMod val="75000"/>
                  </a:schemeClr>
                </a:solidFill>
              </a:rPr>
              <a:t>Pega</a:t>
            </a:r>
            <a:r>
              <a:rPr lang="ja-JP" altLang="en-US" dirty="0">
                <a:solidFill>
                  <a:schemeClr val="tx1">
                    <a:lumMod val="75000"/>
                  </a:schemeClr>
                </a:solidFill>
              </a:rPr>
              <a:t>を扱うからこそ発生するトランザクションについての問題が発生した</a:t>
            </a:r>
            <a:endParaRPr kumimoji="1" lang="ja-JP" altLang="en-US" dirty="0">
              <a:solidFill>
                <a:schemeClr val="tx1">
                  <a:lumMod val="75000"/>
                </a:schemeClr>
              </a:solidFill>
            </a:endParaRPr>
          </a:p>
        </p:txBody>
      </p:sp>
      <p:sp>
        <p:nvSpPr>
          <p:cNvPr id="10" name="正方形/長方形 9">
            <a:extLst>
              <a:ext uri="{FF2B5EF4-FFF2-40B4-BE49-F238E27FC236}">
                <a16:creationId xmlns:a16="http://schemas.microsoft.com/office/drawing/2014/main" id="{A5DD0F5F-F7DD-E0B3-E8B8-43DC8378525E}"/>
              </a:ext>
            </a:extLst>
          </p:cNvPr>
          <p:cNvSpPr/>
          <p:nvPr/>
        </p:nvSpPr>
        <p:spPr>
          <a:xfrm>
            <a:off x="6821214" y="2876616"/>
            <a:ext cx="5015186" cy="3586466"/>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marL="285750" indent="-285750">
              <a:buFont typeface="Arial" panose="020B0604020202020204" pitchFamily="34" charset="0"/>
              <a:buChar char="•"/>
            </a:pPr>
            <a:r>
              <a:rPr lang="ja-JP" altLang="en-US" dirty="0">
                <a:solidFill>
                  <a:schemeClr val="tx1">
                    <a:lumMod val="75000"/>
                  </a:schemeClr>
                </a:solidFill>
              </a:rPr>
              <a:t>アプリケーション設計を行う上で重要な要素であるトランザクションについて基礎的な知識を得る</a:t>
            </a:r>
            <a:endParaRPr lang="en-US" altLang="ja-JP" dirty="0">
              <a:solidFill>
                <a:schemeClr val="tx1">
                  <a:lumMod val="75000"/>
                </a:schemeClr>
              </a:solidFill>
            </a:endParaRPr>
          </a:p>
          <a:p>
            <a:pPr marL="285750" indent="-285750">
              <a:buFont typeface="Arial" panose="020B0604020202020204" pitchFamily="34" charset="0"/>
              <a:buChar char="•"/>
            </a:pPr>
            <a:r>
              <a:rPr kumimoji="1" lang="en-US" altLang="ja-JP" dirty="0">
                <a:solidFill>
                  <a:schemeClr val="tx1">
                    <a:lumMod val="75000"/>
                  </a:schemeClr>
                </a:solidFill>
              </a:rPr>
              <a:t>Pega</a:t>
            </a:r>
            <a:r>
              <a:rPr kumimoji="1" lang="ja-JP" altLang="en-US" dirty="0">
                <a:solidFill>
                  <a:schemeClr val="tx1">
                    <a:lumMod val="75000"/>
                  </a:schemeClr>
                </a:solidFill>
              </a:rPr>
              <a:t>→外部</a:t>
            </a:r>
            <a:r>
              <a:rPr kumimoji="1" lang="en-US" altLang="ja-JP" dirty="0">
                <a:solidFill>
                  <a:schemeClr val="tx1">
                    <a:lumMod val="75000"/>
                  </a:schemeClr>
                </a:solidFill>
              </a:rPr>
              <a:t>DB</a:t>
            </a:r>
            <a:r>
              <a:rPr kumimoji="1" lang="ja-JP" altLang="en-US" dirty="0">
                <a:solidFill>
                  <a:schemeClr val="tx1">
                    <a:lumMod val="75000"/>
                  </a:schemeClr>
                </a:solidFill>
              </a:rPr>
              <a:t>操作に独特の機能である</a:t>
            </a:r>
            <a:br>
              <a:rPr kumimoji="1" lang="en-US" altLang="ja-JP" dirty="0">
                <a:solidFill>
                  <a:schemeClr val="tx1">
                    <a:lumMod val="75000"/>
                  </a:schemeClr>
                </a:solidFill>
              </a:rPr>
            </a:br>
            <a:r>
              <a:rPr kumimoji="1" lang="en-US" altLang="ja-JP" dirty="0">
                <a:solidFill>
                  <a:schemeClr val="tx1">
                    <a:lumMod val="75000"/>
                  </a:schemeClr>
                </a:solidFill>
              </a:rPr>
              <a:t>Connect SQL</a:t>
            </a:r>
            <a:r>
              <a:rPr kumimoji="1" lang="ja-JP" altLang="en-US" dirty="0">
                <a:solidFill>
                  <a:schemeClr val="tx1">
                    <a:lumMod val="75000"/>
                  </a:schemeClr>
                </a:solidFill>
              </a:rPr>
              <a:t>について特性を理解する</a:t>
            </a:r>
            <a:endParaRPr kumimoji="1" lang="en-US" altLang="ja-JP" dirty="0">
              <a:solidFill>
                <a:schemeClr val="tx1">
                  <a:lumMod val="75000"/>
                </a:schemeClr>
              </a:solidFill>
            </a:endParaRPr>
          </a:p>
          <a:p>
            <a:pPr marL="285750" indent="-285750">
              <a:buFont typeface="Arial" panose="020B0604020202020204" pitchFamily="34" charset="0"/>
              <a:buChar char="•"/>
            </a:pPr>
            <a:r>
              <a:rPr kumimoji="1" lang="en-US" altLang="ja-JP" dirty="0" err="1">
                <a:solidFill>
                  <a:schemeClr val="tx1">
                    <a:lumMod val="75000"/>
                  </a:schemeClr>
                </a:solidFill>
              </a:rPr>
              <a:t>ConnectSQL</a:t>
            </a:r>
            <a:r>
              <a:rPr kumimoji="1" lang="ja-JP" altLang="en-US" dirty="0">
                <a:solidFill>
                  <a:schemeClr val="tx1">
                    <a:lumMod val="75000"/>
                  </a:schemeClr>
                </a:solidFill>
              </a:rPr>
              <a:t>を使用する、という</a:t>
            </a:r>
            <a:r>
              <a:rPr kumimoji="1" lang="en-US" altLang="ja-JP" dirty="0">
                <a:solidFill>
                  <a:schemeClr val="tx1">
                    <a:lumMod val="75000"/>
                  </a:schemeClr>
                </a:solidFill>
              </a:rPr>
              <a:t>Pega</a:t>
            </a:r>
            <a:r>
              <a:rPr kumimoji="1" lang="ja-JP" altLang="en-US" dirty="0">
                <a:solidFill>
                  <a:schemeClr val="tx1">
                    <a:lumMod val="75000"/>
                  </a:schemeClr>
                </a:solidFill>
              </a:rPr>
              <a:t>上のナレッジを蓄積する</a:t>
            </a:r>
          </a:p>
        </p:txBody>
      </p:sp>
      <p:sp>
        <p:nvSpPr>
          <p:cNvPr id="6" name="正方形/長方形 5">
            <a:extLst>
              <a:ext uri="{FF2B5EF4-FFF2-40B4-BE49-F238E27FC236}">
                <a16:creationId xmlns:a16="http://schemas.microsoft.com/office/drawing/2014/main" id="{725A5F26-C6B0-E077-E1C8-6C313703AE69}"/>
              </a:ext>
            </a:extLst>
          </p:cNvPr>
          <p:cNvSpPr/>
          <p:nvPr/>
        </p:nvSpPr>
        <p:spPr>
          <a:xfrm>
            <a:off x="355600"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本スライドの背景</a:t>
            </a:r>
            <a:endParaRPr lang="ja-JP" altLang="en-US" dirty="0">
              <a:solidFill>
                <a:schemeClr val="tx1">
                  <a:lumMod val="75000"/>
                </a:schemeClr>
              </a:solidFill>
            </a:endParaRPr>
          </a:p>
        </p:txBody>
      </p:sp>
      <p:sp>
        <p:nvSpPr>
          <p:cNvPr id="7" name="正方形/長方形 6">
            <a:extLst>
              <a:ext uri="{FF2B5EF4-FFF2-40B4-BE49-F238E27FC236}">
                <a16:creationId xmlns:a16="http://schemas.microsoft.com/office/drawing/2014/main" id="{484040B2-3DEC-59AA-9DBF-F91CE4F75D54}"/>
              </a:ext>
            </a:extLst>
          </p:cNvPr>
          <p:cNvSpPr/>
          <p:nvPr/>
        </p:nvSpPr>
        <p:spPr>
          <a:xfrm>
            <a:off x="6821214" y="2322788"/>
            <a:ext cx="5015186" cy="53927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dirty="0">
                <a:solidFill>
                  <a:schemeClr val="tx1">
                    <a:lumMod val="75000"/>
                  </a:schemeClr>
                </a:solidFill>
              </a:rPr>
              <a:t>本スライドの目的</a:t>
            </a:r>
            <a:endParaRPr kumimoji="1" lang="ja-JP" altLang="en-US" dirty="0"/>
          </a:p>
        </p:txBody>
      </p:sp>
    </p:spTree>
    <p:extLst>
      <p:ext uri="{BB962C8B-B14F-4D97-AF65-F5344CB8AC3E}">
        <p14:creationId xmlns:p14="http://schemas.microsoft.com/office/powerpoint/2010/main" val="2755181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D2C1743-B1DF-1311-D64E-194A38B3483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1FC88A8E-53F0-B469-5D52-051622F0ECDE}"/>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トランザクションを制御するために</a:t>
            </a:r>
            <a:r>
              <a:rPr lang="en-US" altLang="ja-JP" sz="2800" dirty="0"/>
              <a:t>5</a:t>
            </a:r>
            <a:r>
              <a:rPr lang="ja-JP" altLang="en-US" sz="2800" dirty="0"/>
              <a:t>つコマンドがある</a:t>
            </a:r>
            <a:endParaRPr lang="en-US" altLang="ja-JP" sz="2800" dirty="0"/>
          </a:p>
        </p:txBody>
      </p:sp>
      <p:sp>
        <p:nvSpPr>
          <p:cNvPr id="4" name="タイトル プレースホルダー 1">
            <a:extLst>
              <a:ext uri="{FF2B5EF4-FFF2-40B4-BE49-F238E27FC236}">
                <a16:creationId xmlns:a16="http://schemas.microsoft.com/office/drawing/2014/main" id="{306678DD-E9B8-0DA4-574D-12FF7A1F77B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コマンドの紹介</a:t>
            </a:r>
            <a:endParaRPr lang="en-US" altLang="ja-JP" dirty="0"/>
          </a:p>
        </p:txBody>
      </p:sp>
      <p:graphicFrame>
        <p:nvGraphicFramePr>
          <p:cNvPr id="6" name="表 5">
            <a:extLst>
              <a:ext uri="{FF2B5EF4-FFF2-40B4-BE49-F238E27FC236}">
                <a16:creationId xmlns:a16="http://schemas.microsoft.com/office/drawing/2014/main" id="{4E8C2368-CCD1-6466-1D0E-5C85B1B802AD}"/>
              </a:ext>
            </a:extLst>
          </p:cNvPr>
          <p:cNvGraphicFramePr>
            <a:graphicFrameLocks noGrp="1"/>
          </p:cNvGraphicFramePr>
          <p:nvPr>
            <p:extLst>
              <p:ext uri="{D42A27DB-BD31-4B8C-83A1-F6EECF244321}">
                <p14:modId xmlns:p14="http://schemas.microsoft.com/office/powerpoint/2010/main" val="949255220"/>
              </p:ext>
            </p:extLst>
          </p:nvPr>
        </p:nvGraphicFramePr>
        <p:xfrm>
          <a:off x="355600" y="2299019"/>
          <a:ext cx="11506200" cy="3982018"/>
        </p:xfrm>
        <a:graphic>
          <a:graphicData uri="http://schemas.openxmlformats.org/drawingml/2006/table">
            <a:tbl>
              <a:tblPr firstRow="1" bandRow="1">
                <a:tableStyleId>{F5AB1C69-6EDB-4FF4-983F-18BD219EF322}</a:tableStyleId>
              </a:tblPr>
              <a:tblGrid>
                <a:gridCol w="1410501">
                  <a:extLst>
                    <a:ext uri="{9D8B030D-6E8A-4147-A177-3AD203B41FA5}">
                      <a16:colId xmlns:a16="http://schemas.microsoft.com/office/drawing/2014/main" val="2190428610"/>
                    </a:ext>
                  </a:extLst>
                </a:gridCol>
                <a:gridCol w="2680003">
                  <a:extLst>
                    <a:ext uri="{9D8B030D-6E8A-4147-A177-3AD203B41FA5}">
                      <a16:colId xmlns:a16="http://schemas.microsoft.com/office/drawing/2014/main" val="909322686"/>
                    </a:ext>
                  </a:extLst>
                </a:gridCol>
                <a:gridCol w="5266067">
                  <a:extLst>
                    <a:ext uri="{9D8B030D-6E8A-4147-A177-3AD203B41FA5}">
                      <a16:colId xmlns:a16="http://schemas.microsoft.com/office/drawing/2014/main" val="1715953698"/>
                    </a:ext>
                  </a:extLst>
                </a:gridCol>
                <a:gridCol w="2149629">
                  <a:extLst>
                    <a:ext uri="{9D8B030D-6E8A-4147-A177-3AD203B41FA5}">
                      <a16:colId xmlns:a16="http://schemas.microsoft.com/office/drawing/2014/main" val="1771377720"/>
                    </a:ext>
                  </a:extLst>
                </a:gridCol>
              </a:tblGrid>
              <a:tr h="507298">
                <a:tc>
                  <a:txBody>
                    <a:bodyPr/>
                    <a:lstStyle/>
                    <a:p>
                      <a:r>
                        <a:rPr kumimoji="1" lang="ja-JP" altLang="en-US" dirty="0"/>
                        <a:t>項番</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コマンド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意味</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ja-JP" altLang="en-US" dirty="0"/>
                        <a:t>備考</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677740506"/>
                  </a:ext>
                </a:extLst>
              </a:tr>
              <a:tr h="640080">
                <a:tc>
                  <a:txBody>
                    <a:bodyPr/>
                    <a:lstStyle/>
                    <a:p>
                      <a:r>
                        <a:rPr kumimoji="1" lang="en-US" altLang="ja-JP" dirty="0"/>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BEGIN</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トランザクションを開始する</a:t>
                      </a:r>
                      <a:endParaRPr kumimoji="1" lang="en-US" altLang="ja-JP"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en-US" altLang="ja-JP"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171536"/>
                  </a:ext>
                </a:extLst>
              </a:tr>
              <a:tr h="640080">
                <a:tc>
                  <a:txBody>
                    <a:bodyPr/>
                    <a:lstStyle/>
                    <a:p>
                      <a:r>
                        <a:rPr kumimoji="1" lang="en-US" altLang="ja-JP" dirty="0"/>
                        <a:t>2</a:t>
                      </a:r>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COMMIT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トランザクションを終了し、変更を確定する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65365920"/>
                  </a:ext>
                </a:extLst>
              </a:tr>
              <a:tr h="640080">
                <a:tc>
                  <a:txBody>
                    <a:bodyPr/>
                    <a:lstStyle/>
                    <a:p>
                      <a:r>
                        <a:rPr kumimoji="1" lang="en-US" altLang="ja-JP" dirty="0"/>
                        <a:t>3</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ROLLBACK</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トランザクションを終了し、変更を取り消しする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2524311"/>
                  </a:ext>
                </a:extLst>
              </a:tr>
              <a:tr h="640080">
                <a:tc>
                  <a:txBody>
                    <a:bodyPr/>
                    <a:lstStyle/>
                    <a:p>
                      <a:r>
                        <a:rPr kumimoji="1" lang="en-US" altLang="ja-JP" dirty="0"/>
                        <a:t>4</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SAVEPOINT</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トランザクション内の特定の位置まで戻れるセーブポイントを登録</a:t>
                      </a:r>
                      <a:endParaRPr kumimoji="1" lang="en-US" altLang="ja-JP" dirty="0"/>
                    </a:p>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929149"/>
                  </a:ext>
                </a:extLst>
              </a:tr>
              <a:tr h="640080">
                <a:tc>
                  <a:txBody>
                    <a:bodyPr/>
                    <a:lstStyle/>
                    <a:p>
                      <a:r>
                        <a:rPr kumimoji="1" lang="en-US" altLang="ja-JP" dirty="0"/>
                        <a:t>5</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dirty="0"/>
                        <a:t>TRUNCATE</a:t>
                      </a:r>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dirty="0"/>
                        <a:t>テーブルのデータを高速に削除（ロールバック不可）</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89888087"/>
                  </a:ext>
                </a:extLst>
              </a:tr>
            </a:tbl>
          </a:graphicData>
        </a:graphic>
      </p:graphicFrame>
    </p:spTree>
    <p:extLst>
      <p:ext uri="{BB962C8B-B14F-4D97-AF65-F5344CB8AC3E}">
        <p14:creationId xmlns:p14="http://schemas.microsoft.com/office/powerpoint/2010/main" val="3808109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E24A1-1F56-220F-D965-52CA104B3980}"/>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BD344855-77BE-A0C3-E6BD-87FBAC4CED79}"/>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9CE11133-2A75-FA27-FAE9-43A412FD06E7}"/>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トランザクション処理を理解するためにサンプルデータとともにコマンドの役割を見る</a:t>
            </a:r>
            <a:endParaRPr lang="en-US" altLang="ja-JP" sz="2800" dirty="0"/>
          </a:p>
        </p:txBody>
      </p:sp>
      <p:sp>
        <p:nvSpPr>
          <p:cNvPr id="4" name="タイトル プレースホルダー 1">
            <a:extLst>
              <a:ext uri="{FF2B5EF4-FFF2-40B4-BE49-F238E27FC236}">
                <a16:creationId xmlns:a16="http://schemas.microsoft.com/office/drawing/2014/main" id="{07C590E0-F21F-20DC-6F39-C584668E5141}"/>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データを用いた実際の操作</a:t>
            </a:r>
            <a:r>
              <a:rPr lang="en-US" altLang="ja-JP" dirty="0"/>
              <a:t>-1</a:t>
            </a:r>
          </a:p>
        </p:txBody>
      </p:sp>
      <p:sp>
        <p:nvSpPr>
          <p:cNvPr id="5" name="タイトル プレースホルダー 1">
            <a:extLst>
              <a:ext uri="{FF2B5EF4-FFF2-40B4-BE49-F238E27FC236}">
                <a16:creationId xmlns:a16="http://schemas.microsoft.com/office/drawing/2014/main" id="{6CDD10C7-761A-23F2-5FEC-71EB9CA49293}"/>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1800" dirty="0"/>
              <a:t>１．サンプルデータを格納したテーブルを作成する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pic>
        <p:nvPicPr>
          <p:cNvPr id="10" name="図 9" descr="テキスト, チャットまたはテキスト メッセージ&#10;&#10;AI 生成コンテンツは誤りを含む可能性があります。">
            <a:extLst>
              <a:ext uri="{FF2B5EF4-FFF2-40B4-BE49-F238E27FC236}">
                <a16:creationId xmlns:a16="http://schemas.microsoft.com/office/drawing/2014/main" id="{7E8DD86D-13BB-0EE6-438E-3A6FACDB11A3}"/>
              </a:ext>
            </a:extLst>
          </p:cNvPr>
          <p:cNvPicPr>
            <a:picLocks noChangeAspect="1"/>
          </p:cNvPicPr>
          <p:nvPr/>
        </p:nvPicPr>
        <p:blipFill>
          <a:blip r:embed="rId2"/>
          <a:stretch>
            <a:fillRect/>
          </a:stretch>
        </p:blipFill>
        <p:spPr>
          <a:xfrm>
            <a:off x="355600" y="2742161"/>
            <a:ext cx="6123143" cy="2973870"/>
          </a:xfrm>
          <a:prstGeom prst="rect">
            <a:avLst/>
          </a:prstGeom>
        </p:spPr>
      </p:pic>
      <p:graphicFrame>
        <p:nvGraphicFramePr>
          <p:cNvPr id="8" name="表 7">
            <a:extLst>
              <a:ext uri="{FF2B5EF4-FFF2-40B4-BE49-F238E27FC236}">
                <a16:creationId xmlns:a16="http://schemas.microsoft.com/office/drawing/2014/main" id="{76717AE3-11B1-EDAF-BEDA-D7A14843E606}"/>
              </a:ext>
            </a:extLst>
          </p:cNvPr>
          <p:cNvGraphicFramePr>
            <a:graphicFrameLocks noGrp="1"/>
          </p:cNvGraphicFramePr>
          <p:nvPr>
            <p:extLst>
              <p:ext uri="{D42A27DB-BD31-4B8C-83A1-F6EECF244321}">
                <p14:modId xmlns:p14="http://schemas.microsoft.com/office/powerpoint/2010/main" val="3507633073"/>
              </p:ext>
            </p:extLst>
          </p:nvPr>
        </p:nvGraphicFramePr>
        <p:xfrm>
          <a:off x="7676007" y="2742161"/>
          <a:ext cx="4160393" cy="2973871"/>
        </p:xfrm>
        <a:graphic>
          <a:graphicData uri="http://schemas.openxmlformats.org/drawingml/2006/table">
            <a:tbl>
              <a:tblPr firstRow="1" bandRow="1">
                <a:tableStyleId>{F5AB1C69-6EDB-4FF4-983F-18BD219EF322}</a:tableStyleId>
              </a:tblPr>
              <a:tblGrid>
                <a:gridCol w="687521">
                  <a:extLst>
                    <a:ext uri="{9D8B030D-6E8A-4147-A177-3AD203B41FA5}">
                      <a16:colId xmlns:a16="http://schemas.microsoft.com/office/drawing/2014/main" val="2190428610"/>
                    </a:ext>
                  </a:extLst>
                </a:gridCol>
                <a:gridCol w="1080654">
                  <a:extLst>
                    <a:ext uri="{9D8B030D-6E8A-4147-A177-3AD203B41FA5}">
                      <a16:colId xmlns:a16="http://schemas.microsoft.com/office/drawing/2014/main" val="909322686"/>
                    </a:ext>
                  </a:extLst>
                </a:gridCol>
                <a:gridCol w="1191491">
                  <a:extLst>
                    <a:ext uri="{9D8B030D-6E8A-4147-A177-3AD203B41FA5}">
                      <a16:colId xmlns:a16="http://schemas.microsoft.com/office/drawing/2014/main" val="1715953698"/>
                    </a:ext>
                  </a:extLst>
                </a:gridCol>
                <a:gridCol w="1200727">
                  <a:extLst>
                    <a:ext uri="{9D8B030D-6E8A-4147-A177-3AD203B41FA5}">
                      <a16:colId xmlns:a16="http://schemas.microsoft.com/office/drawing/2014/main" val="1771377720"/>
                    </a:ext>
                  </a:extLst>
                </a:gridCol>
              </a:tblGrid>
              <a:tr h="455103">
                <a:tc>
                  <a:txBody>
                    <a:bodyPr/>
                    <a:lstStyle/>
                    <a:p>
                      <a:r>
                        <a:rPr kumimoji="1" lang="en-US" altLang="ja-JP" sz="1400" dirty="0"/>
                        <a:t>id</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name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deposit</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age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677740506"/>
                  </a:ext>
                </a:extLst>
              </a:tr>
              <a:tr h="629692">
                <a:tc>
                  <a:txBody>
                    <a:bodyPr/>
                    <a:lstStyle/>
                    <a:p>
                      <a:r>
                        <a:rPr kumimoji="1" lang="en-US" altLang="ja-JP" sz="1400" dirty="0"/>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Hiroki</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171536"/>
                  </a:ext>
                </a:extLst>
              </a:tr>
              <a:tr h="629692">
                <a:tc>
                  <a:txBody>
                    <a:bodyPr/>
                    <a:lstStyle/>
                    <a:p>
                      <a:r>
                        <a:rPr kumimoji="1" lang="en-US" altLang="ja-JP" sz="1400" dirty="0"/>
                        <a:t>2</a:t>
                      </a:r>
                    </a:p>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Takeshi</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500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25</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65365920"/>
                  </a:ext>
                </a:extLst>
              </a:tr>
              <a:tr h="629692">
                <a:tc>
                  <a:txBody>
                    <a:bodyPr/>
                    <a:lstStyle/>
                    <a:p>
                      <a:r>
                        <a:rPr kumimoji="1" lang="en-US" altLang="ja-JP" sz="1400" dirty="0"/>
                        <a:t>3</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John</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6000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39</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2524311"/>
                  </a:ext>
                </a:extLst>
              </a:tr>
              <a:tr h="629692">
                <a:tc>
                  <a:txBody>
                    <a:bodyPr/>
                    <a:lstStyle/>
                    <a:p>
                      <a:r>
                        <a:rPr kumimoji="1" lang="en-US" altLang="ja-JP" sz="1400" dirty="0"/>
                        <a:t>4</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Ichiro</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800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22</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929149"/>
                  </a:ext>
                </a:extLst>
              </a:tr>
            </a:tbl>
          </a:graphicData>
        </a:graphic>
      </p:graphicFrame>
    </p:spTree>
    <p:extLst>
      <p:ext uri="{BB962C8B-B14F-4D97-AF65-F5344CB8AC3E}">
        <p14:creationId xmlns:p14="http://schemas.microsoft.com/office/powerpoint/2010/main" val="832867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9A6D-45E6-F30B-6DC6-D210F7BFBE9E}"/>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B3796BAF-F2BC-EF74-E6CE-877A7C6AD6CE}"/>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D6090B54-8BA2-1B59-CE48-AE389074E397}"/>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トランザクション処理を理解するためにサンプルデータとともにコマンドの役割を見る</a:t>
            </a:r>
            <a:endParaRPr lang="en-US" altLang="ja-JP" sz="2800" dirty="0"/>
          </a:p>
        </p:txBody>
      </p:sp>
      <p:sp>
        <p:nvSpPr>
          <p:cNvPr id="4" name="タイトル プレースホルダー 1">
            <a:extLst>
              <a:ext uri="{FF2B5EF4-FFF2-40B4-BE49-F238E27FC236}">
                <a16:creationId xmlns:a16="http://schemas.microsoft.com/office/drawing/2014/main" id="{F927BB97-033F-95A5-25B6-AB6792EDDD47}"/>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データを用いた実際の操作</a:t>
            </a:r>
            <a:r>
              <a:rPr lang="en-US" altLang="ja-JP" dirty="0"/>
              <a:t>-2</a:t>
            </a:r>
          </a:p>
        </p:txBody>
      </p:sp>
      <p:sp>
        <p:nvSpPr>
          <p:cNvPr id="5" name="タイトル プレースホルダー 1">
            <a:extLst>
              <a:ext uri="{FF2B5EF4-FFF2-40B4-BE49-F238E27FC236}">
                <a16:creationId xmlns:a16="http://schemas.microsoft.com/office/drawing/2014/main" id="{C3A837DD-CE4A-7F6A-A592-29B9E13C3021}"/>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1800" dirty="0"/>
              <a:t>2</a:t>
            </a:r>
            <a:r>
              <a:rPr lang="ja-JP" altLang="en-US" sz="1800" dirty="0"/>
              <a:t>．</a:t>
            </a:r>
            <a:r>
              <a:rPr lang="en-US" altLang="ja-JP" sz="1800" dirty="0"/>
              <a:t>BEGIN/COMMIT</a:t>
            </a:r>
            <a:r>
              <a:rPr lang="ja-JP" altLang="en-US" sz="1800" dirty="0"/>
              <a:t>を使用してトランザクションを作成する</a:t>
            </a:r>
            <a:endParaRPr lang="en-US" altLang="ja-JP" sz="1800" dirty="0"/>
          </a:p>
          <a:p>
            <a:pPr marL="285750" indent="-285750">
              <a:buFont typeface="Arial" panose="020B0604020202020204" pitchFamily="34" charset="0"/>
              <a:buChar char="•"/>
            </a:pPr>
            <a:r>
              <a:rPr lang="en-US" altLang="ja-JP" sz="1800" dirty="0"/>
              <a:t>BEGIN</a:t>
            </a:r>
            <a:r>
              <a:rPr lang="ja-JP" altLang="en-US" sz="1800" dirty="0"/>
              <a:t>を実行してそれ以降の</a:t>
            </a:r>
            <a:r>
              <a:rPr lang="en-US" altLang="ja-JP" sz="1800" dirty="0"/>
              <a:t>SQL</a:t>
            </a:r>
            <a:r>
              <a:rPr lang="ja-JP" altLang="en-US" sz="1800" dirty="0"/>
              <a:t>文による変更が確定しない状態にする</a:t>
            </a:r>
            <a:endParaRPr lang="en-US" altLang="ja-JP" sz="1800" dirty="0"/>
          </a:p>
          <a:p>
            <a:pPr marL="285750" indent="-285750">
              <a:buFont typeface="Arial" panose="020B0604020202020204" pitchFamily="34" charset="0"/>
              <a:buChar char="•"/>
            </a:pPr>
            <a:r>
              <a:rPr lang="en-US" altLang="ja-JP" sz="1800" dirty="0"/>
              <a:t>COMMIT</a:t>
            </a:r>
            <a:r>
              <a:rPr lang="ja-JP" altLang="en-US" sz="1800" dirty="0"/>
              <a:t>を実行して変更を確定する</a:t>
            </a:r>
            <a:endParaRPr lang="en-US" altLang="ja-JP" sz="1800" dirty="0"/>
          </a:p>
          <a:p>
            <a:pPr marL="285750" indent="-285750">
              <a:buFont typeface="Arial" panose="020B0604020202020204" pitchFamily="34" charset="0"/>
              <a:buChar char="•"/>
            </a:pPr>
            <a:r>
              <a:rPr lang="en-US" altLang="ja-JP" sz="1800" dirty="0"/>
              <a:t>Hiroki</a:t>
            </a:r>
            <a:r>
              <a:rPr lang="ja-JP" altLang="en-US" sz="1800" dirty="0"/>
              <a:t>が預金を</a:t>
            </a:r>
            <a:r>
              <a:rPr lang="en-US" altLang="ja-JP" sz="1800" dirty="0"/>
              <a:t>John</a:t>
            </a:r>
            <a:r>
              <a:rPr lang="ja-JP" altLang="en-US" sz="1800" dirty="0"/>
              <a:t>に</a:t>
            </a:r>
            <a:r>
              <a:rPr lang="en-US" altLang="ja-JP" sz="1800" dirty="0"/>
              <a:t>100</a:t>
            </a:r>
            <a:r>
              <a:rPr lang="ja-JP" altLang="en-US" sz="1800" dirty="0"/>
              <a:t>円渡すやり取りを考える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graphicFrame>
        <p:nvGraphicFramePr>
          <p:cNvPr id="8" name="表 7">
            <a:extLst>
              <a:ext uri="{FF2B5EF4-FFF2-40B4-BE49-F238E27FC236}">
                <a16:creationId xmlns:a16="http://schemas.microsoft.com/office/drawing/2014/main" id="{67B5F2D9-802A-41CF-B259-FBF7ED892C3B}"/>
              </a:ext>
            </a:extLst>
          </p:cNvPr>
          <p:cNvGraphicFramePr>
            <a:graphicFrameLocks noGrp="1"/>
          </p:cNvGraphicFramePr>
          <p:nvPr>
            <p:extLst>
              <p:ext uri="{D42A27DB-BD31-4B8C-83A1-F6EECF244321}">
                <p14:modId xmlns:p14="http://schemas.microsoft.com/office/powerpoint/2010/main" val="21659268"/>
              </p:ext>
            </p:extLst>
          </p:nvPr>
        </p:nvGraphicFramePr>
        <p:xfrm>
          <a:off x="7676007" y="3459018"/>
          <a:ext cx="4160393" cy="2973871"/>
        </p:xfrm>
        <a:graphic>
          <a:graphicData uri="http://schemas.openxmlformats.org/drawingml/2006/table">
            <a:tbl>
              <a:tblPr firstRow="1" bandRow="1">
                <a:tableStyleId>{F5AB1C69-6EDB-4FF4-983F-18BD219EF322}</a:tableStyleId>
              </a:tblPr>
              <a:tblGrid>
                <a:gridCol w="687521">
                  <a:extLst>
                    <a:ext uri="{9D8B030D-6E8A-4147-A177-3AD203B41FA5}">
                      <a16:colId xmlns:a16="http://schemas.microsoft.com/office/drawing/2014/main" val="2190428610"/>
                    </a:ext>
                  </a:extLst>
                </a:gridCol>
                <a:gridCol w="1080654">
                  <a:extLst>
                    <a:ext uri="{9D8B030D-6E8A-4147-A177-3AD203B41FA5}">
                      <a16:colId xmlns:a16="http://schemas.microsoft.com/office/drawing/2014/main" val="909322686"/>
                    </a:ext>
                  </a:extLst>
                </a:gridCol>
                <a:gridCol w="1191491">
                  <a:extLst>
                    <a:ext uri="{9D8B030D-6E8A-4147-A177-3AD203B41FA5}">
                      <a16:colId xmlns:a16="http://schemas.microsoft.com/office/drawing/2014/main" val="1715953698"/>
                    </a:ext>
                  </a:extLst>
                </a:gridCol>
                <a:gridCol w="1200727">
                  <a:extLst>
                    <a:ext uri="{9D8B030D-6E8A-4147-A177-3AD203B41FA5}">
                      <a16:colId xmlns:a16="http://schemas.microsoft.com/office/drawing/2014/main" val="1771377720"/>
                    </a:ext>
                  </a:extLst>
                </a:gridCol>
              </a:tblGrid>
              <a:tr h="455103">
                <a:tc>
                  <a:txBody>
                    <a:bodyPr/>
                    <a:lstStyle/>
                    <a:p>
                      <a:r>
                        <a:rPr kumimoji="1" lang="en-US" altLang="ja-JP" sz="1400" dirty="0"/>
                        <a:t>id</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name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deposit</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age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677740506"/>
                  </a:ext>
                </a:extLst>
              </a:tr>
              <a:tr h="629692">
                <a:tc>
                  <a:txBody>
                    <a:bodyPr/>
                    <a:lstStyle/>
                    <a:p>
                      <a:r>
                        <a:rPr kumimoji="1" lang="en-US" altLang="ja-JP" sz="1400" dirty="0"/>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Hiroki</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1" dirty="0"/>
                        <a:t>100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171536"/>
                  </a:ext>
                </a:extLst>
              </a:tr>
              <a:tr h="629692">
                <a:tc>
                  <a:txBody>
                    <a:bodyPr/>
                    <a:lstStyle/>
                    <a:p>
                      <a:r>
                        <a:rPr kumimoji="1" lang="en-US" altLang="ja-JP" sz="1400" dirty="0"/>
                        <a:t>2</a:t>
                      </a:r>
                    </a:p>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Takeshi</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500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25</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65365920"/>
                  </a:ext>
                </a:extLst>
              </a:tr>
              <a:tr h="629692">
                <a:tc>
                  <a:txBody>
                    <a:bodyPr/>
                    <a:lstStyle/>
                    <a:p>
                      <a:r>
                        <a:rPr kumimoji="1" lang="en-US" altLang="ja-JP" sz="1400" dirty="0"/>
                        <a:t>3</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John</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1" dirty="0"/>
                        <a:t>6100</a:t>
                      </a:r>
                      <a:endParaRPr kumimoji="1" lang="ja-JP" altLang="en-US" sz="14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39</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2524311"/>
                  </a:ext>
                </a:extLst>
              </a:tr>
              <a:tr h="629692">
                <a:tc>
                  <a:txBody>
                    <a:bodyPr/>
                    <a:lstStyle/>
                    <a:p>
                      <a:r>
                        <a:rPr kumimoji="1" lang="en-US" altLang="ja-JP" sz="1400" dirty="0"/>
                        <a:t>4</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Ichiro</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800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22</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929149"/>
                  </a:ext>
                </a:extLst>
              </a:tr>
            </a:tbl>
          </a:graphicData>
        </a:graphic>
      </p:graphicFrame>
      <p:pic>
        <p:nvPicPr>
          <p:cNvPr id="7" name="図 6" descr="テキスト&#10;&#10;AI 生成コンテンツは誤りを含む可能性があります。">
            <a:extLst>
              <a:ext uri="{FF2B5EF4-FFF2-40B4-BE49-F238E27FC236}">
                <a16:creationId xmlns:a16="http://schemas.microsoft.com/office/drawing/2014/main" id="{3CA11E06-8F41-BD60-FF5F-0D47E5BEEA8D}"/>
              </a:ext>
            </a:extLst>
          </p:cNvPr>
          <p:cNvPicPr>
            <a:picLocks noChangeAspect="1"/>
          </p:cNvPicPr>
          <p:nvPr/>
        </p:nvPicPr>
        <p:blipFill>
          <a:blip r:embed="rId2"/>
          <a:stretch>
            <a:fillRect/>
          </a:stretch>
        </p:blipFill>
        <p:spPr>
          <a:xfrm>
            <a:off x="355600" y="3465513"/>
            <a:ext cx="6123600" cy="1561450"/>
          </a:xfrm>
          <a:prstGeom prst="rect">
            <a:avLst/>
          </a:prstGeom>
        </p:spPr>
      </p:pic>
      <p:sp>
        <p:nvSpPr>
          <p:cNvPr id="9" name="吹き出し: 折線 8">
            <a:extLst>
              <a:ext uri="{FF2B5EF4-FFF2-40B4-BE49-F238E27FC236}">
                <a16:creationId xmlns:a16="http://schemas.microsoft.com/office/drawing/2014/main" id="{C349359F-5DAE-E948-1D29-5289F119AD51}"/>
              </a:ext>
            </a:extLst>
          </p:cNvPr>
          <p:cNvSpPr/>
          <p:nvPr/>
        </p:nvSpPr>
        <p:spPr>
          <a:xfrm>
            <a:off x="1339272" y="5361708"/>
            <a:ext cx="4756728" cy="1293091"/>
          </a:xfrm>
          <a:prstGeom prst="borderCallout2">
            <a:avLst>
              <a:gd name="adj1" fmla="val 18750"/>
              <a:gd name="adj2" fmla="val -8333"/>
              <a:gd name="adj3" fmla="val 18750"/>
              <a:gd name="adj4" fmla="val -16667"/>
              <a:gd name="adj5" fmla="val -86786"/>
              <a:gd name="adj6" fmla="val -7182"/>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lumMod val="75000"/>
                  </a:schemeClr>
                </a:solidFill>
              </a:rPr>
              <a:t>預金残高のやり取りなので両人の引き算と足し算は一つの処理としてまとめないと矛盾が生じる</a:t>
            </a:r>
          </a:p>
        </p:txBody>
      </p:sp>
    </p:spTree>
    <p:extLst>
      <p:ext uri="{BB962C8B-B14F-4D97-AF65-F5344CB8AC3E}">
        <p14:creationId xmlns:p14="http://schemas.microsoft.com/office/powerpoint/2010/main" val="1470513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3CD46-D2A4-8391-3F98-E5872F08AEA1}"/>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3BF0047-7E9F-513C-253C-505C6C8B902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009FE56B-9DC4-C0D0-8D18-07030FCB4AA3}"/>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トランザクション処理を理解するためにサンプルデータとともにコマンドの役割を見る</a:t>
            </a:r>
            <a:endParaRPr lang="en-US" altLang="ja-JP" sz="2800" dirty="0"/>
          </a:p>
        </p:txBody>
      </p:sp>
      <p:sp>
        <p:nvSpPr>
          <p:cNvPr id="4" name="タイトル プレースホルダー 1">
            <a:extLst>
              <a:ext uri="{FF2B5EF4-FFF2-40B4-BE49-F238E27FC236}">
                <a16:creationId xmlns:a16="http://schemas.microsoft.com/office/drawing/2014/main" id="{19B260C4-37D3-057D-614E-F3DA88CC16DF}"/>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データを用いた実際の操作</a:t>
            </a:r>
            <a:r>
              <a:rPr lang="en-US" altLang="ja-JP" dirty="0"/>
              <a:t>-2</a:t>
            </a:r>
          </a:p>
        </p:txBody>
      </p:sp>
      <p:sp>
        <p:nvSpPr>
          <p:cNvPr id="5" name="タイトル プレースホルダー 1">
            <a:extLst>
              <a:ext uri="{FF2B5EF4-FFF2-40B4-BE49-F238E27FC236}">
                <a16:creationId xmlns:a16="http://schemas.microsoft.com/office/drawing/2014/main" id="{23E61C98-30A2-79F3-2CED-3BD685917EDA}"/>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1800" dirty="0"/>
              <a:t>2</a:t>
            </a:r>
            <a:r>
              <a:rPr lang="ja-JP" altLang="en-US" sz="1800" dirty="0"/>
              <a:t>．</a:t>
            </a:r>
            <a:r>
              <a:rPr lang="en-US" altLang="ja-JP" sz="1800" dirty="0"/>
              <a:t>ROLLBACK</a:t>
            </a:r>
            <a:r>
              <a:rPr lang="ja-JP" altLang="en-US" sz="1800" dirty="0"/>
              <a:t>を使用してトランザクションを終了し変更を取り消す</a:t>
            </a:r>
            <a:endParaRPr lang="en-US" altLang="ja-JP" sz="1800" dirty="0"/>
          </a:p>
          <a:p>
            <a:pPr marL="285750" indent="-285750">
              <a:buFont typeface="Arial" panose="020B0604020202020204" pitchFamily="34" charset="0"/>
              <a:buChar char="•"/>
            </a:pPr>
            <a:r>
              <a:rPr lang="en-US" altLang="ja-JP" sz="1800" dirty="0"/>
              <a:t>BEGIN</a:t>
            </a:r>
            <a:r>
              <a:rPr lang="ja-JP" altLang="en-US" sz="1800" dirty="0"/>
              <a:t>を実行してそれ以降の</a:t>
            </a:r>
            <a:r>
              <a:rPr lang="en-US" altLang="ja-JP" sz="1800" dirty="0"/>
              <a:t>SQL</a:t>
            </a:r>
            <a:r>
              <a:rPr lang="ja-JP" altLang="en-US" sz="1800" dirty="0"/>
              <a:t>文による変更が確定しない状態にする</a:t>
            </a:r>
            <a:endParaRPr lang="en-US" altLang="ja-JP" sz="1800" dirty="0"/>
          </a:p>
          <a:p>
            <a:pPr marL="285750" indent="-285750">
              <a:buFont typeface="Arial" panose="020B0604020202020204" pitchFamily="34" charset="0"/>
              <a:buChar char="•"/>
            </a:pPr>
            <a:r>
              <a:rPr lang="en-US" altLang="ja-JP" sz="1800" dirty="0"/>
              <a:t>ROLLBACK</a:t>
            </a:r>
            <a:r>
              <a:rPr lang="ja-JP" altLang="en-US" sz="1800" dirty="0"/>
              <a:t>を実行して変更を確定する</a:t>
            </a:r>
            <a:endParaRPr lang="en-US" altLang="ja-JP" sz="1800" dirty="0"/>
          </a:p>
          <a:p>
            <a:pPr marL="285750" indent="-285750">
              <a:buFont typeface="Arial" panose="020B0604020202020204" pitchFamily="34" charset="0"/>
              <a:buChar char="•"/>
            </a:pPr>
            <a:r>
              <a:rPr lang="en-US" altLang="ja-JP" sz="1800" dirty="0"/>
              <a:t>Hiroki</a:t>
            </a:r>
            <a:r>
              <a:rPr lang="ja-JP" altLang="en-US" sz="1800" dirty="0"/>
              <a:t>が預金を</a:t>
            </a:r>
            <a:r>
              <a:rPr lang="en-US" altLang="ja-JP" sz="1800" dirty="0"/>
              <a:t>John</a:t>
            </a:r>
            <a:r>
              <a:rPr lang="ja-JP" altLang="en-US" sz="1800" dirty="0"/>
              <a:t>に</a:t>
            </a:r>
            <a:r>
              <a:rPr lang="en-US" altLang="ja-JP" sz="1800" dirty="0"/>
              <a:t>100</a:t>
            </a:r>
            <a:r>
              <a:rPr lang="ja-JP" altLang="en-US" sz="1800" dirty="0"/>
              <a:t>円渡そうとして、それをやはりやめる処理を考える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graphicFrame>
        <p:nvGraphicFramePr>
          <p:cNvPr id="8" name="表 7">
            <a:extLst>
              <a:ext uri="{FF2B5EF4-FFF2-40B4-BE49-F238E27FC236}">
                <a16:creationId xmlns:a16="http://schemas.microsoft.com/office/drawing/2014/main" id="{7E74D34A-71CC-43BC-83A6-8A2D04E3ADD5}"/>
              </a:ext>
            </a:extLst>
          </p:cNvPr>
          <p:cNvGraphicFramePr>
            <a:graphicFrameLocks noGrp="1"/>
          </p:cNvGraphicFramePr>
          <p:nvPr>
            <p:extLst>
              <p:ext uri="{D42A27DB-BD31-4B8C-83A1-F6EECF244321}">
                <p14:modId xmlns:p14="http://schemas.microsoft.com/office/powerpoint/2010/main" val="1676699838"/>
              </p:ext>
            </p:extLst>
          </p:nvPr>
        </p:nvGraphicFramePr>
        <p:xfrm>
          <a:off x="7676007" y="3459018"/>
          <a:ext cx="4160393" cy="2973871"/>
        </p:xfrm>
        <a:graphic>
          <a:graphicData uri="http://schemas.openxmlformats.org/drawingml/2006/table">
            <a:tbl>
              <a:tblPr firstRow="1" bandRow="1">
                <a:tableStyleId>{F5AB1C69-6EDB-4FF4-983F-18BD219EF322}</a:tableStyleId>
              </a:tblPr>
              <a:tblGrid>
                <a:gridCol w="687521">
                  <a:extLst>
                    <a:ext uri="{9D8B030D-6E8A-4147-A177-3AD203B41FA5}">
                      <a16:colId xmlns:a16="http://schemas.microsoft.com/office/drawing/2014/main" val="2190428610"/>
                    </a:ext>
                  </a:extLst>
                </a:gridCol>
                <a:gridCol w="1080654">
                  <a:extLst>
                    <a:ext uri="{9D8B030D-6E8A-4147-A177-3AD203B41FA5}">
                      <a16:colId xmlns:a16="http://schemas.microsoft.com/office/drawing/2014/main" val="909322686"/>
                    </a:ext>
                  </a:extLst>
                </a:gridCol>
                <a:gridCol w="1191491">
                  <a:extLst>
                    <a:ext uri="{9D8B030D-6E8A-4147-A177-3AD203B41FA5}">
                      <a16:colId xmlns:a16="http://schemas.microsoft.com/office/drawing/2014/main" val="1715953698"/>
                    </a:ext>
                  </a:extLst>
                </a:gridCol>
                <a:gridCol w="1200727">
                  <a:extLst>
                    <a:ext uri="{9D8B030D-6E8A-4147-A177-3AD203B41FA5}">
                      <a16:colId xmlns:a16="http://schemas.microsoft.com/office/drawing/2014/main" val="1771377720"/>
                    </a:ext>
                  </a:extLst>
                </a:gridCol>
              </a:tblGrid>
              <a:tr h="455103">
                <a:tc>
                  <a:txBody>
                    <a:bodyPr/>
                    <a:lstStyle/>
                    <a:p>
                      <a:r>
                        <a:rPr kumimoji="1" lang="en-US" altLang="ja-JP" sz="1400" dirty="0"/>
                        <a:t>id</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name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deposit</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age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677740506"/>
                  </a:ext>
                </a:extLst>
              </a:tr>
              <a:tr h="629692">
                <a:tc>
                  <a:txBody>
                    <a:bodyPr/>
                    <a:lstStyle/>
                    <a:p>
                      <a:r>
                        <a:rPr kumimoji="1" lang="en-US" altLang="ja-JP" sz="1400" dirty="0"/>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Hiroki</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1" dirty="0"/>
                        <a:t>200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171536"/>
                  </a:ext>
                </a:extLst>
              </a:tr>
              <a:tr h="629692">
                <a:tc>
                  <a:txBody>
                    <a:bodyPr/>
                    <a:lstStyle/>
                    <a:p>
                      <a:r>
                        <a:rPr kumimoji="1" lang="en-US" altLang="ja-JP" sz="1400" dirty="0"/>
                        <a:t>2</a:t>
                      </a:r>
                    </a:p>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Takeshi</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500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25</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65365920"/>
                  </a:ext>
                </a:extLst>
              </a:tr>
              <a:tr h="629692">
                <a:tc>
                  <a:txBody>
                    <a:bodyPr/>
                    <a:lstStyle/>
                    <a:p>
                      <a:r>
                        <a:rPr kumimoji="1" lang="en-US" altLang="ja-JP" sz="1400" dirty="0"/>
                        <a:t>3</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John</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1" dirty="0"/>
                        <a:t>6000</a:t>
                      </a:r>
                      <a:endParaRPr kumimoji="1" lang="ja-JP" altLang="en-US" sz="14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39</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2524311"/>
                  </a:ext>
                </a:extLst>
              </a:tr>
              <a:tr h="629692">
                <a:tc>
                  <a:txBody>
                    <a:bodyPr/>
                    <a:lstStyle/>
                    <a:p>
                      <a:r>
                        <a:rPr kumimoji="1" lang="en-US" altLang="ja-JP" sz="1400" dirty="0"/>
                        <a:t>4</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Ichiro</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800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22</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929149"/>
                  </a:ext>
                </a:extLst>
              </a:tr>
            </a:tbl>
          </a:graphicData>
        </a:graphic>
      </p:graphicFrame>
      <p:sp>
        <p:nvSpPr>
          <p:cNvPr id="9" name="吹き出し: 折線 8">
            <a:extLst>
              <a:ext uri="{FF2B5EF4-FFF2-40B4-BE49-F238E27FC236}">
                <a16:creationId xmlns:a16="http://schemas.microsoft.com/office/drawing/2014/main" id="{18F069ED-371F-8135-19E7-C5BD9F8B7ED1}"/>
              </a:ext>
            </a:extLst>
          </p:cNvPr>
          <p:cNvSpPr/>
          <p:nvPr/>
        </p:nvSpPr>
        <p:spPr>
          <a:xfrm>
            <a:off x="1339272" y="5361708"/>
            <a:ext cx="4756728" cy="1293091"/>
          </a:xfrm>
          <a:prstGeom prst="borderCallout2">
            <a:avLst>
              <a:gd name="adj1" fmla="val 18750"/>
              <a:gd name="adj2" fmla="val -8333"/>
              <a:gd name="adj3" fmla="val 18750"/>
              <a:gd name="adj4" fmla="val -16667"/>
              <a:gd name="adj5" fmla="val -86786"/>
              <a:gd name="adj6" fmla="val -7182"/>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lumMod val="75000"/>
                  </a:schemeClr>
                </a:solidFill>
              </a:rPr>
              <a:t>預金残高のやり取りなので両人の引き算と足し算は一つの処理としてまとめてとりやめられないと矛盾が生じる</a:t>
            </a:r>
          </a:p>
        </p:txBody>
      </p:sp>
      <p:pic>
        <p:nvPicPr>
          <p:cNvPr id="10" name="図 9" descr="テキスト&#10;&#10;AI 生成コンテンツは誤りを含む可能性があります。">
            <a:extLst>
              <a:ext uri="{FF2B5EF4-FFF2-40B4-BE49-F238E27FC236}">
                <a16:creationId xmlns:a16="http://schemas.microsoft.com/office/drawing/2014/main" id="{88B168A7-8910-3CAF-32B2-D37CCF4C1D6B}"/>
              </a:ext>
            </a:extLst>
          </p:cNvPr>
          <p:cNvPicPr>
            <a:picLocks noChangeAspect="1"/>
          </p:cNvPicPr>
          <p:nvPr/>
        </p:nvPicPr>
        <p:blipFill>
          <a:blip r:embed="rId3"/>
          <a:stretch>
            <a:fillRect/>
          </a:stretch>
        </p:blipFill>
        <p:spPr>
          <a:xfrm>
            <a:off x="355600" y="3459017"/>
            <a:ext cx="6123600" cy="1248048"/>
          </a:xfrm>
          <a:prstGeom prst="rect">
            <a:avLst/>
          </a:prstGeom>
        </p:spPr>
      </p:pic>
    </p:spTree>
    <p:extLst>
      <p:ext uri="{BB962C8B-B14F-4D97-AF65-F5344CB8AC3E}">
        <p14:creationId xmlns:p14="http://schemas.microsoft.com/office/powerpoint/2010/main" val="1942842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BCDA6-33FE-DBD6-D2FC-C4BED393973D}"/>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267E628B-591D-541C-7DB6-62FFE5A7F817}"/>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6DB25A4E-4111-C866-6163-9ED93C3F8823}"/>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トランザクション処理を理解するためにサンプルデータとともにコマンドの役割を見る</a:t>
            </a:r>
            <a:endParaRPr lang="en-US" altLang="ja-JP" sz="2800" dirty="0"/>
          </a:p>
        </p:txBody>
      </p:sp>
      <p:sp>
        <p:nvSpPr>
          <p:cNvPr id="4" name="タイトル プレースホルダー 1">
            <a:extLst>
              <a:ext uri="{FF2B5EF4-FFF2-40B4-BE49-F238E27FC236}">
                <a16:creationId xmlns:a16="http://schemas.microsoft.com/office/drawing/2014/main" id="{A81A1839-47BB-80B1-CF73-D794BFD9A98F}"/>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データを用いた実際の操作</a:t>
            </a:r>
            <a:r>
              <a:rPr lang="en-US" altLang="ja-JP" dirty="0"/>
              <a:t>-3</a:t>
            </a:r>
          </a:p>
        </p:txBody>
      </p:sp>
      <p:sp>
        <p:nvSpPr>
          <p:cNvPr id="5" name="タイトル プレースホルダー 1">
            <a:extLst>
              <a:ext uri="{FF2B5EF4-FFF2-40B4-BE49-F238E27FC236}">
                <a16:creationId xmlns:a16="http://schemas.microsoft.com/office/drawing/2014/main" id="{742489E2-2021-99CB-D333-AE07B7118958}"/>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1800" dirty="0"/>
              <a:t>3</a:t>
            </a:r>
            <a:r>
              <a:rPr lang="ja-JP" altLang="en-US" sz="1800" dirty="0"/>
              <a:t>．</a:t>
            </a:r>
            <a:r>
              <a:rPr lang="en-US" altLang="ja-JP" sz="1800" dirty="0"/>
              <a:t>SAVEPOINT</a:t>
            </a:r>
            <a:r>
              <a:rPr lang="ja-JP" altLang="en-US" sz="1800" dirty="0"/>
              <a:t>を使用してトランザクション内の特定の位置まで処理を戻し、</a:t>
            </a:r>
            <a:r>
              <a:rPr lang="ja-JP" altLang="en-US" sz="1800"/>
              <a:t>長くて複雑な操作</a:t>
            </a:r>
            <a:r>
              <a:rPr lang="ja-JP" altLang="en-US" sz="1800" dirty="0"/>
              <a:t>を分割する</a:t>
            </a:r>
            <a:endParaRPr lang="en-US" altLang="ja-JP" sz="1800" dirty="0"/>
          </a:p>
          <a:p>
            <a:pPr marL="285750" indent="-285750">
              <a:buFont typeface="Arial" panose="020B0604020202020204" pitchFamily="34" charset="0"/>
              <a:buChar char="•"/>
            </a:pPr>
            <a:r>
              <a:rPr lang="en-US" altLang="ja-JP" sz="1800" dirty="0"/>
              <a:t>BEGIN</a:t>
            </a:r>
            <a:r>
              <a:rPr lang="ja-JP" altLang="en-US" sz="1800" dirty="0"/>
              <a:t>を実行してそれ以降の</a:t>
            </a:r>
            <a:r>
              <a:rPr lang="en-US" altLang="ja-JP" sz="1800" dirty="0"/>
              <a:t>SQL</a:t>
            </a:r>
            <a:r>
              <a:rPr lang="ja-JP" altLang="en-US" sz="1800" dirty="0"/>
              <a:t>文による変更が確定しない状態にする</a:t>
            </a:r>
            <a:endParaRPr lang="en-US" altLang="ja-JP" sz="1800" dirty="0"/>
          </a:p>
          <a:p>
            <a:pPr marL="285750" indent="-285750">
              <a:buFont typeface="Arial" panose="020B0604020202020204" pitchFamily="34" charset="0"/>
              <a:buChar char="•"/>
            </a:pPr>
            <a:r>
              <a:rPr lang="en-US" altLang="ja-JP" sz="1800" dirty="0"/>
              <a:t>SAVEPOINT</a:t>
            </a:r>
            <a:r>
              <a:rPr lang="ja-JP" altLang="en-US" sz="1800" dirty="0"/>
              <a:t>を設定して</a:t>
            </a:r>
            <a:r>
              <a:rPr lang="en-US" altLang="ja-JP" sz="1800" dirty="0"/>
              <a:t>2</a:t>
            </a:r>
            <a:r>
              <a:rPr lang="ja-JP" altLang="en-US" sz="1800" dirty="0"/>
              <a:t>つの処理を戻す</a:t>
            </a:r>
            <a:endParaRPr lang="en-US" altLang="ja-JP" sz="1800" dirty="0"/>
          </a:p>
          <a:p>
            <a:pPr marL="285750" indent="-285750">
              <a:buFont typeface="Arial" panose="020B0604020202020204" pitchFamily="34" charset="0"/>
              <a:buChar char="•"/>
            </a:pPr>
            <a:r>
              <a:rPr lang="en-US" altLang="ja-JP" sz="1800" dirty="0"/>
              <a:t>ROLLBACK</a:t>
            </a:r>
            <a:r>
              <a:rPr lang="ja-JP" altLang="en-US" sz="1800" dirty="0"/>
              <a:t>と</a:t>
            </a:r>
            <a:r>
              <a:rPr lang="en-US" altLang="ja-JP" sz="1800" dirty="0"/>
              <a:t>COMMIT</a:t>
            </a:r>
            <a:r>
              <a:rPr lang="ja-JP" altLang="en-US" sz="1800" dirty="0"/>
              <a:t>を実行して変更を確定する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graphicFrame>
        <p:nvGraphicFramePr>
          <p:cNvPr id="8" name="表 7">
            <a:extLst>
              <a:ext uri="{FF2B5EF4-FFF2-40B4-BE49-F238E27FC236}">
                <a16:creationId xmlns:a16="http://schemas.microsoft.com/office/drawing/2014/main" id="{0FA3486A-C645-7E9A-8EF8-924A77AF8058}"/>
              </a:ext>
            </a:extLst>
          </p:cNvPr>
          <p:cNvGraphicFramePr>
            <a:graphicFrameLocks noGrp="1"/>
          </p:cNvGraphicFramePr>
          <p:nvPr>
            <p:extLst>
              <p:ext uri="{D42A27DB-BD31-4B8C-83A1-F6EECF244321}">
                <p14:modId xmlns:p14="http://schemas.microsoft.com/office/powerpoint/2010/main" val="1870977398"/>
              </p:ext>
            </p:extLst>
          </p:nvPr>
        </p:nvGraphicFramePr>
        <p:xfrm>
          <a:off x="7676007" y="3459018"/>
          <a:ext cx="4160393" cy="2973871"/>
        </p:xfrm>
        <a:graphic>
          <a:graphicData uri="http://schemas.openxmlformats.org/drawingml/2006/table">
            <a:tbl>
              <a:tblPr firstRow="1" bandRow="1">
                <a:tableStyleId>{F5AB1C69-6EDB-4FF4-983F-18BD219EF322}</a:tableStyleId>
              </a:tblPr>
              <a:tblGrid>
                <a:gridCol w="687521">
                  <a:extLst>
                    <a:ext uri="{9D8B030D-6E8A-4147-A177-3AD203B41FA5}">
                      <a16:colId xmlns:a16="http://schemas.microsoft.com/office/drawing/2014/main" val="2190428610"/>
                    </a:ext>
                  </a:extLst>
                </a:gridCol>
                <a:gridCol w="1080654">
                  <a:extLst>
                    <a:ext uri="{9D8B030D-6E8A-4147-A177-3AD203B41FA5}">
                      <a16:colId xmlns:a16="http://schemas.microsoft.com/office/drawing/2014/main" val="909322686"/>
                    </a:ext>
                  </a:extLst>
                </a:gridCol>
                <a:gridCol w="1191491">
                  <a:extLst>
                    <a:ext uri="{9D8B030D-6E8A-4147-A177-3AD203B41FA5}">
                      <a16:colId xmlns:a16="http://schemas.microsoft.com/office/drawing/2014/main" val="1715953698"/>
                    </a:ext>
                  </a:extLst>
                </a:gridCol>
                <a:gridCol w="1200727">
                  <a:extLst>
                    <a:ext uri="{9D8B030D-6E8A-4147-A177-3AD203B41FA5}">
                      <a16:colId xmlns:a16="http://schemas.microsoft.com/office/drawing/2014/main" val="1771377720"/>
                    </a:ext>
                  </a:extLst>
                </a:gridCol>
              </a:tblGrid>
              <a:tr h="455103">
                <a:tc>
                  <a:txBody>
                    <a:bodyPr/>
                    <a:lstStyle/>
                    <a:p>
                      <a:r>
                        <a:rPr kumimoji="1" lang="en-US" altLang="ja-JP" sz="1400" dirty="0"/>
                        <a:t>id</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name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deposit</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age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677740506"/>
                  </a:ext>
                </a:extLst>
              </a:tr>
              <a:tr h="629692">
                <a:tc>
                  <a:txBody>
                    <a:bodyPr/>
                    <a:lstStyle/>
                    <a:p>
                      <a:r>
                        <a:rPr kumimoji="1" lang="en-US" altLang="ja-JP" sz="1400" dirty="0"/>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Hiroki</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0" dirty="0"/>
                        <a:t>200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1" dirty="0"/>
                        <a:t>26</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171536"/>
                  </a:ext>
                </a:extLst>
              </a:tr>
              <a:tr h="629692">
                <a:tc>
                  <a:txBody>
                    <a:bodyPr/>
                    <a:lstStyle/>
                    <a:p>
                      <a:r>
                        <a:rPr kumimoji="1" lang="en-US" altLang="ja-JP" sz="1400" dirty="0"/>
                        <a:t>2</a:t>
                      </a:r>
                    </a:p>
                    <a:p>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Takeshi</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500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25</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65365920"/>
                  </a:ext>
                </a:extLst>
              </a:tr>
              <a:tr h="629692">
                <a:tc>
                  <a:txBody>
                    <a:bodyPr/>
                    <a:lstStyle/>
                    <a:p>
                      <a:r>
                        <a:rPr kumimoji="1" lang="en-US" altLang="ja-JP" sz="1400" dirty="0"/>
                        <a:t>3</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John</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0" dirty="0"/>
                        <a:t>6000</a:t>
                      </a:r>
                      <a:endParaRPr kumimoji="1" lang="ja-JP" altLang="en-US" sz="1400"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39</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2524311"/>
                  </a:ext>
                </a:extLst>
              </a:tr>
              <a:tr h="629692">
                <a:tc>
                  <a:txBody>
                    <a:bodyPr/>
                    <a:lstStyle/>
                    <a:p>
                      <a:r>
                        <a:rPr kumimoji="1" lang="en-US" altLang="ja-JP" sz="1400" dirty="0"/>
                        <a:t>4</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Ichiro</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800</a:t>
                      </a:r>
                      <a:endParaRPr kumimoji="1" lang="ja-JP" altLang="en-US"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1" dirty="0"/>
                        <a:t>28</a:t>
                      </a:r>
                      <a:endParaRPr kumimoji="1" lang="ja-JP" altLang="en-US" sz="14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5929149"/>
                  </a:ext>
                </a:extLst>
              </a:tr>
            </a:tbl>
          </a:graphicData>
        </a:graphic>
      </p:graphicFrame>
      <p:pic>
        <p:nvPicPr>
          <p:cNvPr id="12" name="図 11" descr="テキスト&#10;&#10;AI 生成コンテンツは誤りを含む可能性があります。">
            <a:extLst>
              <a:ext uri="{FF2B5EF4-FFF2-40B4-BE49-F238E27FC236}">
                <a16:creationId xmlns:a16="http://schemas.microsoft.com/office/drawing/2014/main" id="{0AE9C1F4-D6E7-C774-E296-380B2A4A3B6E}"/>
              </a:ext>
            </a:extLst>
          </p:cNvPr>
          <p:cNvPicPr>
            <a:picLocks noChangeAspect="1"/>
          </p:cNvPicPr>
          <p:nvPr/>
        </p:nvPicPr>
        <p:blipFill>
          <a:blip r:embed="rId3"/>
          <a:stretch>
            <a:fillRect/>
          </a:stretch>
        </p:blipFill>
        <p:spPr>
          <a:xfrm>
            <a:off x="355600" y="3305536"/>
            <a:ext cx="6123600" cy="2255558"/>
          </a:xfrm>
          <a:prstGeom prst="rect">
            <a:avLst/>
          </a:prstGeom>
        </p:spPr>
      </p:pic>
      <p:sp>
        <p:nvSpPr>
          <p:cNvPr id="9" name="吹き出し: 折線 8">
            <a:extLst>
              <a:ext uri="{FF2B5EF4-FFF2-40B4-BE49-F238E27FC236}">
                <a16:creationId xmlns:a16="http://schemas.microsoft.com/office/drawing/2014/main" id="{54EFB48F-726F-8A9F-2436-AE8E85DEAB29}"/>
              </a:ext>
            </a:extLst>
          </p:cNvPr>
          <p:cNvSpPr/>
          <p:nvPr/>
        </p:nvSpPr>
        <p:spPr>
          <a:xfrm>
            <a:off x="1558209" y="5561094"/>
            <a:ext cx="4756728" cy="855552"/>
          </a:xfrm>
          <a:prstGeom prst="borderCallout2">
            <a:avLst>
              <a:gd name="adj1" fmla="val 18750"/>
              <a:gd name="adj2" fmla="val -8333"/>
              <a:gd name="adj3" fmla="val 22251"/>
              <a:gd name="adj4" fmla="val -24280"/>
              <a:gd name="adj5" fmla="val -182485"/>
              <a:gd name="adj6" fmla="val -11369"/>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dirty="0">
                <a:solidFill>
                  <a:schemeClr val="tx1">
                    <a:lumMod val="75000"/>
                  </a:schemeClr>
                </a:solidFill>
              </a:rPr>
              <a:t>SAVEPOINT</a:t>
            </a:r>
            <a:r>
              <a:rPr kumimoji="1" lang="ja-JP" altLang="en-US" dirty="0">
                <a:solidFill>
                  <a:schemeClr val="tx1">
                    <a:lumMod val="75000"/>
                  </a:schemeClr>
                </a:solidFill>
              </a:rPr>
              <a:t>前後の更新は行われるが</a:t>
            </a:r>
            <a:r>
              <a:rPr kumimoji="1" lang="en-US" altLang="ja-JP" dirty="0">
                <a:solidFill>
                  <a:schemeClr val="tx1">
                    <a:lumMod val="75000"/>
                  </a:schemeClr>
                </a:solidFill>
              </a:rPr>
              <a:t>ROLLBACK</a:t>
            </a:r>
            <a:r>
              <a:rPr kumimoji="1" lang="ja-JP" altLang="en-US" dirty="0">
                <a:solidFill>
                  <a:schemeClr val="tx1">
                    <a:lumMod val="75000"/>
                  </a:schemeClr>
                </a:solidFill>
              </a:rPr>
              <a:t>の範囲内の変更は反映されない</a:t>
            </a:r>
          </a:p>
        </p:txBody>
      </p:sp>
    </p:spTree>
    <p:extLst>
      <p:ext uri="{BB962C8B-B14F-4D97-AF65-F5344CB8AC3E}">
        <p14:creationId xmlns:p14="http://schemas.microsoft.com/office/powerpoint/2010/main" val="3615121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9ADEC-8D6E-6FBC-5D7C-DB47195CB76D}"/>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33C18233-9402-7BE1-40E2-9EA81EB44ADA}"/>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7C652543-CC4D-5C71-6DF6-979EF6BA2BD1}"/>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sz="2800" dirty="0"/>
              <a:t>トランザクション処理を理解するためにサンプルデータとともにコマンドの役割を見る</a:t>
            </a:r>
            <a:endParaRPr lang="en-US" altLang="ja-JP" sz="2800" dirty="0"/>
          </a:p>
        </p:txBody>
      </p:sp>
      <p:sp>
        <p:nvSpPr>
          <p:cNvPr id="4" name="タイトル プレースホルダー 1">
            <a:extLst>
              <a:ext uri="{FF2B5EF4-FFF2-40B4-BE49-F238E27FC236}">
                <a16:creationId xmlns:a16="http://schemas.microsoft.com/office/drawing/2014/main" id="{94723068-5FB3-4E05-14D0-A553399030D7}"/>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データを用いた実際の操作</a:t>
            </a:r>
            <a:r>
              <a:rPr lang="en-US" altLang="ja-JP" dirty="0"/>
              <a:t>-4</a:t>
            </a:r>
          </a:p>
        </p:txBody>
      </p:sp>
      <p:sp>
        <p:nvSpPr>
          <p:cNvPr id="5" name="タイトル プレースホルダー 1">
            <a:extLst>
              <a:ext uri="{FF2B5EF4-FFF2-40B4-BE49-F238E27FC236}">
                <a16:creationId xmlns:a16="http://schemas.microsoft.com/office/drawing/2014/main" id="{BCE2A427-2E95-8DFA-9589-8BDDC1911E13}"/>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1800" dirty="0"/>
              <a:t>4</a:t>
            </a:r>
            <a:r>
              <a:rPr lang="ja-JP" altLang="en-US" sz="1800" dirty="0"/>
              <a:t>．</a:t>
            </a:r>
            <a:r>
              <a:rPr lang="en-US" altLang="ja-JP" sz="1800" dirty="0"/>
              <a:t>TRUNCATE</a:t>
            </a:r>
            <a:r>
              <a:rPr lang="ja-JP" altLang="en-US" sz="1800" dirty="0"/>
              <a:t>を使用してテーブルのデータを削除する</a:t>
            </a:r>
            <a:endParaRPr lang="en-US" altLang="ja-JP" sz="1800" dirty="0"/>
          </a:p>
          <a:p>
            <a:pPr marL="285750" indent="-285750">
              <a:buFont typeface="Arial" panose="020B0604020202020204" pitchFamily="34" charset="0"/>
              <a:buChar char="•"/>
            </a:pPr>
            <a:r>
              <a:rPr lang="en-US" altLang="ja-JP" sz="1800" dirty="0"/>
              <a:t>TRUNCATE</a:t>
            </a:r>
            <a:r>
              <a:rPr lang="ja-JP" altLang="en-US" sz="1800" dirty="0"/>
              <a:t>でデータを削除し、新規の</a:t>
            </a:r>
            <a:r>
              <a:rPr lang="en-US" altLang="ja-JP" sz="1800" dirty="0"/>
              <a:t>1</a:t>
            </a:r>
            <a:r>
              <a:rPr lang="ja-JP" altLang="en-US" sz="1800" dirty="0"/>
              <a:t>件だけデータを</a:t>
            </a:r>
            <a:r>
              <a:rPr lang="en-US" altLang="ja-JP" sz="1800" dirty="0"/>
              <a:t>INSERT</a:t>
            </a:r>
            <a:r>
              <a:rPr lang="ja-JP" altLang="en-US" sz="1800" dirty="0"/>
              <a:t>する</a:t>
            </a:r>
            <a:endParaRPr lang="en-US" altLang="ja-JP" sz="1800" dirty="0"/>
          </a:p>
          <a:p>
            <a:pPr marL="285750" indent="-285750">
              <a:buFont typeface="Arial" panose="020B0604020202020204" pitchFamily="34" charset="0"/>
              <a:buChar char="•"/>
            </a:pPr>
            <a:r>
              <a:rPr lang="ja-JP" altLang="en-US" sz="1800" dirty="0"/>
              <a:t>特徴としてロールバックができず、</a:t>
            </a:r>
            <a:r>
              <a:rPr lang="en-US" altLang="ja-JP" sz="1800" dirty="0"/>
              <a:t>INCREMENT</a:t>
            </a:r>
            <a:r>
              <a:rPr lang="ja-JP" altLang="en-US" sz="1800" dirty="0"/>
              <a:t>が初期化される、処理が高速ということがあげられる</a:t>
            </a:r>
            <a:endParaRPr lang="en-US" altLang="ja-JP" sz="1800" dirty="0"/>
          </a:p>
          <a:p>
            <a:endParaRPr lang="en-US" altLang="ja-JP" sz="1800" dirty="0"/>
          </a:p>
          <a:p>
            <a:endParaRPr lang="en-US" altLang="ja-JP" sz="1800" dirty="0"/>
          </a:p>
          <a:p>
            <a:endParaRPr lang="en-US" altLang="ja-JP" sz="1800" dirty="0"/>
          </a:p>
          <a:p>
            <a:endParaRPr lang="en-US" altLang="ja-JP" sz="1800" dirty="0"/>
          </a:p>
          <a:p>
            <a:endParaRPr lang="en-US" altLang="ja-JP" sz="1800" dirty="0"/>
          </a:p>
        </p:txBody>
      </p:sp>
      <p:graphicFrame>
        <p:nvGraphicFramePr>
          <p:cNvPr id="8" name="表 7">
            <a:extLst>
              <a:ext uri="{FF2B5EF4-FFF2-40B4-BE49-F238E27FC236}">
                <a16:creationId xmlns:a16="http://schemas.microsoft.com/office/drawing/2014/main" id="{C986413C-9372-55EE-3315-750E94FF5882}"/>
              </a:ext>
            </a:extLst>
          </p:cNvPr>
          <p:cNvGraphicFramePr>
            <a:graphicFrameLocks noGrp="1"/>
          </p:cNvGraphicFramePr>
          <p:nvPr>
            <p:extLst>
              <p:ext uri="{D42A27DB-BD31-4B8C-83A1-F6EECF244321}">
                <p14:modId xmlns:p14="http://schemas.microsoft.com/office/powerpoint/2010/main" val="3397175036"/>
              </p:ext>
            </p:extLst>
          </p:nvPr>
        </p:nvGraphicFramePr>
        <p:xfrm>
          <a:off x="7676007" y="3459018"/>
          <a:ext cx="4160393" cy="1084795"/>
        </p:xfrm>
        <a:graphic>
          <a:graphicData uri="http://schemas.openxmlformats.org/drawingml/2006/table">
            <a:tbl>
              <a:tblPr firstRow="1" bandRow="1">
                <a:tableStyleId>{F5AB1C69-6EDB-4FF4-983F-18BD219EF322}</a:tableStyleId>
              </a:tblPr>
              <a:tblGrid>
                <a:gridCol w="687521">
                  <a:extLst>
                    <a:ext uri="{9D8B030D-6E8A-4147-A177-3AD203B41FA5}">
                      <a16:colId xmlns:a16="http://schemas.microsoft.com/office/drawing/2014/main" val="2190428610"/>
                    </a:ext>
                  </a:extLst>
                </a:gridCol>
                <a:gridCol w="1080654">
                  <a:extLst>
                    <a:ext uri="{9D8B030D-6E8A-4147-A177-3AD203B41FA5}">
                      <a16:colId xmlns:a16="http://schemas.microsoft.com/office/drawing/2014/main" val="909322686"/>
                    </a:ext>
                  </a:extLst>
                </a:gridCol>
                <a:gridCol w="1191491">
                  <a:extLst>
                    <a:ext uri="{9D8B030D-6E8A-4147-A177-3AD203B41FA5}">
                      <a16:colId xmlns:a16="http://schemas.microsoft.com/office/drawing/2014/main" val="1715953698"/>
                    </a:ext>
                  </a:extLst>
                </a:gridCol>
                <a:gridCol w="1200727">
                  <a:extLst>
                    <a:ext uri="{9D8B030D-6E8A-4147-A177-3AD203B41FA5}">
                      <a16:colId xmlns:a16="http://schemas.microsoft.com/office/drawing/2014/main" val="1771377720"/>
                    </a:ext>
                  </a:extLst>
                </a:gridCol>
              </a:tblGrid>
              <a:tr h="455103">
                <a:tc>
                  <a:txBody>
                    <a:bodyPr/>
                    <a:lstStyle/>
                    <a:p>
                      <a:r>
                        <a:rPr kumimoji="1" lang="en-US" altLang="ja-JP" sz="1400" dirty="0"/>
                        <a:t>id</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name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deposit</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tc>
                  <a:txBody>
                    <a:bodyPr/>
                    <a:lstStyle/>
                    <a:p>
                      <a:r>
                        <a:rPr kumimoji="1" lang="en-US" altLang="ja-JP" sz="1400" dirty="0"/>
                        <a:t>age</a:t>
                      </a:r>
                      <a:endParaRPr kumimoji="1" lang="ja-JP" altLang="en-US" sz="1400"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lumMod val="40000"/>
                        <a:lumOff val="60000"/>
                      </a:schemeClr>
                    </a:solidFill>
                  </a:tcPr>
                </a:tc>
                <a:extLst>
                  <a:ext uri="{0D108BD9-81ED-4DB2-BD59-A6C34878D82A}">
                    <a16:rowId xmlns:a16="http://schemas.microsoft.com/office/drawing/2014/main" val="677740506"/>
                  </a:ext>
                </a:extLst>
              </a:tr>
              <a:tr h="629692">
                <a:tc>
                  <a:txBody>
                    <a:bodyPr/>
                    <a:lstStyle/>
                    <a:p>
                      <a:r>
                        <a:rPr kumimoji="1" lang="en-US" altLang="ja-JP" sz="1400" dirty="0"/>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dirty="0"/>
                        <a:t>Aoki</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0" dirty="0"/>
                        <a:t>50000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kumimoji="1" lang="en-US" altLang="ja-JP" sz="1400" b="0" dirty="0"/>
                        <a:t>33</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00171536"/>
                  </a:ext>
                </a:extLst>
              </a:tr>
            </a:tbl>
          </a:graphicData>
        </a:graphic>
      </p:graphicFrame>
      <p:pic>
        <p:nvPicPr>
          <p:cNvPr id="7" name="図 6" descr="モニター画面に映る文字&#10;&#10;AI 生成コンテンツは誤りを含む可能性があります。">
            <a:extLst>
              <a:ext uri="{FF2B5EF4-FFF2-40B4-BE49-F238E27FC236}">
                <a16:creationId xmlns:a16="http://schemas.microsoft.com/office/drawing/2014/main" id="{BB34F869-A041-8F09-7555-E31F9C4D79DD}"/>
              </a:ext>
            </a:extLst>
          </p:cNvPr>
          <p:cNvPicPr>
            <a:picLocks noChangeAspect="1"/>
          </p:cNvPicPr>
          <p:nvPr/>
        </p:nvPicPr>
        <p:blipFill>
          <a:blip r:embed="rId3"/>
          <a:stretch>
            <a:fillRect/>
          </a:stretch>
        </p:blipFill>
        <p:spPr>
          <a:xfrm>
            <a:off x="355600" y="3465513"/>
            <a:ext cx="6123600" cy="761564"/>
          </a:xfrm>
          <a:prstGeom prst="rect">
            <a:avLst/>
          </a:prstGeom>
        </p:spPr>
      </p:pic>
      <p:sp>
        <p:nvSpPr>
          <p:cNvPr id="9" name="吹き出し: 折線 8">
            <a:extLst>
              <a:ext uri="{FF2B5EF4-FFF2-40B4-BE49-F238E27FC236}">
                <a16:creationId xmlns:a16="http://schemas.microsoft.com/office/drawing/2014/main" id="{F7B53BD0-AD7F-5FB5-4978-61B9E80A8CF1}"/>
              </a:ext>
            </a:extLst>
          </p:cNvPr>
          <p:cNvSpPr/>
          <p:nvPr/>
        </p:nvSpPr>
        <p:spPr>
          <a:xfrm>
            <a:off x="1351972" y="5118510"/>
            <a:ext cx="4756728" cy="855552"/>
          </a:xfrm>
          <a:prstGeom prst="borderCallout2">
            <a:avLst>
              <a:gd name="adj1" fmla="val 18750"/>
              <a:gd name="adj2" fmla="val -8333"/>
              <a:gd name="adj3" fmla="val 19076"/>
              <a:gd name="adj4" fmla="val -21425"/>
              <a:gd name="adj5" fmla="val -165554"/>
              <a:gd name="adj6" fmla="val -8895"/>
            </a:avLst>
          </a:prstGeom>
          <a:solidFill>
            <a:schemeClr val="accent1">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lumMod val="75000"/>
                  </a:schemeClr>
                </a:solidFill>
              </a:rPr>
              <a:t>テーブル内のデータはすべて高速に削除される</a:t>
            </a:r>
            <a:endParaRPr lang="en-US" altLang="ja-JP" dirty="0">
              <a:solidFill>
                <a:schemeClr val="tx1">
                  <a:lumMod val="75000"/>
                </a:schemeClr>
              </a:solidFill>
            </a:endParaRPr>
          </a:p>
          <a:p>
            <a:r>
              <a:rPr kumimoji="1" lang="ja-JP" altLang="en-US" dirty="0">
                <a:solidFill>
                  <a:schemeClr val="tx1">
                    <a:lumMod val="75000"/>
                  </a:schemeClr>
                </a:solidFill>
              </a:rPr>
              <a:t>自動払い出しの</a:t>
            </a:r>
            <a:r>
              <a:rPr kumimoji="1" lang="en-US" altLang="ja-JP" dirty="0">
                <a:solidFill>
                  <a:schemeClr val="tx1">
                    <a:lumMod val="75000"/>
                  </a:schemeClr>
                </a:solidFill>
              </a:rPr>
              <a:t>id</a:t>
            </a:r>
            <a:r>
              <a:rPr kumimoji="1" lang="ja-JP" altLang="en-US" dirty="0">
                <a:solidFill>
                  <a:schemeClr val="tx1">
                    <a:lumMod val="75000"/>
                  </a:schemeClr>
                </a:solidFill>
              </a:rPr>
              <a:t>も初期化される</a:t>
            </a:r>
          </a:p>
        </p:txBody>
      </p:sp>
    </p:spTree>
    <p:extLst>
      <p:ext uri="{BB962C8B-B14F-4D97-AF65-F5344CB8AC3E}">
        <p14:creationId xmlns:p14="http://schemas.microsoft.com/office/powerpoint/2010/main" val="2144735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8325-025B-56AB-EA89-48E9485D890B}"/>
            </a:ext>
          </a:extLst>
        </p:cNvPr>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8D79AC46-0E8A-B842-1FC2-3559162592A9}"/>
              </a:ext>
            </a:extLst>
          </p:cNvPr>
          <p:cNvCxnSpPr>
            <a:cxnSpLocks/>
          </p:cNvCxnSpPr>
          <p:nvPr/>
        </p:nvCxnSpPr>
        <p:spPr>
          <a:xfrm>
            <a:off x="0" y="1993900"/>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 name="タイトル プレースホルダー 1">
            <a:extLst>
              <a:ext uri="{FF2B5EF4-FFF2-40B4-BE49-F238E27FC236}">
                <a16:creationId xmlns:a16="http://schemas.microsoft.com/office/drawing/2014/main" id="{B843A7B0-8003-F94F-FCAD-B0854A129666}"/>
              </a:ext>
            </a:extLst>
          </p:cNvPr>
          <p:cNvSpPr txBox="1">
            <a:spLocks/>
          </p:cNvSpPr>
          <p:nvPr/>
        </p:nvSpPr>
        <p:spPr>
          <a:xfrm>
            <a:off x="355600" y="1108076"/>
            <a:ext cx="11506200" cy="8127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2800" dirty="0"/>
              <a:t>Pega</a:t>
            </a:r>
            <a:r>
              <a:rPr lang="ja-JP" altLang="en-US" sz="2800" dirty="0"/>
              <a:t>→外部</a:t>
            </a:r>
            <a:r>
              <a:rPr lang="en-US" altLang="ja-JP" sz="2800" dirty="0"/>
              <a:t>DB</a:t>
            </a:r>
            <a:r>
              <a:rPr lang="ja-JP" altLang="en-US" sz="2800" dirty="0"/>
              <a:t>の操作でトランザクション制御ができない</a:t>
            </a:r>
            <a:endParaRPr lang="en-US" altLang="ja-JP" sz="2800" dirty="0"/>
          </a:p>
        </p:txBody>
      </p:sp>
      <p:sp>
        <p:nvSpPr>
          <p:cNvPr id="4" name="タイトル プレースホルダー 1">
            <a:extLst>
              <a:ext uri="{FF2B5EF4-FFF2-40B4-BE49-F238E27FC236}">
                <a16:creationId xmlns:a16="http://schemas.microsoft.com/office/drawing/2014/main" id="{42E45D9A-8EA1-168A-5BB6-C72078F75FA0}"/>
              </a:ext>
            </a:extLst>
          </p:cNvPr>
          <p:cNvSpPr txBox="1">
            <a:spLocks/>
          </p:cNvSpPr>
          <p:nvPr/>
        </p:nvSpPr>
        <p:spPr>
          <a:xfrm>
            <a:off x="355600" y="546100"/>
            <a:ext cx="11506200" cy="4889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ja-JP" altLang="en-US" dirty="0"/>
              <a:t>施策領域で生じた問題</a:t>
            </a:r>
            <a:endParaRPr lang="en-US" altLang="ja-JP" dirty="0"/>
          </a:p>
        </p:txBody>
      </p:sp>
      <p:sp>
        <p:nvSpPr>
          <p:cNvPr id="5" name="タイトル プレースホルダー 1">
            <a:extLst>
              <a:ext uri="{FF2B5EF4-FFF2-40B4-BE49-F238E27FC236}">
                <a16:creationId xmlns:a16="http://schemas.microsoft.com/office/drawing/2014/main" id="{0C775D6A-33BC-C6DC-474F-75C7559F8260}"/>
              </a:ext>
            </a:extLst>
          </p:cNvPr>
          <p:cNvSpPr txBox="1">
            <a:spLocks/>
          </p:cNvSpPr>
          <p:nvPr/>
        </p:nvSpPr>
        <p:spPr>
          <a:xfrm>
            <a:off x="355600" y="2146304"/>
            <a:ext cx="11506200" cy="4165584"/>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kumimoji="1" sz="1400" kern="1200">
                <a:solidFill>
                  <a:schemeClr val="tx1"/>
                </a:solidFill>
                <a:latin typeface="+mj-lt"/>
                <a:ea typeface="+mj-ea"/>
                <a:cs typeface="+mj-cs"/>
              </a:defRPr>
            </a:lvl1pPr>
          </a:lstStyle>
          <a:p>
            <a:r>
              <a:rPr lang="en-US" altLang="ja-JP" sz="1800" dirty="0"/>
              <a:t>Pega</a:t>
            </a:r>
            <a:r>
              <a:rPr lang="ja-JP" altLang="en-US" sz="1800" dirty="0"/>
              <a:t>→外部</a:t>
            </a:r>
            <a:r>
              <a:rPr lang="en-US" altLang="ja-JP" sz="1800" dirty="0"/>
              <a:t>DB</a:t>
            </a:r>
            <a:r>
              <a:rPr lang="ja-JP" altLang="en-US" sz="1800" dirty="0"/>
              <a:t>への処理として、以下のような複数更新処理を行う必要があった</a:t>
            </a:r>
            <a:endParaRPr lang="en-US" altLang="ja-JP" sz="1800" dirty="0"/>
          </a:p>
          <a:p>
            <a:pPr marL="285750" indent="-285750">
              <a:buFont typeface="Arial" panose="020B0604020202020204" pitchFamily="34" charset="0"/>
              <a:buChar char="•"/>
            </a:pPr>
            <a:r>
              <a:rPr lang="ja-JP" altLang="en-US" sz="1800" dirty="0"/>
              <a:t>ユーザ通知テーブルへのデータインサートとユーザ通知内容テーブルへのインサート</a:t>
            </a:r>
            <a:br>
              <a:rPr lang="en-US" altLang="ja-JP" sz="1800" dirty="0"/>
            </a:br>
            <a:r>
              <a:rPr lang="ja-JP" altLang="en-US" sz="1800" dirty="0"/>
              <a:t>（申込</a:t>
            </a:r>
            <a:r>
              <a:rPr lang="en-US" altLang="ja-JP" sz="1800" dirty="0"/>
              <a:t>PF</a:t>
            </a:r>
            <a:r>
              <a:rPr lang="ja-JP" altLang="en-US" sz="1800" dirty="0"/>
              <a:t>への通知内容は</a:t>
            </a:r>
            <a:r>
              <a:rPr lang="en-US" altLang="ja-JP" sz="1800" dirty="0"/>
              <a:t>2</a:t>
            </a:r>
            <a:r>
              <a:rPr lang="ja-JP" altLang="en-US" sz="1800" dirty="0"/>
              <a:t>つのテーブルにデータをインサートすることで完成するので、</a:t>
            </a:r>
            <a:r>
              <a:rPr lang="en-US" altLang="ja-JP" sz="1800" dirty="0"/>
              <a:t>2</a:t>
            </a:r>
            <a:r>
              <a:rPr lang="ja-JP" altLang="en-US" sz="1800" dirty="0"/>
              <a:t>つのインサートは</a:t>
            </a:r>
            <a:r>
              <a:rPr lang="en-US" altLang="ja-JP" sz="1800" dirty="0"/>
              <a:t>1</a:t>
            </a:r>
            <a:r>
              <a:rPr lang="ja-JP" altLang="en-US" sz="1800" dirty="0"/>
              <a:t>つのトランザクションとして扱いたい）</a:t>
            </a:r>
            <a:endParaRPr lang="en-US" altLang="ja-JP" sz="1800" dirty="0"/>
          </a:p>
          <a:p>
            <a:pPr marL="285750" indent="-285750">
              <a:buFont typeface="Arial" panose="020B0604020202020204" pitchFamily="34" charset="0"/>
              <a:buChar char="•"/>
            </a:pPr>
            <a:endParaRPr lang="en-US" altLang="ja-JP" sz="1800" dirty="0"/>
          </a:p>
          <a:p>
            <a:endParaRPr lang="en-US" altLang="ja-JP" sz="1800" dirty="0"/>
          </a:p>
          <a:p>
            <a:endParaRPr lang="en-US" altLang="ja-JP" sz="1800" dirty="0"/>
          </a:p>
          <a:p>
            <a:endParaRPr lang="en-US" altLang="ja-JP" sz="1800" dirty="0"/>
          </a:p>
        </p:txBody>
      </p:sp>
    </p:spTree>
    <p:extLst>
      <p:ext uri="{BB962C8B-B14F-4D97-AF65-F5344CB8AC3E}">
        <p14:creationId xmlns:p14="http://schemas.microsoft.com/office/powerpoint/2010/main" val="3114115458"/>
      </p:ext>
    </p:extLst>
  </p:cSld>
  <p:clrMapOvr>
    <a:masterClrMapping/>
  </p:clrMapOvr>
</p:sld>
</file>

<file path=ppt/theme/theme1.xml><?xml version="1.0" encoding="utf-8"?>
<a:theme xmlns:a="http://schemas.openxmlformats.org/drawingml/2006/main" name="Office テーマ">
  <a:themeElements>
    <a:clrScheme name="ユーザー定義 1">
      <a:dk1>
        <a:srgbClr val="3F3F3F"/>
      </a:dk1>
      <a:lt1>
        <a:sysClr val="window" lastClr="FFFFFF"/>
      </a:lt1>
      <a:dk2>
        <a:srgbClr val="3F3F3F"/>
      </a:dk2>
      <a:lt2>
        <a:srgbClr val="E8E8E8"/>
      </a:lt2>
      <a:accent1>
        <a:srgbClr val="FFFF00"/>
      </a:accent1>
      <a:accent2>
        <a:srgbClr val="FF0000"/>
      </a:accent2>
      <a:accent3>
        <a:srgbClr val="D8D8D8"/>
      </a:accent3>
      <a:accent4>
        <a:srgbClr val="0F9ED5"/>
      </a:accent4>
      <a:accent5>
        <a:srgbClr val="A02B93"/>
      </a:accent5>
      <a:accent6>
        <a:srgbClr val="4EA72E"/>
      </a:accent6>
      <a:hlink>
        <a:srgbClr val="467886"/>
      </a:hlink>
      <a:folHlink>
        <a:srgbClr val="96607D"/>
      </a:folHlink>
    </a:clrScheme>
    <a:fontScheme name="ユーザー定義 3">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1206</TotalTime>
  <Words>963</Words>
  <Application>Microsoft Office PowerPoint</Application>
  <PresentationFormat>ワイド画面</PresentationFormat>
  <Paragraphs>205</Paragraphs>
  <Slides>10</Slides>
  <Notes>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Meiryo UI</vt:lpstr>
      <vt:lpstr>游ゴシック</vt:lpstr>
      <vt:lpstr>Arial</vt:lpstr>
      <vt:lpstr>Office テーマ</vt:lpstr>
      <vt:lpstr>PowerPoint プレゼンテーション</vt:lpstr>
      <vt:lpstr>目次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弘樹 中村</dc:creator>
  <cp:lastModifiedBy>弘樹 中村</cp:lastModifiedBy>
  <cp:revision>1</cp:revision>
  <dcterms:created xsi:type="dcterms:W3CDTF">2025-10-25T06:16:43Z</dcterms:created>
  <dcterms:modified xsi:type="dcterms:W3CDTF">2026-09-22T06:49:15Z</dcterms:modified>
</cp:coreProperties>
</file>